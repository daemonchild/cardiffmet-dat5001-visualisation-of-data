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"/>
  </p:notesMasterIdLst>
  <p:sldIdLst>
    <p:sldId id="257" r:id="rId5"/>
    <p:sldId id="259" r:id="rId6"/>
    <p:sldId id="256" r:id="rId7"/>
    <p:sldId id="258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0E4676-2577-47CA-977E-05CD56CFC4CC}" v="11" dt="2025-10-05T08:02:45.5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2412" autoAdjust="0"/>
  </p:normalViewPr>
  <p:slideViewPr>
    <p:cSldViewPr snapToGrid="0">
      <p:cViewPr varScale="1">
        <p:scale>
          <a:sx n="92" d="100"/>
          <a:sy n="92" d="100"/>
        </p:scale>
        <p:origin x="13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n, Imtiaz" userId="04a29716-7d45-4bf2-be93-2e46727be57a" providerId="ADAL" clId="{6A0E4676-2577-47CA-977E-05CD56CFC4CC}"/>
    <pc:docChg chg="custSel addSld modSld">
      <pc:chgData name="Khan, Imtiaz" userId="04a29716-7d45-4bf2-be93-2e46727be57a" providerId="ADAL" clId="{6A0E4676-2577-47CA-977E-05CD56CFC4CC}" dt="2025-10-05T08:02:45.504" v="121"/>
      <pc:docMkLst>
        <pc:docMk/>
      </pc:docMkLst>
      <pc:sldChg chg="modSp mod">
        <pc:chgData name="Khan, Imtiaz" userId="04a29716-7d45-4bf2-be93-2e46727be57a" providerId="ADAL" clId="{6A0E4676-2577-47CA-977E-05CD56CFC4CC}" dt="2025-10-05T07:57:46.087" v="62" actId="33524"/>
        <pc:sldMkLst>
          <pc:docMk/>
          <pc:sldMk cId="208764998" sldId="258"/>
        </pc:sldMkLst>
        <pc:spChg chg="mod">
          <ac:chgData name="Khan, Imtiaz" userId="04a29716-7d45-4bf2-be93-2e46727be57a" providerId="ADAL" clId="{6A0E4676-2577-47CA-977E-05CD56CFC4CC}" dt="2025-10-05T07:57:46.087" v="62" actId="33524"/>
          <ac:spMkLst>
            <pc:docMk/>
            <pc:sldMk cId="208764998" sldId="258"/>
            <ac:spMk id="3" creationId="{00000000-0000-0000-0000-000000000000}"/>
          </ac:spMkLst>
        </pc:spChg>
      </pc:sldChg>
      <pc:sldChg chg="addSp delSp modSp new mod modAnim">
        <pc:chgData name="Khan, Imtiaz" userId="04a29716-7d45-4bf2-be93-2e46727be57a" providerId="ADAL" clId="{6A0E4676-2577-47CA-977E-05CD56CFC4CC}" dt="2025-10-05T08:02:45.504" v="121"/>
        <pc:sldMkLst>
          <pc:docMk/>
          <pc:sldMk cId="1130662153" sldId="259"/>
        </pc:sldMkLst>
        <pc:spChg chg="del">
          <ac:chgData name="Khan, Imtiaz" userId="04a29716-7d45-4bf2-be93-2e46727be57a" providerId="ADAL" clId="{6A0E4676-2577-47CA-977E-05CD56CFC4CC}" dt="2025-10-05T07:51:54.303" v="43" actId="478"/>
          <ac:spMkLst>
            <pc:docMk/>
            <pc:sldMk cId="1130662153" sldId="259"/>
            <ac:spMk id="2" creationId="{ECA7E7E8-2751-4B45-D5C9-B0463B492F0F}"/>
          </ac:spMkLst>
        </pc:spChg>
        <pc:spChg chg="del">
          <ac:chgData name="Khan, Imtiaz" userId="04a29716-7d45-4bf2-be93-2e46727be57a" providerId="ADAL" clId="{6A0E4676-2577-47CA-977E-05CD56CFC4CC}" dt="2025-10-05T07:43:16.871" v="7" actId="22"/>
          <ac:spMkLst>
            <pc:docMk/>
            <pc:sldMk cId="1130662153" sldId="259"/>
            <ac:spMk id="3" creationId="{01A1A54D-6360-A7C6-9CA2-E858E1173F1B}"/>
          </ac:spMkLst>
        </pc:spChg>
        <pc:spChg chg="add del mod">
          <ac:chgData name="Khan, Imtiaz" userId="04a29716-7d45-4bf2-be93-2e46727be57a" providerId="ADAL" clId="{6A0E4676-2577-47CA-977E-05CD56CFC4CC}" dt="2025-10-05T07:50:18.217" v="24"/>
          <ac:spMkLst>
            <pc:docMk/>
            <pc:sldMk cId="1130662153" sldId="259"/>
            <ac:spMk id="8" creationId="{E5172BEA-42A3-C921-782A-7C5F1E85CF2E}"/>
          </ac:spMkLst>
        </pc:spChg>
        <pc:spChg chg="add mod">
          <ac:chgData name="Khan, Imtiaz" userId="04a29716-7d45-4bf2-be93-2e46727be57a" providerId="ADAL" clId="{6A0E4676-2577-47CA-977E-05CD56CFC4CC}" dt="2025-10-05T08:01:30.549" v="109" actId="164"/>
          <ac:spMkLst>
            <pc:docMk/>
            <pc:sldMk cId="1130662153" sldId="259"/>
            <ac:spMk id="17" creationId="{C165E34F-E9DD-6F31-0482-242E5E3E44F6}"/>
          </ac:spMkLst>
        </pc:spChg>
        <pc:spChg chg="add mod">
          <ac:chgData name="Khan, Imtiaz" userId="04a29716-7d45-4bf2-be93-2e46727be57a" providerId="ADAL" clId="{6A0E4676-2577-47CA-977E-05CD56CFC4CC}" dt="2025-10-05T08:01:30.549" v="109" actId="164"/>
          <ac:spMkLst>
            <pc:docMk/>
            <pc:sldMk cId="1130662153" sldId="259"/>
            <ac:spMk id="18" creationId="{3C366699-209F-E381-4A84-1D2E15188811}"/>
          </ac:spMkLst>
        </pc:spChg>
        <pc:grpChg chg="add mod">
          <ac:chgData name="Khan, Imtiaz" userId="04a29716-7d45-4bf2-be93-2e46727be57a" providerId="ADAL" clId="{6A0E4676-2577-47CA-977E-05CD56CFC4CC}" dt="2025-10-05T07:53:27.790" v="54" actId="164"/>
          <ac:grpSpMkLst>
            <pc:docMk/>
            <pc:sldMk cId="1130662153" sldId="259"/>
            <ac:grpSpMk id="15" creationId="{7BE1355B-8628-9AFF-41F9-4DCE1B56767D}"/>
          </ac:grpSpMkLst>
        </pc:grpChg>
        <pc:grpChg chg="add mod">
          <ac:chgData name="Khan, Imtiaz" userId="04a29716-7d45-4bf2-be93-2e46727be57a" providerId="ADAL" clId="{6A0E4676-2577-47CA-977E-05CD56CFC4CC}" dt="2025-10-05T08:02:06.761" v="116" actId="1076"/>
          <ac:grpSpMkLst>
            <pc:docMk/>
            <pc:sldMk cId="1130662153" sldId="259"/>
            <ac:grpSpMk id="16" creationId="{12B80450-B6C6-B703-C09D-E76C2ADD769D}"/>
          </ac:grpSpMkLst>
        </pc:grpChg>
        <pc:grpChg chg="add mod">
          <ac:chgData name="Khan, Imtiaz" userId="04a29716-7d45-4bf2-be93-2e46727be57a" providerId="ADAL" clId="{6A0E4676-2577-47CA-977E-05CD56CFC4CC}" dt="2025-10-05T08:01:51.234" v="113" actId="1076"/>
          <ac:grpSpMkLst>
            <pc:docMk/>
            <pc:sldMk cId="1130662153" sldId="259"/>
            <ac:grpSpMk id="19" creationId="{FB5E0F40-86EF-27ED-5ABF-77F4CAE482D2}"/>
          </ac:grpSpMkLst>
        </pc:grpChg>
        <pc:picChg chg="add mod">
          <ac:chgData name="Khan, Imtiaz" userId="04a29716-7d45-4bf2-be93-2e46727be57a" providerId="ADAL" clId="{6A0E4676-2577-47CA-977E-05CD56CFC4CC}" dt="2025-10-05T08:02:19.130" v="117" actId="1076"/>
          <ac:picMkLst>
            <pc:docMk/>
            <pc:sldMk cId="1130662153" sldId="259"/>
            <ac:picMk id="5" creationId="{6375A115-DD0E-42C3-F41E-58A7FC4DE2FE}"/>
          </ac:picMkLst>
        </pc:picChg>
        <pc:picChg chg="add mod ord">
          <ac:chgData name="Khan, Imtiaz" userId="04a29716-7d45-4bf2-be93-2e46727be57a" providerId="ADAL" clId="{6A0E4676-2577-47CA-977E-05CD56CFC4CC}" dt="2025-10-05T08:02:00.242" v="114" actId="1076"/>
          <ac:picMkLst>
            <pc:docMk/>
            <pc:sldMk cId="1130662153" sldId="259"/>
            <ac:picMk id="7" creationId="{2E2BBEFD-4DB3-C816-E5F6-0B6EF7FE6DB8}"/>
          </ac:picMkLst>
        </pc:picChg>
        <pc:picChg chg="add mod">
          <ac:chgData name="Khan, Imtiaz" userId="04a29716-7d45-4bf2-be93-2e46727be57a" providerId="ADAL" clId="{6A0E4676-2577-47CA-977E-05CD56CFC4CC}" dt="2025-10-05T07:53:00.931" v="48" actId="164"/>
          <ac:picMkLst>
            <pc:docMk/>
            <pc:sldMk cId="1130662153" sldId="259"/>
            <ac:picMk id="10" creationId="{FA5A26A9-7951-2AD4-28F4-64475AF9C8E3}"/>
          </ac:picMkLst>
        </pc:picChg>
        <pc:picChg chg="add mod">
          <ac:chgData name="Khan, Imtiaz" userId="04a29716-7d45-4bf2-be93-2e46727be57a" providerId="ADAL" clId="{6A0E4676-2577-47CA-977E-05CD56CFC4CC}" dt="2025-10-05T07:53:00.931" v="48" actId="164"/>
          <ac:picMkLst>
            <pc:docMk/>
            <pc:sldMk cId="1130662153" sldId="259"/>
            <ac:picMk id="12" creationId="{335CF980-F6C3-D7F5-E729-50B921318B1B}"/>
          </ac:picMkLst>
        </pc:picChg>
        <pc:picChg chg="add mod">
          <ac:chgData name="Khan, Imtiaz" userId="04a29716-7d45-4bf2-be93-2e46727be57a" providerId="ADAL" clId="{6A0E4676-2577-47CA-977E-05CD56CFC4CC}" dt="2025-10-05T07:53:27.790" v="54" actId="164"/>
          <ac:picMkLst>
            <pc:docMk/>
            <pc:sldMk cId="1130662153" sldId="259"/>
            <ac:picMk id="14" creationId="{115A49AB-BEE8-1A72-C0AB-1F762568564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E10C0-72DA-432E-B46C-8B97C8D3A388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D1703E-6ADB-4EB2-822B-399B93ED6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797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https://youtu.be/DetutCAi47I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1703E-6ADB-4EB2-822B-399B93ED6E4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861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https://youtu.be/09pEAIFQ4ck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1703E-6ADB-4EB2-822B-399B93ED6E4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615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A2BA-0C07-4A71-9B94-1F4873E74BF1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EFD0-4CA4-4E36-A6AE-0AFB1B8DF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096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A2BA-0C07-4A71-9B94-1F4873E74BF1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EFD0-4CA4-4E36-A6AE-0AFB1B8DF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716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A2BA-0C07-4A71-9B94-1F4873E74BF1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EFD0-4CA4-4E36-A6AE-0AFB1B8DF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71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A2BA-0C07-4A71-9B94-1F4873E74BF1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EFD0-4CA4-4E36-A6AE-0AFB1B8DF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004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A2BA-0C07-4A71-9B94-1F4873E74BF1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EFD0-4CA4-4E36-A6AE-0AFB1B8DF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371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A2BA-0C07-4A71-9B94-1F4873E74BF1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EFD0-4CA4-4E36-A6AE-0AFB1B8DF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12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A2BA-0C07-4A71-9B94-1F4873E74BF1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EFD0-4CA4-4E36-A6AE-0AFB1B8DF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8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A2BA-0C07-4A71-9B94-1F4873E74BF1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EFD0-4CA4-4E36-A6AE-0AFB1B8DF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175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A2BA-0C07-4A71-9B94-1F4873E74BF1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EFD0-4CA4-4E36-A6AE-0AFB1B8DF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34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A2BA-0C07-4A71-9B94-1F4873E74BF1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EFD0-4CA4-4E36-A6AE-0AFB1B8DF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054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A2BA-0C07-4A71-9B94-1F4873E74BF1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4EFD0-4CA4-4E36-A6AE-0AFB1B8DF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46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0A2BA-0C07-4A71-9B94-1F4873E74BF1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4EFD0-4CA4-4E36-A6AE-0AFB1B8DF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298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DetutCAi47I?feature=oembed" TargetMode="Externa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09pEAIFQ4ck?feature=oembed" TargetMode="Externa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Online Media 4" title="Huntington's disease (HD): Everything You Need To Know">
            <a:hlinkClick r:id="" action="ppaction://media"/>
            <a:extLst>
              <a:ext uri="{FF2B5EF4-FFF2-40B4-BE49-F238E27FC236}">
                <a16:creationId xmlns:a16="http://schemas.microsoft.com/office/drawing/2014/main" id="{95881E52-A970-8BF3-FF55-B9DEDF89265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795717" y="1110289"/>
            <a:ext cx="7880197" cy="445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083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E2BBEFD-4DB3-C816-E5F6-0B6EF7FE6D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2002" y="33072"/>
            <a:ext cx="3360266" cy="63632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75A115-DD0E-42C3-F41E-58A7FC4DE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00" y="2131715"/>
            <a:ext cx="3928100" cy="424843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2B80450-B6C6-B703-C09D-E76C2ADD769D}"/>
              </a:ext>
            </a:extLst>
          </p:cNvPr>
          <p:cNvGrpSpPr/>
          <p:nvPr/>
        </p:nvGrpSpPr>
        <p:grpSpPr>
          <a:xfrm>
            <a:off x="591732" y="92333"/>
            <a:ext cx="3928100" cy="2023202"/>
            <a:chOff x="643900" y="4708223"/>
            <a:chExt cx="3928100" cy="202320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BE1355B-8628-9AFF-41F9-4DCE1B56767D}"/>
                </a:ext>
              </a:extLst>
            </p:cNvPr>
            <p:cNvGrpSpPr/>
            <p:nvPr/>
          </p:nvGrpSpPr>
          <p:grpSpPr>
            <a:xfrm>
              <a:off x="748238" y="4708223"/>
              <a:ext cx="3719424" cy="1739489"/>
              <a:chOff x="665540" y="4753386"/>
              <a:chExt cx="3906460" cy="1894912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FA5A26A9-7951-2AD4-28F4-64475AF9C8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5540" y="4753386"/>
                <a:ext cx="1333830" cy="1894912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35CF980-F6C3-D7F5-E729-50B921318B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99370" y="4753386"/>
                <a:ext cx="2572630" cy="1894912"/>
              </a:xfrm>
              <a:prstGeom prst="rect">
                <a:avLst/>
              </a:prstGeom>
            </p:spPr>
          </p:pic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15A49AB-BEE8-1A72-C0AB-1F7625685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3900" y="6542372"/>
              <a:ext cx="3928100" cy="189053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B5E0F40-86EF-27ED-5ABF-77F4CAE482D2}"/>
              </a:ext>
            </a:extLst>
          </p:cNvPr>
          <p:cNvGrpSpPr/>
          <p:nvPr/>
        </p:nvGrpSpPr>
        <p:grpSpPr>
          <a:xfrm>
            <a:off x="502431" y="6396335"/>
            <a:ext cx="8320753" cy="461665"/>
            <a:chOff x="831273" y="0"/>
            <a:chExt cx="8320753" cy="46166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165E34F-E9DD-6F31-0482-242E5E3E44F6}"/>
                </a:ext>
              </a:extLst>
            </p:cNvPr>
            <p:cNvSpPr txBox="1"/>
            <p:nvPr/>
          </p:nvSpPr>
          <p:spPr>
            <a:xfrm>
              <a:off x="831273" y="0"/>
              <a:ext cx="75644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Genetic medicine combining gene therapy and gene silencing technologies.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C366699-209F-E381-4A84-1D2E15188811}"/>
                </a:ext>
              </a:extLst>
            </p:cNvPr>
            <p:cNvSpPr txBox="1"/>
            <p:nvPr/>
          </p:nvSpPr>
          <p:spPr>
            <a:xfrm>
              <a:off x="8056854" y="0"/>
              <a:ext cx="10951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c £2.6m</a:t>
              </a:r>
            </a:p>
            <a:p>
              <a:r>
                <a:rPr lang="en-GB" sz="1200" dirty="0"/>
                <a:t>Haemophilia 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066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Maze Basics: The Balance Beam Laboratory Apparatus">
            <a:hlinkClick r:id="" action="ppaction://media"/>
            <a:extLst>
              <a:ext uri="{FF2B5EF4-FFF2-40B4-BE49-F238E27FC236}">
                <a16:creationId xmlns:a16="http://schemas.microsoft.com/office/drawing/2014/main" id="{11DC98D7-12C9-8E3C-CD42-548AD5ABA43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849086" y="1344005"/>
            <a:ext cx="7413171" cy="418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053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901" y="1133293"/>
            <a:ext cx="7886700" cy="4351338"/>
          </a:xfrm>
        </p:spPr>
        <p:txBody>
          <a:bodyPr/>
          <a:lstStyle/>
          <a:p>
            <a:r>
              <a:rPr lang="en-GB" dirty="0"/>
              <a:t>Which type (Het/Wild) of mice showed more slips (indication of poor motor activity i.e. HD)</a:t>
            </a:r>
          </a:p>
          <a:p>
            <a:r>
              <a:rPr lang="en-GB" dirty="0"/>
              <a:t>Any correlation with sex or age?</a:t>
            </a:r>
          </a:p>
          <a:p>
            <a:r>
              <a:rPr lang="en-GB" dirty="0"/>
              <a:t>Can any side (right/left/front/rear) limb be a predominant factor correlated with HD</a:t>
            </a:r>
          </a:p>
        </p:txBody>
      </p:sp>
    </p:spTree>
    <p:extLst>
      <p:ext uri="{BB962C8B-B14F-4D97-AF65-F5344CB8AC3E}">
        <p14:creationId xmlns:p14="http://schemas.microsoft.com/office/powerpoint/2010/main" val="20876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682B7AAF4DC74E9E538183077C5A94" ma:contentTypeVersion="11" ma:contentTypeDescription="Create a new document." ma:contentTypeScope="" ma:versionID="4af2ca88efb40c97066710eed35536bd">
  <xsd:schema xmlns:xsd="http://www.w3.org/2001/XMLSchema" xmlns:xs="http://www.w3.org/2001/XMLSchema" xmlns:p="http://schemas.microsoft.com/office/2006/metadata/properties" xmlns:ns3="23010c4a-f332-42df-9523-637a41f60fad" xmlns:ns4="f2482f8c-d064-40f9-bd39-afaf5868cf96" targetNamespace="http://schemas.microsoft.com/office/2006/metadata/properties" ma:root="true" ma:fieldsID="c529242fa0e62f26d4f55bf37ef62510" ns3:_="" ns4:_="">
    <xsd:import namespace="23010c4a-f332-42df-9523-637a41f60fad"/>
    <xsd:import namespace="f2482f8c-d064-40f9-bd39-afaf5868cf9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10c4a-f332-42df-9523-637a41f60f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5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82f8c-d064-40f9-bd39-afaf5868cf9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521103-12C4-4F17-B5AC-1645AEB0457D}">
  <ds:schemaRefs>
    <ds:schemaRef ds:uri="http://purl.org/dc/elements/1.1/"/>
    <ds:schemaRef ds:uri="http://schemas.microsoft.com/office/2006/metadata/properties"/>
    <ds:schemaRef ds:uri="23010c4a-f332-42df-9523-637a41f60fad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f2482f8c-d064-40f9-bd39-afaf5868cf96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3F67CF0-F62F-4EBF-880C-C3BE377786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F7AD97-0D93-4AA6-AC05-B09FD916AB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010c4a-f332-42df-9523-637a41f60fad"/>
    <ds:schemaRef ds:uri="f2482f8c-d064-40f9-bd39-afaf5868cf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</TotalTime>
  <Words>82</Words>
  <Application>Microsoft Office PowerPoint</Application>
  <PresentationFormat>On-screen Show (4:3)</PresentationFormat>
  <Paragraphs>10</Paragraphs>
  <Slides>4</Slides>
  <Notes>2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Khan, Imtiaz</dc:creator>
  <cp:lastModifiedBy>Khan, Imtiaz</cp:lastModifiedBy>
  <cp:revision>7</cp:revision>
  <dcterms:created xsi:type="dcterms:W3CDTF">2020-01-16T09:59:29Z</dcterms:created>
  <dcterms:modified xsi:type="dcterms:W3CDTF">2025-10-05T08:02:49Z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0x010100EC682B7AAF4DC74E9E538183077C5A94</vt:lpwstr>
  </property>
</Properties>
</file>