
<file path=[Content_Types].xml><?xml version="1.0" encoding="utf-8"?>
<Types xmlns="http://schemas.openxmlformats.org/package/2006/content-types">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Lst>
  <p:sldSz cx="18288000" cy="10287000"/>
  <p:notesSz cx="6858000" cy="9144000"/>
  <p:embeddedFontLst>
    <p:embeddedFont>
      <p:font typeface="Century Gothic Paneuropean Heavy" charset="1" panose="020B0A02020202020204"/>
      <p:regular r:id="rId28"/>
    </p:embeddedFont>
    <p:embeddedFont>
      <p:font typeface="Open Sauce" charset="1" panose="00000500000000000000"/>
      <p:regular r:id="rId29"/>
    </p:embeddedFont>
    <p:embeddedFont>
      <p:font typeface="Open Sauce Semi-Bold" charset="1" panose="00000700000000000000"/>
      <p:regular r:id="rId30"/>
    </p:embeddedFont>
    <p:embeddedFont>
      <p:font typeface="Open Sauce Bold" charset="1" panose="00000800000000000000"/>
      <p:regular r:id="rId31"/>
    </p:embeddedFont>
    <p:embeddedFont>
      <p:font typeface="Space Age" charset="1" panose="00000000000000000000"/>
      <p:regular r:id="rId32"/>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fonts/font28.fntdata" Type="http://schemas.openxmlformats.org/officeDocument/2006/relationships/font"/><Relationship Id="rId29" Target="fonts/font29.fntdata" Type="http://schemas.openxmlformats.org/officeDocument/2006/relationships/font"/><Relationship Id="rId3" Target="viewProps.xml" Type="http://schemas.openxmlformats.org/officeDocument/2006/relationships/viewProps"/><Relationship Id="rId30" Target="fonts/font30.fntdata" Type="http://schemas.openxmlformats.org/officeDocument/2006/relationships/font"/><Relationship Id="rId31" Target="fonts/font31.fntdata" Type="http://schemas.openxmlformats.org/officeDocument/2006/relationships/font"/><Relationship Id="rId32" Target="fonts/font32.fntdata" Type="http://schemas.openxmlformats.org/officeDocument/2006/relationships/font"/><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jpeg" Type="http://schemas.openxmlformats.org/officeDocument/2006/relationships/image"/><Relationship Id="rId3" Target="../media/image2.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5.png" Type="http://schemas.openxmlformats.org/officeDocument/2006/relationships/image"/><Relationship Id="rId5" Target="../media/image6.svg" Type="http://schemas.openxmlformats.org/officeDocument/2006/relationships/image"/><Relationship Id="rId6" Target="../media/image7.png" Type="http://schemas.openxmlformats.org/officeDocument/2006/relationships/image"/><Relationship Id="rId7" Target="../media/image8.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9.png" Type="http://schemas.openxmlformats.org/officeDocument/2006/relationships/image"/><Relationship Id="rId3" Target="../media/image10.png" Type="http://schemas.openxmlformats.org/officeDocument/2006/relationships/image"/><Relationship Id="rId4" Target="../media/image11.png" Type="http://schemas.openxmlformats.org/officeDocument/2006/relationships/image"/><Relationship Id="rId5" Target="../media/image12.png" Type="http://schemas.openxmlformats.org/officeDocument/2006/relationships/image"/><Relationship Id="rId6" Target="../media/image13.sv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4.png" Type="http://schemas.openxmlformats.org/officeDocument/2006/relationships/image"/><Relationship Id="rId3" Target="../media/image15.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6.png" Type="http://schemas.openxmlformats.org/officeDocument/2006/relationships/image"/><Relationship Id="rId3" Target="../media/image17.png" Type="http://schemas.openxmlformats.org/officeDocument/2006/relationships/image"/><Relationship Id="rId4" Target="../media/image18.png" Type="http://schemas.openxmlformats.org/officeDocument/2006/relationships/image"/><Relationship Id="rId5" Target="../media/image12.png" Type="http://schemas.openxmlformats.org/officeDocument/2006/relationships/image"/><Relationship Id="rId6" Target="../media/image13.svg" Type="http://schemas.openxmlformats.org/officeDocument/2006/relationships/image"/><Relationship Id="rId7" Target="../media/image19.pn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6.png" Type="http://schemas.openxmlformats.org/officeDocument/2006/relationships/image"/><Relationship Id="rId3" Target="../media/image20.pn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6.png" Type="http://schemas.openxmlformats.org/officeDocument/2006/relationships/image"/><Relationship Id="rId3" Target="../media/image21.png" Type="http://schemas.openxmlformats.org/officeDocument/2006/relationships/image"/><Relationship Id="rId4" Target="../media/image22.svg" Type="http://schemas.openxmlformats.org/officeDocument/2006/relationships/image"/><Relationship Id="rId5" Target="../media/image23.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6.png" Type="http://schemas.openxmlformats.org/officeDocument/2006/relationships/image"/><Relationship Id="rId3" Target="../media/image24.png" Type="http://schemas.openxmlformats.org/officeDocument/2006/relationships/image"/><Relationship Id="rId4" Target="../media/image25.svg" Type="http://schemas.openxmlformats.org/officeDocument/2006/relationships/image"/><Relationship Id="rId5" Target="../media/image26.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6.png" Type="http://schemas.openxmlformats.org/officeDocument/2006/relationships/image"/><Relationship Id="rId3" Target="../media/image27.png" Type="http://schemas.openxmlformats.org/officeDocument/2006/relationships/image"/><Relationship Id="rId4" Target="../media/image28.svg" Type="http://schemas.openxmlformats.org/officeDocument/2006/relationships/image"/><Relationship Id="rId5" Target="../media/image29.png" Type="http://schemas.openxmlformats.org/officeDocument/2006/relationships/image"/><Relationship Id="rId6" Target="../media/image30.svg" Type="http://schemas.openxmlformats.org/officeDocument/2006/relationships/image"/><Relationship Id="rId7" Target="../media/image31.png" Type="http://schemas.openxmlformats.org/officeDocument/2006/relationships/image"/><Relationship Id="rId8" Target="../media/image32.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8.png" Type="http://schemas.openxmlformats.org/officeDocument/2006/relationships/image"/><Relationship Id="rId3" Target="../media/image33.png" Type="http://schemas.openxmlformats.org/officeDocument/2006/relationships/image"/><Relationship Id="rId4" Target="../media/image34.svg" Type="http://schemas.openxmlformats.org/officeDocument/2006/relationships/image"/><Relationship Id="rId5" Target="../media/image16.png" Type="http://schemas.openxmlformats.org/officeDocument/2006/relationships/image"/><Relationship Id="rId6" Target="../media/image35.png" Type="http://schemas.openxmlformats.org/officeDocument/2006/relationships/image"/><Relationship Id="rId7" Target="../media/image36.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6.png" Type="http://schemas.openxmlformats.org/officeDocument/2006/relationships/image"/><Relationship Id="rId3" Target="../media/image18.png" Type="http://schemas.openxmlformats.org/officeDocument/2006/relationships/image"/><Relationship Id="rId4" Target="../media/image37.png" Type="http://schemas.openxmlformats.org/officeDocument/2006/relationships/image"/><Relationship Id="rId5" Target="../media/image38.svg" Type="http://schemas.openxmlformats.org/officeDocument/2006/relationships/image"/><Relationship Id="rId6" Target="../media/image39.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6.png" Type="http://schemas.openxmlformats.org/officeDocument/2006/relationships/image"/><Relationship Id="rId3" Target="../media/image18.png" Type="http://schemas.openxmlformats.org/officeDocument/2006/relationships/image"/><Relationship Id="rId4" Target="../media/image40.jpeg" Type="http://schemas.openxmlformats.org/officeDocument/2006/relationships/image"/><Relationship Id="rId5" Target="../media/image41.jpeg" Type="http://schemas.openxmlformats.org/officeDocument/2006/relationships/image"/><Relationship Id="rId6" Target="../media/image42.jpe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3.png" Type="http://schemas.openxmlformats.org/officeDocument/2006/relationships/image"/><Relationship Id="rId3" Target="../media/image18.png" Type="http://schemas.openxmlformats.org/officeDocument/2006/relationships/image"/><Relationship Id="rId4" Target="../media/image44.png" Type="http://schemas.openxmlformats.org/officeDocument/2006/relationships/image"/><Relationship Id="rId5" Target="../media/image45.png" Type="http://schemas.openxmlformats.org/officeDocument/2006/relationships/image"/><Relationship Id="rId6" Target="../media/image16.png" Type="http://schemas.openxmlformats.org/officeDocument/2006/relationships/image"/><Relationship Id="rId7" Target="../media/image32.png" Type="http://schemas.openxmlformats.org/officeDocument/2006/relationships/image"/><Relationship Id="rId8" Target="../media/image46.png" Type="http://schemas.openxmlformats.org/officeDocument/2006/relationships/image"/><Relationship Id="rId9" Target="../media/image47.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6.png" Type="http://schemas.openxmlformats.org/officeDocument/2006/relationships/image"/><Relationship Id="rId3" Target="../media/image18.png" Type="http://schemas.openxmlformats.org/officeDocument/2006/relationships/image"/><Relationship Id="rId4" Target="../media/image48.jpeg" Type="http://schemas.openxmlformats.org/officeDocument/2006/relationships/image"/><Relationship Id="rId5" Target="../media/image49.jpeg" Type="http://schemas.openxmlformats.org/officeDocument/2006/relationships/image"/><Relationship Id="rId6" Target="../media/image50.jpeg" Type="http://schemas.openxmlformats.org/officeDocument/2006/relationships/image"/><Relationship Id="rId7" Target="../media/image26.png" Type="http://schemas.openxmlformats.org/officeDocument/2006/relationships/image"/><Relationship Id="rId8" Target="../media/image31.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8.png" Type="http://schemas.openxmlformats.org/officeDocument/2006/relationships/image"/><Relationship Id="rId3" Target="../media/image51.png" Type="http://schemas.openxmlformats.org/officeDocument/2006/relationships/image"/><Relationship Id="rId4" Target="../media/image52.svg" Type="http://schemas.openxmlformats.org/officeDocument/2006/relationships/image"/><Relationship Id="rId5" Target="../media/image16.png" Type="http://schemas.openxmlformats.org/officeDocument/2006/relationships/image"/><Relationship Id="rId6" Target="../media/image26.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3.jpeg" Type="http://schemas.openxmlformats.org/officeDocument/2006/relationships/image"/><Relationship Id="rId3" Target="https://about.soar.earth/blog-pages/history-of-satellites" TargetMode="External" Type="http://schemas.openxmlformats.org/officeDocument/2006/relationships/hyperlink"/><Relationship Id="rId4" Target="https://about.soar.earth/blog-pages/history-of-satellites" TargetMode="External" Type="http://schemas.openxmlformats.org/officeDocument/2006/relationships/hyperlink"/><Relationship Id="rId5" Target="../media/image16.png" Type="http://schemas.openxmlformats.org/officeDocument/2006/relationships/image"/><Relationship Id="rId6" Target="../media/image18.png" Type="http://schemas.openxmlformats.org/officeDocument/2006/relationships/image"/><Relationship Id="rId7" Target="../media/image54.pn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6.png" Type="http://schemas.openxmlformats.org/officeDocument/2006/relationships/image"/><Relationship Id="rId3" Target="../media/image55.png" Type="http://schemas.openxmlformats.org/officeDocument/2006/relationships/image"/><Relationship Id="rId4" Target="../media/image56.sv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6.png" Type="http://schemas.openxmlformats.org/officeDocument/2006/relationships/image"/><Relationship Id="rId3" Target="../media/image18.png" Type="http://schemas.openxmlformats.org/officeDocument/2006/relationships/image"/><Relationship Id="rId4" Target="https://www.riskaware.co.uk/insight/what-are-satellites-used-for-why-satellites-matter/" TargetMode="External" Type="http://schemas.openxmlformats.org/officeDocument/2006/relationships/hyperlink"/><Relationship Id="rId5" Target="https://www.riskaware.co.uk/insight/what-are-satellites-used-for-why-satellites-matter/" TargetMode="External" Type="http://schemas.openxmlformats.org/officeDocument/2006/relationships/hyperlink"/><Relationship Id="rId6" Target="../media/image32.png" Type="http://schemas.openxmlformats.org/officeDocument/2006/relationships/image"/><Relationship Id="rId7" Target="../media/image46.pn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65.png" Type="http://schemas.openxmlformats.org/officeDocument/2006/relationships/image"/><Relationship Id="rId11" Target="../media/image66.svg" Type="http://schemas.openxmlformats.org/officeDocument/2006/relationships/image"/><Relationship Id="rId12" Target="../media/image16.png" Type="http://schemas.openxmlformats.org/officeDocument/2006/relationships/image"/><Relationship Id="rId13" Target="../media/image18.png" Type="http://schemas.openxmlformats.org/officeDocument/2006/relationships/image"/><Relationship Id="rId14" Target="../media/image67.png" Type="http://schemas.openxmlformats.org/officeDocument/2006/relationships/image"/><Relationship Id="rId15" Target="../media/image68.svg" Type="http://schemas.openxmlformats.org/officeDocument/2006/relationships/image"/><Relationship Id="rId16" Target="../media/image32.png" Type="http://schemas.openxmlformats.org/officeDocument/2006/relationships/image"/><Relationship Id="rId17" Target="../media/image46.png" Type="http://schemas.openxmlformats.org/officeDocument/2006/relationships/image"/><Relationship Id="rId2" Target="../media/image57.png" Type="http://schemas.openxmlformats.org/officeDocument/2006/relationships/image"/><Relationship Id="rId3" Target="../media/image58.svg" Type="http://schemas.openxmlformats.org/officeDocument/2006/relationships/image"/><Relationship Id="rId4" Target="../media/image59.png" Type="http://schemas.openxmlformats.org/officeDocument/2006/relationships/image"/><Relationship Id="rId5" Target="../media/image60.svg" Type="http://schemas.openxmlformats.org/officeDocument/2006/relationships/image"/><Relationship Id="rId6" Target="../media/image61.png" Type="http://schemas.openxmlformats.org/officeDocument/2006/relationships/image"/><Relationship Id="rId7" Target="../media/image62.svg" Type="http://schemas.openxmlformats.org/officeDocument/2006/relationships/image"/><Relationship Id="rId8" Target="../media/image63.png" Type="http://schemas.openxmlformats.org/officeDocument/2006/relationships/image"/><Relationship Id="rId9" Target="../media/image64.sv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74.svg" Type="http://schemas.openxmlformats.org/officeDocument/2006/relationships/image"/><Relationship Id="rId11" Target="../media/image75.png" Type="http://schemas.openxmlformats.org/officeDocument/2006/relationships/image"/><Relationship Id="rId12" Target="../media/image76.svg" Type="http://schemas.openxmlformats.org/officeDocument/2006/relationships/image"/><Relationship Id="rId13" Target="../media/image77.png" Type="http://schemas.openxmlformats.org/officeDocument/2006/relationships/image"/><Relationship Id="rId14" Target="../media/image78.svg" Type="http://schemas.openxmlformats.org/officeDocument/2006/relationships/image"/><Relationship Id="rId15" Target="../media/image12.png" Type="http://schemas.openxmlformats.org/officeDocument/2006/relationships/image"/><Relationship Id="rId16" Target="../media/image13.svg" Type="http://schemas.openxmlformats.org/officeDocument/2006/relationships/image"/><Relationship Id="rId17" Target="../media/image37.png" Type="http://schemas.openxmlformats.org/officeDocument/2006/relationships/image"/><Relationship Id="rId18" Target="../media/image38.svg" Type="http://schemas.openxmlformats.org/officeDocument/2006/relationships/image"/><Relationship Id="rId19" Target="../media/image79.png" Type="http://schemas.openxmlformats.org/officeDocument/2006/relationships/image"/><Relationship Id="rId2" Target="../media/image16.png" Type="http://schemas.openxmlformats.org/officeDocument/2006/relationships/image"/><Relationship Id="rId20" Target="../media/image80.svg" Type="http://schemas.openxmlformats.org/officeDocument/2006/relationships/image"/><Relationship Id="rId21" Target="../media/image81.png" Type="http://schemas.openxmlformats.org/officeDocument/2006/relationships/image"/><Relationship Id="rId22" Target="../media/image82.svg" Type="http://schemas.openxmlformats.org/officeDocument/2006/relationships/image"/><Relationship Id="rId23" Target="../media/image83.png" Type="http://schemas.openxmlformats.org/officeDocument/2006/relationships/image"/><Relationship Id="rId24" Target="../media/image84.svg" Type="http://schemas.openxmlformats.org/officeDocument/2006/relationships/image"/><Relationship Id="rId25" Target="../media/image14.png" Type="http://schemas.openxmlformats.org/officeDocument/2006/relationships/image"/><Relationship Id="rId26" Target="../media/image15.svg" Type="http://schemas.openxmlformats.org/officeDocument/2006/relationships/image"/><Relationship Id="rId27" Target="../media/image67.png" Type="http://schemas.openxmlformats.org/officeDocument/2006/relationships/image"/><Relationship Id="rId28" Target="../media/image68.svg" Type="http://schemas.openxmlformats.org/officeDocument/2006/relationships/image"/><Relationship Id="rId29" Target="../media/image51.png" Type="http://schemas.openxmlformats.org/officeDocument/2006/relationships/image"/><Relationship Id="rId3" Target="../media/image69.png" Type="http://schemas.openxmlformats.org/officeDocument/2006/relationships/image"/><Relationship Id="rId30" Target="../media/image52.svg" Type="http://schemas.openxmlformats.org/officeDocument/2006/relationships/image"/><Relationship Id="rId31" Target="../media/image33.png" Type="http://schemas.openxmlformats.org/officeDocument/2006/relationships/image"/><Relationship Id="rId32" Target="../media/image34.svg" Type="http://schemas.openxmlformats.org/officeDocument/2006/relationships/image"/><Relationship Id="rId33" Target="../media/image23.png" Type="http://schemas.openxmlformats.org/officeDocument/2006/relationships/image"/><Relationship Id="rId4" Target="../media/image70.svg" Type="http://schemas.openxmlformats.org/officeDocument/2006/relationships/image"/><Relationship Id="rId5" Target="../media/image24.png" Type="http://schemas.openxmlformats.org/officeDocument/2006/relationships/image"/><Relationship Id="rId6" Target="../media/image25.svg" Type="http://schemas.openxmlformats.org/officeDocument/2006/relationships/image"/><Relationship Id="rId7" Target="../media/image71.png" Type="http://schemas.openxmlformats.org/officeDocument/2006/relationships/image"/><Relationship Id="rId8" Target="../media/image72.svg" Type="http://schemas.openxmlformats.org/officeDocument/2006/relationships/image"/><Relationship Id="rId9" Target="../media/image73.pn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5.png" Type="http://schemas.openxmlformats.org/officeDocument/2006/relationships/image"/><Relationship Id="rId3" Target="../media/image86.svg" Type="http://schemas.openxmlformats.org/officeDocument/2006/relationships/image"/><Relationship Id="rId4" Target="../media/image16.png" Type="http://schemas.openxmlformats.org/officeDocument/2006/relationships/image"/><Relationship Id="rId5" Target="../media/image18.pn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0F1A38"/>
        </a:solidFill>
      </p:bgPr>
    </p:bg>
    <p:spTree>
      <p:nvGrpSpPr>
        <p:cNvPr id="1" name=""/>
        <p:cNvGrpSpPr/>
        <p:nvPr/>
      </p:nvGrpSpPr>
      <p:grpSpPr>
        <a:xfrm>
          <a:off x="0" y="0"/>
          <a:ext cx="0" cy="0"/>
          <a:chOff x="0" y="0"/>
          <a:chExt cx="0" cy="0"/>
        </a:xfrm>
      </p:grpSpPr>
      <p:grpSp>
        <p:nvGrpSpPr>
          <p:cNvPr name="Group 2" id="2"/>
          <p:cNvGrpSpPr/>
          <p:nvPr/>
        </p:nvGrpSpPr>
        <p:grpSpPr>
          <a:xfrm rot="0">
            <a:off x="0" y="0"/>
            <a:ext cx="18288000" cy="10287000"/>
            <a:chOff x="0" y="0"/>
            <a:chExt cx="24384000" cy="13716000"/>
          </a:xfrm>
        </p:grpSpPr>
        <p:sp>
          <p:nvSpPr>
            <p:cNvPr name="Freeform 3" id="3"/>
            <p:cNvSpPr/>
            <p:nvPr/>
          </p:nvSpPr>
          <p:spPr>
            <a:xfrm flipH="false" flipV="false" rot="0">
              <a:off x="0" y="0"/>
              <a:ext cx="24384000" cy="13716000"/>
            </a:xfrm>
            <a:custGeom>
              <a:avLst/>
              <a:gdLst/>
              <a:ahLst/>
              <a:cxnLst/>
              <a:rect r="r" b="b" t="t" l="l"/>
              <a:pathLst>
                <a:path h="13716000" w="24384000">
                  <a:moveTo>
                    <a:pt x="0" y="0"/>
                  </a:moveTo>
                  <a:lnTo>
                    <a:pt x="24384000" y="0"/>
                  </a:lnTo>
                  <a:lnTo>
                    <a:pt x="24384000" y="13716000"/>
                  </a:lnTo>
                  <a:lnTo>
                    <a:pt x="0" y="13716000"/>
                  </a:lnTo>
                  <a:lnTo>
                    <a:pt x="0" y="0"/>
                  </a:lnTo>
                  <a:close/>
                </a:path>
              </a:pathLst>
            </a:custGeom>
            <a:blipFill>
              <a:blip r:embed="rId2"/>
              <a:stretch>
                <a:fillRect l="0" t="0" r="0" b="0"/>
              </a:stretch>
            </a:blipFill>
          </p:spPr>
        </p:sp>
        <p:grpSp>
          <p:nvGrpSpPr>
            <p:cNvPr name="Group 4" id="4"/>
            <p:cNvGrpSpPr/>
            <p:nvPr/>
          </p:nvGrpSpPr>
          <p:grpSpPr>
            <a:xfrm rot="0">
              <a:off x="18288001" y="2360760"/>
              <a:ext cx="1778000" cy="2226235"/>
              <a:chOff x="0" y="0"/>
              <a:chExt cx="351210" cy="439750"/>
            </a:xfrm>
          </p:grpSpPr>
          <p:sp>
            <p:nvSpPr>
              <p:cNvPr name="Freeform 5" id="5"/>
              <p:cNvSpPr/>
              <p:nvPr/>
            </p:nvSpPr>
            <p:spPr>
              <a:xfrm flipH="false" flipV="false" rot="0">
                <a:off x="0" y="0"/>
                <a:ext cx="351210" cy="439750"/>
              </a:xfrm>
              <a:custGeom>
                <a:avLst/>
                <a:gdLst/>
                <a:ahLst/>
                <a:cxnLst/>
                <a:rect r="r" b="b" t="t" l="l"/>
                <a:pathLst>
                  <a:path h="439750" w="351210">
                    <a:moveTo>
                      <a:pt x="0" y="0"/>
                    </a:moveTo>
                    <a:lnTo>
                      <a:pt x="351210" y="0"/>
                    </a:lnTo>
                    <a:lnTo>
                      <a:pt x="351210" y="439750"/>
                    </a:lnTo>
                    <a:lnTo>
                      <a:pt x="0" y="439750"/>
                    </a:lnTo>
                    <a:close/>
                  </a:path>
                </a:pathLst>
              </a:custGeom>
              <a:solidFill>
                <a:srgbClr val="000000"/>
              </a:solidFill>
            </p:spPr>
          </p:sp>
          <p:sp>
            <p:nvSpPr>
              <p:cNvPr name="TextBox 6" id="6"/>
              <p:cNvSpPr txBox="true"/>
              <p:nvPr/>
            </p:nvSpPr>
            <p:spPr>
              <a:xfrm>
                <a:off x="0" y="-47625"/>
                <a:ext cx="351210" cy="487375"/>
              </a:xfrm>
              <a:prstGeom prst="rect">
                <a:avLst/>
              </a:prstGeom>
            </p:spPr>
            <p:txBody>
              <a:bodyPr anchor="ctr" rtlCol="false" tIns="50800" lIns="50800" bIns="50800" rIns="50800"/>
              <a:lstStyle/>
              <a:p>
                <a:pPr algn="ctr">
                  <a:lnSpc>
                    <a:spcPts val="3359"/>
                  </a:lnSpc>
                </a:pPr>
              </a:p>
            </p:txBody>
          </p:sp>
        </p:grpSp>
      </p:grpSp>
      <p:sp>
        <p:nvSpPr>
          <p:cNvPr name="TextBox 7" id="7"/>
          <p:cNvSpPr txBox="true"/>
          <p:nvPr/>
        </p:nvSpPr>
        <p:spPr>
          <a:xfrm rot="0">
            <a:off x="4486365" y="593719"/>
            <a:ext cx="9315270" cy="5495925"/>
          </a:xfrm>
          <a:prstGeom prst="rect">
            <a:avLst/>
          </a:prstGeom>
        </p:spPr>
        <p:txBody>
          <a:bodyPr anchor="t" rtlCol="false" tIns="0" lIns="0" bIns="0" rIns="0">
            <a:spAutoFit/>
          </a:bodyPr>
          <a:lstStyle/>
          <a:p>
            <a:pPr algn="ctr">
              <a:lnSpc>
                <a:spcPts val="10800"/>
              </a:lnSpc>
            </a:pPr>
            <a:r>
              <a:rPr lang="en-US" sz="9000" b="true">
                <a:solidFill>
                  <a:srgbClr val="FFFFFF"/>
                </a:solidFill>
                <a:latin typeface="Century Gothic Paneuropean Heavy"/>
                <a:ea typeface="Century Gothic Paneuropean Heavy"/>
                <a:cs typeface="Century Gothic Paneuropean Heavy"/>
                <a:sym typeface="Century Gothic Paneuropean Heavy"/>
              </a:rPr>
              <a:t>From Launch </a:t>
            </a:r>
          </a:p>
          <a:p>
            <a:pPr algn="ctr">
              <a:lnSpc>
                <a:spcPts val="10800"/>
              </a:lnSpc>
            </a:pPr>
            <a:r>
              <a:rPr lang="en-US" sz="9000" b="true">
                <a:solidFill>
                  <a:srgbClr val="FFFFFF"/>
                </a:solidFill>
                <a:latin typeface="Century Gothic Paneuropean Heavy"/>
                <a:ea typeface="Century Gothic Paneuropean Heavy"/>
                <a:cs typeface="Century Gothic Paneuropean Heavy"/>
                <a:sym typeface="Century Gothic Paneuropean Heavy"/>
              </a:rPr>
              <a:t>to Litter:</a:t>
            </a:r>
          </a:p>
          <a:p>
            <a:pPr algn="ctr">
              <a:lnSpc>
                <a:spcPts val="10800"/>
              </a:lnSpc>
            </a:pPr>
            <a:r>
              <a:rPr lang="en-US" b="true" sz="9000">
                <a:solidFill>
                  <a:srgbClr val="FFBD00"/>
                </a:solidFill>
                <a:latin typeface="Century Gothic Paneuropean Heavy"/>
                <a:ea typeface="Century Gothic Paneuropean Heavy"/>
                <a:cs typeface="Century Gothic Paneuropean Heavy"/>
                <a:sym typeface="Century Gothic Paneuropean Heavy"/>
              </a:rPr>
              <a:t>Orbital Overload </a:t>
            </a:r>
          </a:p>
        </p:txBody>
      </p:sp>
      <p:sp>
        <p:nvSpPr>
          <p:cNvPr name="Freeform 8" id="8"/>
          <p:cNvSpPr/>
          <p:nvPr/>
        </p:nvSpPr>
        <p:spPr>
          <a:xfrm flipH="false" flipV="false" rot="0">
            <a:off x="8752064" y="4398739"/>
            <a:ext cx="10918450" cy="4613045"/>
          </a:xfrm>
          <a:custGeom>
            <a:avLst/>
            <a:gdLst/>
            <a:ahLst/>
            <a:cxnLst/>
            <a:rect r="r" b="b" t="t" l="l"/>
            <a:pathLst>
              <a:path h="4613045" w="10918450">
                <a:moveTo>
                  <a:pt x="0" y="0"/>
                </a:moveTo>
                <a:lnTo>
                  <a:pt x="10918450" y="0"/>
                </a:lnTo>
                <a:lnTo>
                  <a:pt x="10918450" y="4613045"/>
                </a:lnTo>
                <a:lnTo>
                  <a:pt x="0" y="4613045"/>
                </a:lnTo>
                <a:lnTo>
                  <a:pt x="0" y="0"/>
                </a:lnTo>
                <a:close/>
              </a:path>
            </a:pathLst>
          </a:custGeom>
          <a:blipFill>
            <a:blip r:embed="rId3"/>
            <a:stretch>
              <a:fillRect l="0" t="0" r="0" b="0"/>
            </a:stretch>
          </a:blipFill>
        </p:spPr>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0F1A38"/>
        </a:solidFill>
      </p:bgPr>
    </p:bg>
    <p:spTree>
      <p:nvGrpSpPr>
        <p:cNvPr id="1" name=""/>
        <p:cNvGrpSpPr/>
        <p:nvPr/>
      </p:nvGrpSpPr>
      <p:grpSpPr>
        <a:xfrm>
          <a:off x="0" y="0"/>
          <a:ext cx="0" cy="0"/>
          <a:chOff x="0" y="0"/>
          <a:chExt cx="0" cy="0"/>
        </a:xfrm>
      </p:grpSpPr>
      <p:sp>
        <p:nvSpPr>
          <p:cNvPr name="TextBox 2" id="2"/>
          <p:cNvSpPr txBox="true"/>
          <p:nvPr/>
        </p:nvSpPr>
        <p:spPr>
          <a:xfrm rot="0">
            <a:off x="890224" y="1028700"/>
            <a:ext cx="16507551" cy="1333500"/>
          </a:xfrm>
          <a:prstGeom prst="rect">
            <a:avLst/>
          </a:prstGeom>
        </p:spPr>
        <p:txBody>
          <a:bodyPr anchor="t" rtlCol="false" tIns="0" lIns="0" bIns="0" rIns="0">
            <a:spAutoFit/>
          </a:bodyPr>
          <a:lstStyle/>
          <a:p>
            <a:pPr algn="ctr" marL="0" indent="0" lvl="0">
              <a:lnSpc>
                <a:spcPts val="10560"/>
              </a:lnSpc>
              <a:spcBef>
                <a:spcPct val="0"/>
              </a:spcBef>
            </a:pPr>
            <a:r>
              <a:rPr lang="en-US" b="true" sz="8800" spc="-369">
                <a:solidFill>
                  <a:srgbClr val="FFFFFF"/>
                </a:solidFill>
                <a:latin typeface="Century Gothic Paneuropean Heavy"/>
                <a:ea typeface="Century Gothic Paneuropean Heavy"/>
                <a:cs typeface="Century Gothic Paneuropean Heavy"/>
                <a:sym typeface="Century Gothic Paneuropean Heavy"/>
              </a:rPr>
              <a:t>Table Of </a:t>
            </a:r>
            <a:r>
              <a:rPr lang="en-US" b="true" sz="8800" spc="-369">
                <a:solidFill>
                  <a:srgbClr val="FFBD00"/>
                </a:solidFill>
                <a:latin typeface="Century Gothic Paneuropean Heavy"/>
                <a:ea typeface="Century Gothic Paneuropean Heavy"/>
                <a:cs typeface="Century Gothic Paneuropean Heavy"/>
                <a:sym typeface="Century Gothic Paneuropean Heavy"/>
              </a:rPr>
              <a:t>Contents</a:t>
            </a:r>
          </a:p>
        </p:txBody>
      </p:sp>
      <p:sp>
        <p:nvSpPr>
          <p:cNvPr name="TextBox 3" id="3"/>
          <p:cNvSpPr txBox="true"/>
          <p:nvPr/>
        </p:nvSpPr>
        <p:spPr>
          <a:xfrm rot="0">
            <a:off x="7972014" y="7396624"/>
            <a:ext cx="3306074" cy="824733"/>
          </a:xfrm>
          <a:prstGeom prst="rect">
            <a:avLst/>
          </a:prstGeom>
        </p:spPr>
        <p:txBody>
          <a:bodyPr anchor="t" rtlCol="false" tIns="0" lIns="0" bIns="0" rIns="0">
            <a:spAutoFit/>
          </a:bodyPr>
          <a:lstStyle/>
          <a:p>
            <a:pPr algn="ctr" marL="0" indent="0" lvl="0">
              <a:lnSpc>
                <a:spcPts val="3359"/>
              </a:lnSpc>
              <a:spcBef>
                <a:spcPct val="0"/>
              </a:spcBef>
            </a:pPr>
            <a:r>
              <a:rPr lang="en-US" sz="2400">
                <a:solidFill>
                  <a:srgbClr val="FFFFFF"/>
                </a:solidFill>
                <a:latin typeface="Open Sauce"/>
                <a:ea typeface="Open Sauce"/>
                <a:cs typeface="Open Sauce"/>
                <a:sym typeface="Open Sauce"/>
              </a:rPr>
              <a:t>Elaborate on what you want to discuss.</a:t>
            </a:r>
            <a:r>
              <a:rPr lang="en-US" sz="2400">
                <a:solidFill>
                  <a:srgbClr val="FFFFFF"/>
                </a:solidFill>
                <a:latin typeface="Open Sauce"/>
                <a:ea typeface="Open Sauce"/>
                <a:cs typeface="Open Sauce"/>
                <a:sym typeface="Open Sauce"/>
              </a:rPr>
              <a:t> </a:t>
            </a:r>
          </a:p>
        </p:txBody>
      </p:sp>
      <p:sp>
        <p:nvSpPr>
          <p:cNvPr name="TextBox 4" id="4"/>
          <p:cNvSpPr txBox="true"/>
          <p:nvPr/>
        </p:nvSpPr>
        <p:spPr>
          <a:xfrm rot="0">
            <a:off x="7972014" y="6609868"/>
            <a:ext cx="3306074" cy="481853"/>
          </a:xfrm>
          <a:prstGeom prst="rect">
            <a:avLst/>
          </a:prstGeom>
        </p:spPr>
        <p:txBody>
          <a:bodyPr anchor="t" rtlCol="false" tIns="0" lIns="0" bIns="0" rIns="0">
            <a:spAutoFit/>
          </a:bodyPr>
          <a:lstStyle/>
          <a:p>
            <a:pPr algn="ctr" marL="0" indent="0" lvl="0">
              <a:lnSpc>
                <a:spcPts val="3840"/>
              </a:lnSpc>
              <a:spcBef>
                <a:spcPct val="0"/>
              </a:spcBef>
            </a:pPr>
            <a:r>
              <a:rPr lang="en-US" b="true" sz="3200">
                <a:solidFill>
                  <a:srgbClr val="FFBD00"/>
                </a:solidFill>
                <a:latin typeface="Open Sauce Semi-Bold"/>
                <a:ea typeface="Open Sauce Semi-Bold"/>
                <a:cs typeface="Open Sauce Semi-Bold"/>
                <a:sym typeface="Open Sauce Semi-Bold"/>
              </a:rPr>
              <a:t>Technologies</a:t>
            </a:r>
          </a:p>
        </p:txBody>
      </p:sp>
      <p:sp>
        <p:nvSpPr>
          <p:cNvPr name="Freeform 5" id="5"/>
          <p:cNvSpPr/>
          <p:nvPr/>
        </p:nvSpPr>
        <p:spPr>
          <a:xfrm flipH="false" flipV="false" rot="0">
            <a:off x="8336387" y="3328653"/>
            <a:ext cx="2322193" cy="2711690"/>
          </a:xfrm>
          <a:custGeom>
            <a:avLst/>
            <a:gdLst/>
            <a:ahLst/>
            <a:cxnLst/>
            <a:rect r="r" b="b" t="t" l="l"/>
            <a:pathLst>
              <a:path h="2711690" w="2322193">
                <a:moveTo>
                  <a:pt x="0" y="0"/>
                </a:moveTo>
                <a:lnTo>
                  <a:pt x="2322193" y="0"/>
                </a:lnTo>
                <a:lnTo>
                  <a:pt x="2322193" y="2711690"/>
                </a:lnTo>
                <a:lnTo>
                  <a:pt x="0" y="271169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6" id="6"/>
          <p:cNvSpPr txBox="true"/>
          <p:nvPr/>
        </p:nvSpPr>
        <p:spPr>
          <a:xfrm rot="0">
            <a:off x="12313754" y="6605962"/>
            <a:ext cx="3794478" cy="481853"/>
          </a:xfrm>
          <a:prstGeom prst="rect">
            <a:avLst/>
          </a:prstGeom>
        </p:spPr>
        <p:txBody>
          <a:bodyPr anchor="t" rtlCol="false" tIns="0" lIns="0" bIns="0" rIns="0">
            <a:spAutoFit/>
          </a:bodyPr>
          <a:lstStyle/>
          <a:p>
            <a:pPr algn="ctr" marL="0" indent="0" lvl="0">
              <a:lnSpc>
                <a:spcPts val="3840"/>
              </a:lnSpc>
              <a:spcBef>
                <a:spcPct val="0"/>
              </a:spcBef>
            </a:pPr>
            <a:r>
              <a:rPr lang="en-US" b="true" sz="3200">
                <a:solidFill>
                  <a:srgbClr val="FFBD00"/>
                </a:solidFill>
                <a:latin typeface="Open Sauce Semi-Bold"/>
                <a:ea typeface="Open Sauce Semi-Bold"/>
                <a:cs typeface="Open Sauce Semi-Bold"/>
                <a:sym typeface="Open Sauce Semi-Bold"/>
              </a:rPr>
              <a:t>Prospects</a:t>
            </a:r>
          </a:p>
        </p:txBody>
      </p:sp>
      <p:sp>
        <p:nvSpPr>
          <p:cNvPr name="TextBox 7" id="7"/>
          <p:cNvSpPr txBox="true"/>
          <p:nvPr/>
        </p:nvSpPr>
        <p:spPr>
          <a:xfrm rot="0">
            <a:off x="12557956" y="7396624"/>
            <a:ext cx="3306074" cy="824733"/>
          </a:xfrm>
          <a:prstGeom prst="rect">
            <a:avLst/>
          </a:prstGeom>
        </p:spPr>
        <p:txBody>
          <a:bodyPr anchor="t" rtlCol="false" tIns="0" lIns="0" bIns="0" rIns="0">
            <a:spAutoFit/>
          </a:bodyPr>
          <a:lstStyle/>
          <a:p>
            <a:pPr algn="ctr" marL="0" indent="0" lvl="0">
              <a:lnSpc>
                <a:spcPts val="3359"/>
              </a:lnSpc>
              <a:spcBef>
                <a:spcPct val="0"/>
              </a:spcBef>
            </a:pPr>
            <a:r>
              <a:rPr lang="en-US" sz="2400">
                <a:solidFill>
                  <a:srgbClr val="FFFFFF"/>
                </a:solidFill>
                <a:latin typeface="Open Sauce"/>
                <a:ea typeface="Open Sauce"/>
                <a:cs typeface="Open Sauce"/>
                <a:sym typeface="Open Sauce"/>
              </a:rPr>
              <a:t>Elaborate on what you want to discuss.</a:t>
            </a:r>
            <a:r>
              <a:rPr lang="en-US" sz="2400">
                <a:solidFill>
                  <a:srgbClr val="FFFFFF"/>
                </a:solidFill>
                <a:latin typeface="Open Sauce"/>
                <a:ea typeface="Open Sauce"/>
                <a:cs typeface="Open Sauce"/>
                <a:sym typeface="Open Sauce"/>
              </a:rPr>
              <a:t> </a:t>
            </a:r>
          </a:p>
        </p:txBody>
      </p:sp>
      <p:sp>
        <p:nvSpPr>
          <p:cNvPr name="Freeform 8" id="8"/>
          <p:cNvSpPr/>
          <p:nvPr/>
        </p:nvSpPr>
        <p:spPr>
          <a:xfrm flipH="false" flipV="false" rot="0">
            <a:off x="12557956" y="3328653"/>
            <a:ext cx="2761907" cy="2711690"/>
          </a:xfrm>
          <a:custGeom>
            <a:avLst/>
            <a:gdLst/>
            <a:ahLst/>
            <a:cxnLst/>
            <a:rect r="r" b="b" t="t" l="l"/>
            <a:pathLst>
              <a:path h="2711690" w="2761907">
                <a:moveTo>
                  <a:pt x="0" y="0"/>
                </a:moveTo>
                <a:lnTo>
                  <a:pt x="2761906" y="0"/>
                </a:lnTo>
                <a:lnTo>
                  <a:pt x="2761906" y="2711690"/>
                </a:lnTo>
                <a:lnTo>
                  <a:pt x="0" y="271169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9" id="9"/>
          <p:cNvGrpSpPr/>
          <p:nvPr/>
        </p:nvGrpSpPr>
        <p:grpSpPr>
          <a:xfrm rot="0">
            <a:off x="2902684" y="3444089"/>
            <a:ext cx="3306074" cy="4777267"/>
            <a:chOff x="0" y="0"/>
            <a:chExt cx="4408098" cy="6369690"/>
          </a:xfrm>
        </p:grpSpPr>
        <p:sp>
          <p:nvSpPr>
            <p:cNvPr name="Freeform 10" id="10"/>
            <p:cNvSpPr/>
            <p:nvPr/>
          </p:nvSpPr>
          <p:spPr>
            <a:xfrm flipH="false" flipV="false" rot="0">
              <a:off x="0" y="0"/>
              <a:ext cx="3891027" cy="3891027"/>
            </a:xfrm>
            <a:custGeom>
              <a:avLst/>
              <a:gdLst/>
              <a:ahLst/>
              <a:cxnLst/>
              <a:rect r="r" b="b" t="t" l="l"/>
              <a:pathLst>
                <a:path h="3891027" w="3891027">
                  <a:moveTo>
                    <a:pt x="0" y="0"/>
                  </a:moveTo>
                  <a:lnTo>
                    <a:pt x="3891027" y="0"/>
                  </a:lnTo>
                  <a:lnTo>
                    <a:pt x="3891027" y="3891027"/>
                  </a:lnTo>
                  <a:lnTo>
                    <a:pt x="0" y="389102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TextBox 11" id="11"/>
            <p:cNvSpPr txBox="true"/>
            <p:nvPr/>
          </p:nvSpPr>
          <p:spPr>
            <a:xfrm rot="0">
              <a:off x="0" y="4215831"/>
              <a:ext cx="4408098" cy="642471"/>
            </a:xfrm>
            <a:prstGeom prst="rect">
              <a:avLst/>
            </a:prstGeom>
          </p:spPr>
          <p:txBody>
            <a:bodyPr anchor="t" rtlCol="false" tIns="0" lIns="0" bIns="0" rIns="0">
              <a:spAutoFit/>
            </a:bodyPr>
            <a:lstStyle/>
            <a:p>
              <a:pPr algn="ctr" marL="0" indent="0" lvl="0">
                <a:lnSpc>
                  <a:spcPts val="3840"/>
                </a:lnSpc>
                <a:spcBef>
                  <a:spcPct val="0"/>
                </a:spcBef>
              </a:pPr>
              <a:r>
                <a:rPr lang="en-US" b="true" sz="3200">
                  <a:solidFill>
                    <a:srgbClr val="FFBD00"/>
                  </a:solidFill>
                  <a:latin typeface="Open Sauce Semi-Bold"/>
                  <a:ea typeface="Open Sauce Semi-Bold"/>
                  <a:cs typeface="Open Sauce Semi-Bold"/>
                  <a:sym typeface="Open Sauce Semi-Bold"/>
                </a:rPr>
                <a:t>Introduction</a:t>
              </a:r>
            </a:p>
          </p:txBody>
        </p:sp>
        <p:sp>
          <p:nvSpPr>
            <p:cNvPr name="TextBox 12" id="12"/>
            <p:cNvSpPr txBox="true"/>
            <p:nvPr/>
          </p:nvSpPr>
          <p:spPr>
            <a:xfrm rot="0">
              <a:off x="0" y="5285921"/>
              <a:ext cx="4408098" cy="1083769"/>
            </a:xfrm>
            <a:prstGeom prst="rect">
              <a:avLst/>
            </a:prstGeom>
          </p:spPr>
          <p:txBody>
            <a:bodyPr anchor="t" rtlCol="false" tIns="0" lIns="0" bIns="0" rIns="0">
              <a:spAutoFit/>
            </a:bodyPr>
            <a:lstStyle/>
            <a:p>
              <a:pPr algn="ctr" marL="0" indent="0" lvl="0">
                <a:lnSpc>
                  <a:spcPts val="3359"/>
                </a:lnSpc>
                <a:spcBef>
                  <a:spcPct val="0"/>
                </a:spcBef>
              </a:pPr>
              <a:r>
                <a:rPr lang="en-US" sz="2400">
                  <a:solidFill>
                    <a:srgbClr val="FFFFFF"/>
                  </a:solidFill>
                  <a:latin typeface="Open Sauce"/>
                  <a:ea typeface="Open Sauce"/>
                  <a:cs typeface="Open Sauce"/>
                  <a:sym typeface="Open Sauce"/>
                </a:rPr>
                <a:t>Elaborate on what you want to discuss.</a:t>
              </a:r>
              <a:r>
                <a:rPr lang="en-US" sz="2400">
                  <a:solidFill>
                    <a:srgbClr val="FFFFFF"/>
                  </a:solidFill>
                  <a:latin typeface="Open Sauce"/>
                  <a:ea typeface="Open Sauce"/>
                  <a:cs typeface="Open Sauce"/>
                  <a:sym typeface="Open Sauce"/>
                </a:rPr>
                <a:t> </a:t>
              </a:r>
            </a:p>
          </p:txBody>
        </p:sp>
      </p:gr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0F1A38"/>
        </a:solidFill>
      </p:bgPr>
    </p:bg>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1361281" y="4278696"/>
            <a:ext cx="4648219" cy="1382733"/>
          </a:xfrm>
          <a:prstGeom prst="rect">
            <a:avLst/>
          </a:prstGeom>
        </p:spPr>
      </p:pic>
      <p:sp>
        <p:nvSpPr>
          <p:cNvPr name="TextBox 3" id="3"/>
          <p:cNvSpPr txBox="true"/>
          <p:nvPr/>
        </p:nvSpPr>
        <p:spPr>
          <a:xfrm rot="0">
            <a:off x="1580727" y="5539567"/>
            <a:ext cx="3538878" cy="824733"/>
          </a:xfrm>
          <a:prstGeom prst="rect">
            <a:avLst/>
          </a:prstGeom>
        </p:spPr>
        <p:txBody>
          <a:bodyPr anchor="t" rtlCol="false" tIns="0" lIns="0" bIns="0" rIns="0">
            <a:spAutoFit/>
          </a:bodyPr>
          <a:lstStyle/>
          <a:p>
            <a:pPr algn="ctr" marL="0" indent="0" lvl="0">
              <a:lnSpc>
                <a:spcPts val="3359"/>
              </a:lnSpc>
              <a:spcBef>
                <a:spcPct val="0"/>
              </a:spcBef>
            </a:pPr>
            <a:r>
              <a:rPr lang="en-US" sz="2400">
                <a:solidFill>
                  <a:srgbClr val="FFFFFF"/>
                </a:solidFill>
                <a:latin typeface="Open Sauce"/>
                <a:ea typeface="Open Sauce"/>
                <a:cs typeface="Open Sauce"/>
                <a:sym typeface="Open Sauce"/>
              </a:rPr>
              <a:t>Elaborate on the featured statistic.</a:t>
            </a:r>
          </a:p>
        </p:txBody>
      </p:sp>
      <p:sp>
        <p:nvSpPr>
          <p:cNvPr name="TextBox 4" id="4"/>
          <p:cNvSpPr txBox="true"/>
          <p:nvPr/>
        </p:nvSpPr>
        <p:spPr>
          <a:xfrm rot="0">
            <a:off x="12580127" y="5539567"/>
            <a:ext cx="3538878" cy="824733"/>
          </a:xfrm>
          <a:prstGeom prst="rect">
            <a:avLst/>
          </a:prstGeom>
        </p:spPr>
        <p:txBody>
          <a:bodyPr anchor="t" rtlCol="false" tIns="0" lIns="0" bIns="0" rIns="0">
            <a:spAutoFit/>
          </a:bodyPr>
          <a:lstStyle/>
          <a:p>
            <a:pPr algn="ctr" marL="0" indent="0" lvl="0">
              <a:lnSpc>
                <a:spcPts val="3359"/>
              </a:lnSpc>
              <a:spcBef>
                <a:spcPct val="0"/>
              </a:spcBef>
            </a:pPr>
            <a:r>
              <a:rPr lang="en-US" sz="2400">
                <a:solidFill>
                  <a:srgbClr val="FFFFFF"/>
                </a:solidFill>
                <a:latin typeface="Open Sauce"/>
                <a:ea typeface="Open Sauce"/>
                <a:cs typeface="Open Sauce"/>
                <a:sym typeface="Open Sauce"/>
              </a:rPr>
              <a:t>Elaborate on the featured statistic.</a:t>
            </a:r>
          </a:p>
        </p:txBody>
      </p:sp>
      <p:sp>
        <p:nvSpPr>
          <p:cNvPr name="TextBox 5" id="5"/>
          <p:cNvSpPr txBox="true"/>
          <p:nvPr/>
        </p:nvSpPr>
        <p:spPr>
          <a:xfrm rot="0">
            <a:off x="7079099" y="5548399"/>
            <a:ext cx="3538878" cy="815900"/>
          </a:xfrm>
          <a:prstGeom prst="rect">
            <a:avLst/>
          </a:prstGeom>
        </p:spPr>
        <p:txBody>
          <a:bodyPr anchor="t" rtlCol="false" tIns="0" lIns="0" bIns="0" rIns="0">
            <a:spAutoFit/>
          </a:bodyPr>
          <a:lstStyle/>
          <a:p>
            <a:pPr algn="ctr" marL="0" indent="0" lvl="0">
              <a:lnSpc>
                <a:spcPts val="3359"/>
              </a:lnSpc>
              <a:spcBef>
                <a:spcPct val="0"/>
              </a:spcBef>
            </a:pPr>
            <a:r>
              <a:rPr lang="en-US" sz="2400">
                <a:solidFill>
                  <a:srgbClr val="FFFFFF"/>
                </a:solidFill>
                <a:latin typeface="Open Sauce"/>
                <a:ea typeface="Open Sauce"/>
                <a:cs typeface="Open Sauce"/>
                <a:sym typeface="Open Sauce"/>
              </a:rPr>
              <a:t>Elaborate on the featured statistic.</a:t>
            </a:r>
          </a:p>
        </p:txBody>
      </p:sp>
      <p:pic>
        <p:nvPicPr>
          <p:cNvPr name="Picture 6" id="6"/>
          <p:cNvPicPr>
            <a:picLocks noChangeAspect="true"/>
          </p:cNvPicPr>
          <p:nvPr/>
        </p:nvPicPr>
        <p:blipFill>
          <a:blip r:embed="rId3"/>
          <a:stretch>
            <a:fillRect/>
          </a:stretch>
        </p:blipFill>
        <p:spPr>
          <a:xfrm rot="0">
            <a:off x="6903699" y="4278441"/>
            <a:ext cx="4651283" cy="1383244"/>
          </a:xfrm>
          <a:prstGeom prst="rect">
            <a:avLst/>
          </a:prstGeom>
        </p:spPr>
      </p:pic>
      <p:pic>
        <p:nvPicPr>
          <p:cNvPr name="Picture 7" id="7"/>
          <p:cNvPicPr>
            <a:picLocks noChangeAspect="true"/>
          </p:cNvPicPr>
          <p:nvPr/>
        </p:nvPicPr>
        <p:blipFill>
          <a:blip r:embed="rId4"/>
          <a:stretch>
            <a:fillRect/>
          </a:stretch>
        </p:blipFill>
        <p:spPr>
          <a:xfrm rot="0">
            <a:off x="12446943" y="4278748"/>
            <a:ext cx="4647600" cy="1382630"/>
          </a:xfrm>
          <a:prstGeom prst="rect">
            <a:avLst/>
          </a:prstGeom>
        </p:spPr>
      </p:pic>
      <p:sp>
        <p:nvSpPr>
          <p:cNvPr name="TextBox 8" id="8"/>
          <p:cNvSpPr txBox="true"/>
          <p:nvPr/>
        </p:nvSpPr>
        <p:spPr>
          <a:xfrm rot="0">
            <a:off x="2171684" y="1019175"/>
            <a:ext cx="13944632" cy="1228725"/>
          </a:xfrm>
          <a:prstGeom prst="rect">
            <a:avLst/>
          </a:prstGeom>
        </p:spPr>
        <p:txBody>
          <a:bodyPr anchor="t" rtlCol="false" tIns="0" lIns="0" bIns="0" rIns="0">
            <a:spAutoFit/>
          </a:bodyPr>
          <a:lstStyle/>
          <a:p>
            <a:pPr algn="ctr">
              <a:lnSpc>
                <a:spcPts val="9600"/>
              </a:lnSpc>
            </a:pPr>
            <a:r>
              <a:rPr lang="en-US" b="true" sz="8000">
                <a:solidFill>
                  <a:srgbClr val="FFFFFF"/>
                </a:solidFill>
                <a:latin typeface="Century Gothic Paneuropean Heavy"/>
                <a:ea typeface="Century Gothic Paneuropean Heavy"/>
                <a:cs typeface="Century Gothic Paneuropean Heavy"/>
                <a:sym typeface="Century Gothic Paneuropean Heavy"/>
              </a:rPr>
              <a:t>Space </a:t>
            </a:r>
            <a:r>
              <a:rPr lang="en-US" b="true" sz="8000">
                <a:solidFill>
                  <a:srgbClr val="FFBD00"/>
                </a:solidFill>
                <a:latin typeface="Century Gothic Paneuropean Heavy"/>
                <a:ea typeface="Century Gothic Paneuropean Heavy"/>
                <a:cs typeface="Century Gothic Paneuropean Heavy"/>
                <a:sym typeface="Century Gothic Paneuropean Heavy"/>
              </a:rPr>
              <a:t>Research</a:t>
            </a:r>
          </a:p>
        </p:txBody>
      </p:sp>
      <p:sp>
        <p:nvSpPr>
          <p:cNvPr name="TextBox 9" id="9"/>
          <p:cNvSpPr txBox="true"/>
          <p:nvPr/>
        </p:nvSpPr>
        <p:spPr>
          <a:xfrm rot="0">
            <a:off x="2982803" y="2457407"/>
            <a:ext cx="12322393" cy="555625"/>
          </a:xfrm>
          <a:prstGeom prst="rect">
            <a:avLst/>
          </a:prstGeom>
        </p:spPr>
        <p:txBody>
          <a:bodyPr anchor="t" rtlCol="false" tIns="0" lIns="0" bIns="0" rIns="0">
            <a:spAutoFit/>
          </a:bodyPr>
          <a:lstStyle/>
          <a:p>
            <a:pPr algn="ctr">
              <a:lnSpc>
                <a:spcPts val="4550"/>
              </a:lnSpc>
            </a:pPr>
            <a:r>
              <a:rPr lang="en-US" sz="3500">
                <a:solidFill>
                  <a:srgbClr val="FFFFFF"/>
                </a:solidFill>
                <a:latin typeface="Open Sauce"/>
                <a:ea typeface="Open Sauce"/>
                <a:cs typeface="Open Sauce"/>
                <a:sym typeface="Open Sauce"/>
              </a:rPr>
              <a:t>Elaborate on the featured statistic</a:t>
            </a:r>
          </a:p>
        </p:txBody>
      </p:sp>
      <p:sp>
        <p:nvSpPr>
          <p:cNvPr name="Freeform 10" id="10"/>
          <p:cNvSpPr/>
          <p:nvPr/>
        </p:nvSpPr>
        <p:spPr>
          <a:xfrm flipH="false" flipV="false" rot="0">
            <a:off x="15434264" y="462943"/>
            <a:ext cx="2320357" cy="1535655"/>
          </a:xfrm>
          <a:custGeom>
            <a:avLst/>
            <a:gdLst/>
            <a:ahLst/>
            <a:cxnLst/>
            <a:rect r="r" b="b" t="t" l="l"/>
            <a:pathLst>
              <a:path h="1535655" w="2320357">
                <a:moveTo>
                  <a:pt x="0" y="0"/>
                </a:moveTo>
                <a:lnTo>
                  <a:pt x="2320358" y="0"/>
                </a:lnTo>
                <a:lnTo>
                  <a:pt x="2320358" y="1535654"/>
                </a:lnTo>
                <a:lnTo>
                  <a:pt x="0" y="1535654"/>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Tree>
  </p:cSld>
  <p:clrMapOvr>
    <a:masterClrMapping/>
  </p:clrMapOvr>
</p:sld>
</file>

<file path=ppt/slides/slide4.xml><?xml version="1.0" encoding="utf-8"?>
<p:sld xmlns:p="http://schemas.openxmlformats.org/presentationml/2006/main" xmlns:a="http://schemas.openxmlformats.org/drawingml/2006/main">
  <p:cSld>
    <p:bg>
      <p:bgPr>
        <a:solidFill>
          <a:srgbClr val="0F1A38"/>
        </a:solidFill>
      </p:bgPr>
    </p:bg>
    <p:spTree>
      <p:nvGrpSpPr>
        <p:cNvPr id="1" name=""/>
        <p:cNvGrpSpPr/>
        <p:nvPr/>
      </p:nvGrpSpPr>
      <p:grpSpPr>
        <a:xfrm>
          <a:off x="0" y="0"/>
          <a:ext cx="0" cy="0"/>
          <a:chOff x="0" y="0"/>
          <a:chExt cx="0" cy="0"/>
        </a:xfrm>
      </p:grpSpPr>
      <p:sp>
        <p:nvSpPr>
          <p:cNvPr name="TextBox 2" id="2"/>
          <p:cNvSpPr txBox="true"/>
          <p:nvPr/>
        </p:nvSpPr>
        <p:spPr>
          <a:xfrm rot="0">
            <a:off x="1028700" y="1391066"/>
            <a:ext cx="13443114" cy="1053353"/>
          </a:xfrm>
          <a:prstGeom prst="rect">
            <a:avLst/>
          </a:prstGeom>
        </p:spPr>
        <p:txBody>
          <a:bodyPr anchor="t" rtlCol="false" tIns="0" lIns="0" bIns="0" rIns="0">
            <a:spAutoFit/>
          </a:bodyPr>
          <a:lstStyle/>
          <a:p>
            <a:pPr algn="l" marL="0" indent="0" lvl="0">
              <a:lnSpc>
                <a:spcPts val="8399"/>
              </a:lnSpc>
              <a:spcBef>
                <a:spcPct val="0"/>
              </a:spcBef>
            </a:pPr>
            <a:r>
              <a:rPr lang="en-US" b="true" sz="6999">
                <a:solidFill>
                  <a:srgbClr val="FFFFFF"/>
                </a:solidFill>
                <a:latin typeface="Century Gothic Paneuropean Heavy"/>
                <a:ea typeface="Century Gothic Paneuropean Heavy"/>
                <a:cs typeface="Century Gothic Paneuropean Heavy"/>
                <a:sym typeface="Century Gothic Paneuropean Heavy"/>
              </a:rPr>
              <a:t>How to Use This </a:t>
            </a:r>
            <a:r>
              <a:rPr lang="en-US" b="true" sz="6999">
                <a:solidFill>
                  <a:srgbClr val="9AD3F3"/>
                </a:solidFill>
                <a:latin typeface="Century Gothic Paneuropean Heavy"/>
                <a:ea typeface="Century Gothic Paneuropean Heavy"/>
                <a:cs typeface="Century Gothic Paneuropean Heavy"/>
                <a:sym typeface="Century Gothic Paneuropean Heavy"/>
              </a:rPr>
              <a:t>Presentation</a:t>
            </a:r>
          </a:p>
        </p:txBody>
      </p:sp>
      <p:sp>
        <p:nvSpPr>
          <p:cNvPr name="TextBox 3" id="3"/>
          <p:cNvSpPr txBox="true"/>
          <p:nvPr/>
        </p:nvSpPr>
        <p:spPr>
          <a:xfrm rot="0">
            <a:off x="812683" y="3738079"/>
            <a:ext cx="5083290" cy="4111625"/>
          </a:xfrm>
          <a:prstGeom prst="rect">
            <a:avLst/>
          </a:prstGeom>
        </p:spPr>
        <p:txBody>
          <a:bodyPr anchor="t" rtlCol="false" tIns="0" lIns="0" bIns="0" rIns="0">
            <a:spAutoFit/>
          </a:bodyPr>
          <a:lstStyle/>
          <a:p>
            <a:pPr algn="l" marL="431802" indent="-215901" lvl="1">
              <a:lnSpc>
                <a:spcPts val="2800"/>
              </a:lnSpc>
              <a:buFont typeface="Arial"/>
              <a:buChar char="•"/>
            </a:pPr>
            <a:r>
              <a:rPr lang="en-US" sz="2000">
                <a:solidFill>
                  <a:srgbClr val="FFFFFF"/>
                </a:solidFill>
                <a:latin typeface="Open Sauce"/>
                <a:ea typeface="Open Sauce"/>
                <a:cs typeface="Open Sauce"/>
                <a:sym typeface="Open Sauce"/>
              </a:rPr>
              <a:t>Click on the "Google Slides" button below this presentation preview. Make sure to sign in to your Google account. </a:t>
            </a:r>
            <a:r>
              <a:rPr lang="en-US" sz="2000">
                <a:solidFill>
                  <a:srgbClr val="FFFFFF"/>
                </a:solidFill>
                <a:latin typeface="Open Sauce"/>
                <a:ea typeface="Open Sauce"/>
                <a:cs typeface="Open Sauce"/>
                <a:sym typeface="Open Sauce"/>
              </a:rPr>
              <a:t>Click on "Make a copy." Start editing your presentation.</a:t>
            </a:r>
          </a:p>
          <a:p>
            <a:pPr algn="l" marL="431802" indent="-215901" lvl="1">
              <a:lnSpc>
                <a:spcPts val="2800"/>
              </a:lnSpc>
              <a:buFont typeface="Arial"/>
              <a:buChar char="•"/>
            </a:pPr>
            <a:r>
              <a:rPr lang="en-US" sz="2000" u="sng">
                <a:solidFill>
                  <a:srgbClr val="FFFFFF"/>
                </a:solidFill>
                <a:latin typeface="Open Sauce"/>
                <a:ea typeface="Open Sauce"/>
                <a:cs typeface="Open Sauce"/>
                <a:sym typeface="Open Sauce"/>
              </a:rPr>
              <a:t>Alternative:</a:t>
            </a:r>
            <a:r>
              <a:rPr lang="en-US" sz="2000">
                <a:solidFill>
                  <a:srgbClr val="FFFFFF"/>
                </a:solidFill>
                <a:latin typeface="Open Sauce"/>
                <a:ea typeface="Open Sauce"/>
                <a:cs typeface="Open Sauce"/>
                <a:sym typeface="Open Sauce"/>
              </a:rPr>
              <a:t> Click on the "Share" button on the top right corner in Canva and click on "More" at the bottom of the menu. Enter "Google Drive" in the search bar and click on the GDrive icon to add this design as a Google slide in your GDrive.</a:t>
            </a:r>
          </a:p>
        </p:txBody>
      </p:sp>
      <p:sp>
        <p:nvSpPr>
          <p:cNvPr name="TextBox 4" id="4"/>
          <p:cNvSpPr txBox="true"/>
          <p:nvPr/>
        </p:nvSpPr>
        <p:spPr>
          <a:xfrm rot="0">
            <a:off x="1028700" y="2977725"/>
            <a:ext cx="5141301" cy="555625"/>
          </a:xfrm>
          <a:prstGeom prst="rect">
            <a:avLst/>
          </a:prstGeom>
        </p:spPr>
        <p:txBody>
          <a:bodyPr anchor="t" rtlCol="false" tIns="0" lIns="0" bIns="0" rIns="0">
            <a:spAutoFit/>
          </a:bodyPr>
          <a:lstStyle/>
          <a:p>
            <a:pPr algn="l" marL="0" indent="0" lvl="0">
              <a:lnSpc>
                <a:spcPts val="4550"/>
              </a:lnSpc>
              <a:spcBef>
                <a:spcPct val="0"/>
              </a:spcBef>
            </a:pPr>
            <a:r>
              <a:rPr lang="en-US" b="true" sz="3500">
                <a:solidFill>
                  <a:srgbClr val="FFBD00"/>
                </a:solidFill>
                <a:latin typeface="Open Sauce Bold"/>
                <a:ea typeface="Open Sauce Bold"/>
                <a:cs typeface="Open Sauce Bold"/>
                <a:sym typeface="Open Sauce Bold"/>
              </a:rPr>
              <a:t>Google Slides</a:t>
            </a:r>
          </a:p>
        </p:txBody>
      </p:sp>
      <p:sp>
        <p:nvSpPr>
          <p:cNvPr name="TextBox 5" id="5"/>
          <p:cNvSpPr txBox="true"/>
          <p:nvPr/>
        </p:nvSpPr>
        <p:spPr>
          <a:xfrm rot="0">
            <a:off x="7243554" y="3738079"/>
            <a:ext cx="4361845" cy="4111625"/>
          </a:xfrm>
          <a:prstGeom prst="rect">
            <a:avLst/>
          </a:prstGeom>
        </p:spPr>
        <p:txBody>
          <a:bodyPr anchor="t" rtlCol="false" tIns="0" lIns="0" bIns="0" rIns="0">
            <a:spAutoFit/>
          </a:bodyPr>
          <a:lstStyle/>
          <a:p>
            <a:pPr algn="l" marL="431802" indent="-215901" lvl="1">
              <a:lnSpc>
                <a:spcPts val="2800"/>
              </a:lnSpc>
              <a:buFont typeface="Arial"/>
              <a:buChar char="•"/>
            </a:pPr>
            <a:r>
              <a:rPr lang="en-US" sz="2000">
                <a:solidFill>
                  <a:srgbClr val="FFFFFF"/>
                </a:solidFill>
                <a:latin typeface="Open Sauce"/>
                <a:ea typeface="Open Sauce"/>
                <a:cs typeface="Open Sauce"/>
                <a:sym typeface="Open Sauce"/>
              </a:rPr>
              <a:t>Click on the "PowerPoint" button below this presentation preview. </a:t>
            </a:r>
            <a:r>
              <a:rPr lang="en-US" sz="2000">
                <a:solidFill>
                  <a:srgbClr val="FFFFFF"/>
                </a:solidFill>
                <a:latin typeface="Open Sauce"/>
                <a:ea typeface="Open Sauce"/>
                <a:cs typeface="Open Sauce"/>
                <a:sym typeface="Open Sauce"/>
              </a:rPr>
              <a:t>Start editing your presentation.</a:t>
            </a:r>
          </a:p>
          <a:p>
            <a:pPr algn="l" marL="431802" indent="-215901" lvl="1">
              <a:lnSpc>
                <a:spcPts val="2800"/>
              </a:lnSpc>
              <a:buFont typeface="Arial"/>
              <a:buChar char="•"/>
            </a:pPr>
            <a:r>
              <a:rPr lang="en-US" sz="2000" u="sng">
                <a:solidFill>
                  <a:srgbClr val="FFFFFF"/>
                </a:solidFill>
                <a:latin typeface="Open Sauce"/>
                <a:ea typeface="Open Sauce"/>
                <a:cs typeface="Open Sauce"/>
                <a:sym typeface="Open Sauce"/>
              </a:rPr>
              <a:t>Alternative:</a:t>
            </a:r>
            <a:r>
              <a:rPr lang="en-US" sz="2000">
                <a:solidFill>
                  <a:srgbClr val="FFFFFF"/>
                </a:solidFill>
                <a:latin typeface="Open Sauce"/>
                <a:ea typeface="Open Sauce"/>
                <a:cs typeface="Open Sauce"/>
                <a:sym typeface="Open Sauce"/>
              </a:rPr>
              <a:t> From Canva template file, Click on the "Share" button on the top right corner in Canva and click on "More" at the bottom of the menu. Enter "PowerPoint" in the search bar and click on the PowerPoint icon to download.</a:t>
            </a:r>
          </a:p>
        </p:txBody>
      </p:sp>
      <p:sp>
        <p:nvSpPr>
          <p:cNvPr name="TextBox 6" id="6"/>
          <p:cNvSpPr txBox="true"/>
          <p:nvPr/>
        </p:nvSpPr>
        <p:spPr>
          <a:xfrm rot="0">
            <a:off x="7537020" y="2977725"/>
            <a:ext cx="5141301" cy="555625"/>
          </a:xfrm>
          <a:prstGeom prst="rect">
            <a:avLst/>
          </a:prstGeom>
        </p:spPr>
        <p:txBody>
          <a:bodyPr anchor="t" rtlCol="false" tIns="0" lIns="0" bIns="0" rIns="0">
            <a:spAutoFit/>
          </a:bodyPr>
          <a:lstStyle/>
          <a:p>
            <a:pPr algn="l" marL="0" indent="0" lvl="0">
              <a:lnSpc>
                <a:spcPts val="4550"/>
              </a:lnSpc>
              <a:spcBef>
                <a:spcPct val="0"/>
              </a:spcBef>
            </a:pPr>
            <a:r>
              <a:rPr lang="en-US" b="true" sz="3500">
                <a:solidFill>
                  <a:srgbClr val="FFBD00"/>
                </a:solidFill>
                <a:latin typeface="Open Sauce Bold"/>
                <a:ea typeface="Open Sauce Bold"/>
                <a:cs typeface="Open Sauce Bold"/>
                <a:sym typeface="Open Sauce Bold"/>
              </a:rPr>
              <a:t>PowerPoint</a:t>
            </a:r>
          </a:p>
        </p:txBody>
      </p:sp>
      <p:sp>
        <p:nvSpPr>
          <p:cNvPr name="TextBox 7" id="7"/>
          <p:cNvSpPr txBox="true"/>
          <p:nvPr/>
        </p:nvSpPr>
        <p:spPr>
          <a:xfrm rot="0">
            <a:off x="13134295" y="3738079"/>
            <a:ext cx="3395916" cy="2428501"/>
          </a:xfrm>
          <a:prstGeom prst="rect">
            <a:avLst/>
          </a:prstGeom>
        </p:spPr>
        <p:txBody>
          <a:bodyPr anchor="t" rtlCol="false" tIns="0" lIns="0" bIns="0" rIns="0">
            <a:spAutoFit/>
          </a:bodyPr>
          <a:lstStyle/>
          <a:p>
            <a:pPr algn="l" marL="431802" indent="-215901" lvl="1">
              <a:lnSpc>
                <a:spcPts val="2800"/>
              </a:lnSpc>
              <a:buFont typeface="Arial"/>
              <a:buChar char="•"/>
            </a:pPr>
            <a:r>
              <a:rPr lang="en-US" sz="2000">
                <a:solidFill>
                  <a:srgbClr val="FFFFFF"/>
                </a:solidFill>
                <a:latin typeface="Open Sauce"/>
                <a:ea typeface="Open Sauce"/>
                <a:cs typeface="Open Sauce"/>
                <a:sym typeface="Open Sauce"/>
              </a:rPr>
              <a:t>Click on the "Canva" button under this presentation preview. </a:t>
            </a:r>
            <a:r>
              <a:rPr lang="en-US" sz="2000">
                <a:solidFill>
                  <a:srgbClr val="FFFFFF"/>
                </a:solidFill>
                <a:latin typeface="Open Sauce"/>
                <a:ea typeface="Open Sauce"/>
                <a:cs typeface="Open Sauce"/>
                <a:sym typeface="Open Sauce"/>
              </a:rPr>
              <a:t>Start editing your presentation. You need to sign in to your Canva account.</a:t>
            </a:r>
          </a:p>
        </p:txBody>
      </p:sp>
      <p:sp>
        <p:nvSpPr>
          <p:cNvPr name="TextBox 8" id="8"/>
          <p:cNvSpPr txBox="true"/>
          <p:nvPr/>
        </p:nvSpPr>
        <p:spPr>
          <a:xfrm rot="0">
            <a:off x="13328391" y="2977725"/>
            <a:ext cx="5141301" cy="555625"/>
          </a:xfrm>
          <a:prstGeom prst="rect">
            <a:avLst/>
          </a:prstGeom>
        </p:spPr>
        <p:txBody>
          <a:bodyPr anchor="t" rtlCol="false" tIns="0" lIns="0" bIns="0" rIns="0">
            <a:spAutoFit/>
          </a:bodyPr>
          <a:lstStyle/>
          <a:p>
            <a:pPr algn="l" marL="0" indent="0" lvl="0">
              <a:lnSpc>
                <a:spcPts val="4550"/>
              </a:lnSpc>
              <a:spcBef>
                <a:spcPct val="0"/>
              </a:spcBef>
            </a:pPr>
            <a:r>
              <a:rPr lang="en-US" b="true" sz="3500">
                <a:solidFill>
                  <a:srgbClr val="FFBD00"/>
                </a:solidFill>
                <a:latin typeface="Open Sauce Bold"/>
                <a:ea typeface="Open Sauce Bold"/>
                <a:cs typeface="Open Sauce Bold"/>
                <a:sym typeface="Open Sauce Bold"/>
              </a:rPr>
              <a:t>Canva</a:t>
            </a:r>
          </a:p>
        </p:txBody>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0F1A38"/>
        </a:solidFill>
      </p:bgPr>
    </p:bg>
    <p:spTree>
      <p:nvGrpSpPr>
        <p:cNvPr id="1" name=""/>
        <p:cNvGrpSpPr/>
        <p:nvPr/>
      </p:nvGrpSpPr>
      <p:grpSpPr>
        <a:xfrm>
          <a:off x="0" y="0"/>
          <a:ext cx="0" cy="0"/>
          <a:chOff x="0" y="0"/>
          <a:chExt cx="0" cy="0"/>
        </a:xfrm>
      </p:grpSpPr>
      <p:sp>
        <p:nvSpPr>
          <p:cNvPr name="TextBox 2" id="2"/>
          <p:cNvSpPr txBox="true"/>
          <p:nvPr/>
        </p:nvSpPr>
        <p:spPr>
          <a:xfrm rot="0">
            <a:off x="1028700" y="1019175"/>
            <a:ext cx="5990861" cy="2743760"/>
          </a:xfrm>
          <a:prstGeom prst="rect">
            <a:avLst/>
          </a:prstGeom>
        </p:spPr>
        <p:txBody>
          <a:bodyPr anchor="t" rtlCol="false" tIns="0" lIns="0" bIns="0" rIns="0">
            <a:spAutoFit/>
          </a:bodyPr>
          <a:lstStyle/>
          <a:p>
            <a:pPr algn="l">
              <a:lnSpc>
                <a:spcPts val="10800"/>
              </a:lnSpc>
            </a:pPr>
            <a:r>
              <a:rPr lang="en-US" sz="9000" b="true">
                <a:solidFill>
                  <a:srgbClr val="FFFFFF"/>
                </a:solidFill>
                <a:latin typeface="Century Gothic Paneuropean Heavy"/>
                <a:ea typeface="Century Gothic Paneuropean Heavy"/>
                <a:cs typeface="Century Gothic Paneuropean Heavy"/>
                <a:sym typeface="Century Gothic Paneuropean Heavy"/>
              </a:rPr>
              <a:t>Space</a:t>
            </a:r>
          </a:p>
          <a:p>
            <a:pPr algn="l" marL="0" indent="0" lvl="0">
              <a:lnSpc>
                <a:spcPts val="10800"/>
              </a:lnSpc>
              <a:spcBef>
                <a:spcPct val="0"/>
              </a:spcBef>
            </a:pPr>
            <a:r>
              <a:rPr lang="en-US" b="true" sz="9000">
                <a:solidFill>
                  <a:srgbClr val="FFBD00"/>
                </a:solidFill>
                <a:latin typeface="Century Gothic Paneuropean Heavy"/>
                <a:ea typeface="Century Gothic Paneuropean Heavy"/>
                <a:cs typeface="Century Gothic Paneuropean Heavy"/>
                <a:sym typeface="Century Gothic Paneuropean Heavy"/>
              </a:rPr>
              <a:t>Company</a:t>
            </a:r>
          </a:p>
        </p:txBody>
      </p:sp>
      <p:sp>
        <p:nvSpPr>
          <p:cNvPr name="TextBox 3" id="3"/>
          <p:cNvSpPr txBox="true"/>
          <p:nvPr/>
        </p:nvSpPr>
        <p:spPr>
          <a:xfrm rot="0">
            <a:off x="1028700" y="7210920"/>
            <a:ext cx="4584125" cy="481853"/>
          </a:xfrm>
          <a:prstGeom prst="rect">
            <a:avLst/>
          </a:prstGeom>
        </p:spPr>
        <p:txBody>
          <a:bodyPr anchor="t" rtlCol="false" tIns="0" lIns="0" bIns="0" rIns="0">
            <a:spAutoFit/>
          </a:bodyPr>
          <a:lstStyle/>
          <a:p>
            <a:pPr algn="l" marL="0" indent="0" lvl="0">
              <a:lnSpc>
                <a:spcPts val="3840"/>
              </a:lnSpc>
              <a:spcBef>
                <a:spcPct val="0"/>
              </a:spcBef>
            </a:pPr>
            <a:r>
              <a:rPr lang="en-US" b="true" sz="3200">
                <a:solidFill>
                  <a:srgbClr val="9AD3F3"/>
                </a:solidFill>
                <a:latin typeface="Open Sauce Semi-Bold"/>
                <a:ea typeface="Open Sauce Semi-Bold"/>
                <a:cs typeface="Open Sauce Semi-Bold"/>
                <a:sym typeface="Open Sauce Semi-Bold"/>
              </a:rPr>
              <a:t>What we do? </a:t>
            </a:r>
          </a:p>
        </p:txBody>
      </p:sp>
      <p:grpSp>
        <p:nvGrpSpPr>
          <p:cNvPr name="Group 4" id="4"/>
          <p:cNvGrpSpPr/>
          <p:nvPr/>
        </p:nvGrpSpPr>
        <p:grpSpPr>
          <a:xfrm rot="0">
            <a:off x="1028700" y="4896165"/>
            <a:ext cx="4584125" cy="1614964"/>
            <a:chOff x="0" y="0"/>
            <a:chExt cx="6112166" cy="2153285"/>
          </a:xfrm>
        </p:grpSpPr>
        <p:sp>
          <p:nvSpPr>
            <p:cNvPr name="TextBox 5" id="5"/>
            <p:cNvSpPr txBox="true"/>
            <p:nvPr/>
          </p:nvSpPr>
          <p:spPr>
            <a:xfrm rot="0">
              <a:off x="0" y="0"/>
              <a:ext cx="6112166" cy="642471"/>
            </a:xfrm>
            <a:prstGeom prst="rect">
              <a:avLst/>
            </a:prstGeom>
          </p:spPr>
          <p:txBody>
            <a:bodyPr anchor="t" rtlCol="false" tIns="0" lIns="0" bIns="0" rIns="0">
              <a:spAutoFit/>
            </a:bodyPr>
            <a:lstStyle/>
            <a:p>
              <a:pPr algn="l" marL="0" indent="0" lvl="0">
                <a:lnSpc>
                  <a:spcPts val="3840"/>
                </a:lnSpc>
                <a:spcBef>
                  <a:spcPct val="0"/>
                </a:spcBef>
              </a:pPr>
              <a:r>
                <a:rPr lang="en-US" b="true" sz="3200">
                  <a:solidFill>
                    <a:srgbClr val="9AD3F3"/>
                  </a:solidFill>
                  <a:latin typeface="Open Sauce Semi-Bold"/>
                  <a:ea typeface="Open Sauce Semi-Bold"/>
                  <a:cs typeface="Open Sauce Semi-Bold"/>
                  <a:sym typeface="Open Sauce Semi-Bold"/>
                </a:rPr>
                <a:t>Who we are?</a:t>
              </a:r>
            </a:p>
          </p:txBody>
        </p:sp>
        <p:sp>
          <p:nvSpPr>
            <p:cNvPr name="TextBox 6" id="6"/>
            <p:cNvSpPr txBox="true"/>
            <p:nvPr/>
          </p:nvSpPr>
          <p:spPr>
            <a:xfrm rot="0">
              <a:off x="0" y="1069340"/>
              <a:ext cx="6112166" cy="1083945"/>
            </a:xfrm>
            <a:prstGeom prst="rect">
              <a:avLst/>
            </a:prstGeom>
          </p:spPr>
          <p:txBody>
            <a:bodyPr anchor="t" rtlCol="false" tIns="0" lIns="0" bIns="0" rIns="0">
              <a:spAutoFit/>
            </a:bodyPr>
            <a:lstStyle/>
            <a:p>
              <a:pPr algn="l" marL="0" indent="0" lvl="0">
                <a:lnSpc>
                  <a:spcPts val="3359"/>
                </a:lnSpc>
                <a:spcBef>
                  <a:spcPct val="0"/>
                </a:spcBef>
              </a:pPr>
              <a:r>
                <a:rPr lang="en-US" sz="2399" u="none">
                  <a:solidFill>
                    <a:srgbClr val="FFFFFF"/>
                  </a:solidFill>
                  <a:latin typeface="Open Sauce"/>
                  <a:ea typeface="Open Sauce"/>
                  <a:cs typeface="Open Sauce"/>
                  <a:sym typeface="Open Sauce"/>
                </a:rPr>
                <a:t>Briefly elaborate on what you want to discuss. </a:t>
              </a:r>
            </a:p>
          </p:txBody>
        </p:sp>
      </p:grpSp>
      <p:sp>
        <p:nvSpPr>
          <p:cNvPr name="TextBox 7" id="7"/>
          <p:cNvSpPr txBox="true"/>
          <p:nvPr/>
        </p:nvSpPr>
        <p:spPr>
          <a:xfrm rot="0">
            <a:off x="1028700" y="8004924"/>
            <a:ext cx="4584125" cy="824865"/>
          </a:xfrm>
          <a:prstGeom prst="rect">
            <a:avLst/>
          </a:prstGeom>
        </p:spPr>
        <p:txBody>
          <a:bodyPr anchor="t" rtlCol="false" tIns="0" lIns="0" bIns="0" rIns="0">
            <a:spAutoFit/>
          </a:bodyPr>
          <a:lstStyle/>
          <a:p>
            <a:pPr algn="l" marL="0" indent="0" lvl="0">
              <a:lnSpc>
                <a:spcPts val="3359"/>
              </a:lnSpc>
              <a:spcBef>
                <a:spcPct val="0"/>
              </a:spcBef>
            </a:pPr>
            <a:r>
              <a:rPr lang="en-US" sz="2399" u="none">
                <a:solidFill>
                  <a:srgbClr val="FFFFFF"/>
                </a:solidFill>
                <a:latin typeface="Open Sauce"/>
                <a:ea typeface="Open Sauce"/>
                <a:cs typeface="Open Sauce"/>
                <a:sym typeface="Open Sauce"/>
              </a:rPr>
              <a:t>Briefly elaborate on what you want to discuss. </a:t>
            </a:r>
          </a:p>
        </p:txBody>
      </p:sp>
      <p:sp>
        <p:nvSpPr>
          <p:cNvPr name="Freeform 8" id="8"/>
          <p:cNvSpPr/>
          <p:nvPr/>
        </p:nvSpPr>
        <p:spPr>
          <a:xfrm flipH="false" flipV="false" rot="0">
            <a:off x="7186200" y="1280535"/>
            <a:ext cx="10073100" cy="6739820"/>
          </a:xfrm>
          <a:custGeom>
            <a:avLst/>
            <a:gdLst/>
            <a:ahLst/>
            <a:cxnLst/>
            <a:rect r="r" b="b" t="t" l="l"/>
            <a:pathLst>
              <a:path h="6739820" w="10073100">
                <a:moveTo>
                  <a:pt x="0" y="0"/>
                </a:moveTo>
                <a:lnTo>
                  <a:pt x="10073100" y="0"/>
                </a:lnTo>
                <a:lnTo>
                  <a:pt x="10073100" y="6739819"/>
                </a:lnTo>
                <a:lnTo>
                  <a:pt x="0" y="6739819"/>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0F1A38"/>
        </a:solidFill>
      </p:bgPr>
    </p:bg>
    <p:spTree>
      <p:nvGrpSpPr>
        <p:cNvPr id="1" name=""/>
        <p:cNvGrpSpPr/>
        <p:nvPr/>
      </p:nvGrpSpPr>
      <p:grpSpPr>
        <a:xfrm>
          <a:off x="0" y="0"/>
          <a:ext cx="0" cy="0"/>
          <a:chOff x="0" y="0"/>
          <a:chExt cx="0" cy="0"/>
        </a:xfrm>
      </p:grpSpPr>
      <p:sp>
        <p:nvSpPr>
          <p:cNvPr name="Freeform 2" id="2"/>
          <p:cNvSpPr/>
          <p:nvPr/>
        </p:nvSpPr>
        <p:spPr>
          <a:xfrm flipH="false" flipV="false" rot="-1316328">
            <a:off x="-7826633" y="-10460757"/>
            <a:ext cx="13549543" cy="13950624"/>
          </a:xfrm>
          <a:custGeom>
            <a:avLst/>
            <a:gdLst/>
            <a:ahLst/>
            <a:cxnLst/>
            <a:rect r="r" b="b" t="t" l="l"/>
            <a:pathLst>
              <a:path h="13950624" w="13549543">
                <a:moveTo>
                  <a:pt x="0" y="0"/>
                </a:moveTo>
                <a:lnTo>
                  <a:pt x="13549543" y="0"/>
                </a:lnTo>
                <a:lnTo>
                  <a:pt x="13549543" y="13950623"/>
                </a:lnTo>
                <a:lnTo>
                  <a:pt x="0" y="13950623"/>
                </a:lnTo>
                <a:lnTo>
                  <a:pt x="0" y="0"/>
                </a:lnTo>
                <a:close/>
              </a:path>
            </a:pathLst>
          </a:custGeom>
          <a:blipFill>
            <a:blip r:embed="rId2"/>
            <a:stretch>
              <a:fillRect l="0" t="0" r="0" b="0"/>
            </a:stretch>
          </a:blipFill>
        </p:spPr>
      </p:sp>
      <p:grpSp>
        <p:nvGrpSpPr>
          <p:cNvPr name="Group 3" id="3"/>
          <p:cNvGrpSpPr/>
          <p:nvPr/>
        </p:nvGrpSpPr>
        <p:grpSpPr>
          <a:xfrm rot="0">
            <a:off x="837347" y="802722"/>
            <a:ext cx="16599507" cy="8661967"/>
            <a:chOff x="0" y="0"/>
            <a:chExt cx="4371887" cy="2281341"/>
          </a:xfrm>
        </p:grpSpPr>
        <p:sp>
          <p:nvSpPr>
            <p:cNvPr name="Freeform 4" id="4"/>
            <p:cNvSpPr/>
            <p:nvPr/>
          </p:nvSpPr>
          <p:spPr>
            <a:xfrm flipH="false" flipV="false" rot="0">
              <a:off x="0" y="0"/>
              <a:ext cx="4371887" cy="2281341"/>
            </a:xfrm>
            <a:custGeom>
              <a:avLst/>
              <a:gdLst/>
              <a:ahLst/>
              <a:cxnLst/>
              <a:rect r="r" b="b" t="t" l="l"/>
              <a:pathLst>
                <a:path h="2281341" w="4371887">
                  <a:moveTo>
                    <a:pt x="0" y="0"/>
                  </a:moveTo>
                  <a:lnTo>
                    <a:pt x="4371887" y="0"/>
                  </a:lnTo>
                  <a:lnTo>
                    <a:pt x="4371887" y="2281341"/>
                  </a:lnTo>
                  <a:lnTo>
                    <a:pt x="0" y="2281341"/>
                  </a:lnTo>
                  <a:close/>
                </a:path>
              </a:pathLst>
            </a:custGeom>
            <a:solidFill>
              <a:srgbClr val="000000">
                <a:alpha val="0"/>
              </a:srgbClr>
            </a:solidFill>
            <a:ln w="19050" cap="sq">
              <a:solidFill>
                <a:srgbClr val="C4EEFD"/>
              </a:solidFill>
              <a:prstDash val="solid"/>
              <a:miter/>
            </a:ln>
          </p:spPr>
        </p:sp>
        <p:sp>
          <p:nvSpPr>
            <p:cNvPr name="TextBox 5" id="5"/>
            <p:cNvSpPr txBox="true"/>
            <p:nvPr/>
          </p:nvSpPr>
          <p:spPr>
            <a:xfrm>
              <a:off x="0" y="-47625"/>
              <a:ext cx="4371887" cy="2328966"/>
            </a:xfrm>
            <a:prstGeom prst="rect">
              <a:avLst/>
            </a:prstGeom>
          </p:spPr>
          <p:txBody>
            <a:bodyPr anchor="ctr" rtlCol="false" tIns="50800" lIns="50800" bIns="50800" rIns="50800"/>
            <a:lstStyle/>
            <a:p>
              <a:pPr algn="ctr">
                <a:lnSpc>
                  <a:spcPts val="3359"/>
                </a:lnSpc>
              </a:pPr>
            </a:p>
          </p:txBody>
        </p:sp>
      </p:grpSp>
      <p:sp>
        <p:nvSpPr>
          <p:cNvPr name="Freeform 6" id="6"/>
          <p:cNvSpPr/>
          <p:nvPr/>
        </p:nvSpPr>
        <p:spPr>
          <a:xfrm flipH="false" flipV="false" rot="10222227">
            <a:off x="8131923" y="8783878"/>
            <a:ext cx="13549543" cy="13950624"/>
          </a:xfrm>
          <a:custGeom>
            <a:avLst/>
            <a:gdLst/>
            <a:ahLst/>
            <a:cxnLst/>
            <a:rect r="r" b="b" t="t" l="l"/>
            <a:pathLst>
              <a:path h="13950624" w="13549543">
                <a:moveTo>
                  <a:pt x="0" y="0"/>
                </a:moveTo>
                <a:lnTo>
                  <a:pt x="13549543" y="0"/>
                </a:lnTo>
                <a:lnTo>
                  <a:pt x="13549543" y="13950623"/>
                </a:lnTo>
                <a:lnTo>
                  <a:pt x="0" y="13950623"/>
                </a:lnTo>
                <a:lnTo>
                  <a:pt x="0" y="0"/>
                </a:lnTo>
                <a:close/>
              </a:path>
            </a:pathLst>
          </a:custGeom>
          <a:blipFill>
            <a:blip r:embed="rId2"/>
            <a:stretch>
              <a:fillRect l="0" t="0" r="0" b="0"/>
            </a:stretch>
          </a:blipFill>
        </p:spPr>
      </p:sp>
      <p:sp>
        <p:nvSpPr>
          <p:cNvPr name="Freeform 7" id="7"/>
          <p:cNvSpPr/>
          <p:nvPr/>
        </p:nvSpPr>
        <p:spPr>
          <a:xfrm flipH="false" flipV="false" rot="0">
            <a:off x="12800579" y="7239015"/>
            <a:ext cx="1627888" cy="1581086"/>
          </a:xfrm>
          <a:custGeom>
            <a:avLst/>
            <a:gdLst/>
            <a:ahLst/>
            <a:cxnLst/>
            <a:rect r="r" b="b" t="t" l="l"/>
            <a:pathLst>
              <a:path h="1581086" w="1627888">
                <a:moveTo>
                  <a:pt x="0" y="0"/>
                </a:moveTo>
                <a:lnTo>
                  <a:pt x="1627888" y="0"/>
                </a:lnTo>
                <a:lnTo>
                  <a:pt x="1627888" y="1581086"/>
                </a:lnTo>
                <a:lnTo>
                  <a:pt x="0" y="1581086"/>
                </a:lnTo>
                <a:lnTo>
                  <a:pt x="0" y="0"/>
                </a:lnTo>
                <a:close/>
              </a:path>
            </a:pathLst>
          </a:custGeom>
          <a:blipFill>
            <a:blip r:embed="rId3"/>
            <a:stretch>
              <a:fillRect l="0" t="0" r="0" b="0"/>
            </a:stretch>
          </a:blipFill>
        </p:spPr>
      </p:sp>
      <p:sp>
        <p:nvSpPr>
          <p:cNvPr name="Freeform 8" id="8"/>
          <p:cNvSpPr/>
          <p:nvPr/>
        </p:nvSpPr>
        <p:spPr>
          <a:xfrm flipH="false" flipV="false" rot="-1968467">
            <a:off x="-4401376" y="6733438"/>
            <a:ext cx="10477445" cy="10787589"/>
          </a:xfrm>
          <a:custGeom>
            <a:avLst/>
            <a:gdLst/>
            <a:ahLst/>
            <a:cxnLst/>
            <a:rect r="r" b="b" t="t" l="l"/>
            <a:pathLst>
              <a:path h="10787589" w="10477445">
                <a:moveTo>
                  <a:pt x="0" y="0"/>
                </a:moveTo>
                <a:lnTo>
                  <a:pt x="10477445" y="0"/>
                </a:lnTo>
                <a:lnTo>
                  <a:pt x="10477445" y="10787589"/>
                </a:lnTo>
                <a:lnTo>
                  <a:pt x="0" y="10787589"/>
                </a:lnTo>
                <a:lnTo>
                  <a:pt x="0" y="0"/>
                </a:lnTo>
                <a:close/>
              </a:path>
            </a:pathLst>
          </a:custGeom>
          <a:blipFill>
            <a:blip r:embed="rId2"/>
            <a:stretch>
              <a:fillRect l="0" t="0" r="0" b="0"/>
            </a:stretch>
          </a:blipFill>
        </p:spPr>
      </p:sp>
      <p:sp>
        <p:nvSpPr>
          <p:cNvPr name="Freeform 9" id="9"/>
          <p:cNvSpPr/>
          <p:nvPr/>
        </p:nvSpPr>
        <p:spPr>
          <a:xfrm flipH="false" flipV="false" rot="0">
            <a:off x="10253857" y="-6528473"/>
            <a:ext cx="13257606" cy="13257606"/>
          </a:xfrm>
          <a:custGeom>
            <a:avLst/>
            <a:gdLst/>
            <a:ahLst/>
            <a:cxnLst/>
            <a:rect r="r" b="b" t="t" l="l"/>
            <a:pathLst>
              <a:path h="13257606" w="13257606">
                <a:moveTo>
                  <a:pt x="0" y="0"/>
                </a:moveTo>
                <a:lnTo>
                  <a:pt x="13257606" y="0"/>
                </a:lnTo>
                <a:lnTo>
                  <a:pt x="13257606" y="13257606"/>
                </a:lnTo>
                <a:lnTo>
                  <a:pt x="0" y="13257606"/>
                </a:lnTo>
                <a:lnTo>
                  <a:pt x="0" y="0"/>
                </a:lnTo>
                <a:close/>
              </a:path>
            </a:pathLst>
          </a:custGeom>
          <a:blipFill>
            <a:blip r:embed="rId4"/>
            <a:stretch>
              <a:fillRect l="0" t="0" r="0" b="0"/>
            </a:stretch>
          </a:blipFill>
        </p:spPr>
      </p:sp>
      <p:sp>
        <p:nvSpPr>
          <p:cNvPr name="Freeform 10" id="10"/>
          <p:cNvSpPr/>
          <p:nvPr/>
        </p:nvSpPr>
        <p:spPr>
          <a:xfrm flipH="false" flipV="false" rot="97298">
            <a:off x="7710945" y="937814"/>
            <a:ext cx="9637588" cy="6378331"/>
          </a:xfrm>
          <a:custGeom>
            <a:avLst/>
            <a:gdLst/>
            <a:ahLst/>
            <a:cxnLst/>
            <a:rect r="r" b="b" t="t" l="l"/>
            <a:pathLst>
              <a:path h="6378331" w="9637588">
                <a:moveTo>
                  <a:pt x="0" y="0"/>
                </a:moveTo>
                <a:lnTo>
                  <a:pt x="9637588" y="0"/>
                </a:lnTo>
                <a:lnTo>
                  <a:pt x="9637588" y="6378331"/>
                </a:lnTo>
                <a:lnTo>
                  <a:pt x="0" y="6378331"/>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11" id="11"/>
          <p:cNvSpPr/>
          <p:nvPr/>
        </p:nvSpPr>
        <p:spPr>
          <a:xfrm flipH="false" flipV="false" rot="0">
            <a:off x="1848994" y="1641991"/>
            <a:ext cx="2024574" cy="2024574"/>
          </a:xfrm>
          <a:custGeom>
            <a:avLst/>
            <a:gdLst/>
            <a:ahLst/>
            <a:cxnLst/>
            <a:rect r="r" b="b" t="t" l="l"/>
            <a:pathLst>
              <a:path h="2024574" w="2024574">
                <a:moveTo>
                  <a:pt x="0" y="0"/>
                </a:moveTo>
                <a:lnTo>
                  <a:pt x="2024574" y="0"/>
                </a:lnTo>
                <a:lnTo>
                  <a:pt x="2024574" y="2024575"/>
                </a:lnTo>
                <a:lnTo>
                  <a:pt x="0" y="2024575"/>
                </a:lnTo>
                <a:lnTo>
                  <a:pt x="0" y="0"/>
                </a:lnTo>
                <a:close/>
              </a:path>
            </a:pathLst>
          </a:custGeom>
          <a:blipFill>
            <a:blip r:embed="rId7"/>
            <a:stretch>
              <a:fillRect l="0" t="0" r="0" b="0"/>
            </a:stretch>
          </a:blipFill>
        </p:spPr>
      </p:sp>
      <p:sp>
        <p:nvSpPr>
          <p:cNvPr name="TextBox 12" id="12"/>
          <p:cNvSpPr txBox="true"/>
          <p:nvPr/>
        </p:nvSpPr>
        <p:spPr>
          <a:xfrm rot="0">
            <a:off x="1810912" y="2559029"/>
            <a:ext cx="9695189" cy="3692087"/>
          </a:xfrm>
          <a:prstGeom prst="rect">
            <a:avLst/>
          </a:prstGeom>
        </p:spPr>
        <p:txBody>
          <a:bodyPr anchor="t" rtlCol="false" tIns="0" lIns="0" bIns="0" rIns="0">
            <a:spAutoFit/>
          </a:bodyPr>
          <a:lstStyle/>
          <a:p>
            <a:pPr algn="ctr">
              <a:lnSpc>
                <a:spcPts val="14652"/>
              </a:lnSpc>
            </a:pPr>
            <a:r>
              <a:rPr lang="en-US" b="true" sz="12109">
                <a:solidFill>
                  <a:srgbClr val="FFFFFF"/>
                </a:solidFill>
                <a:latin typeface="Century Gothic Paneuropean Heavy"/>
                <a:ea typeface="Century Gothic Paneuropean Heavy"/>
                <a:cs typeface="Century Gothic Paneuropean Heavy"/>
                <a:sym typeface="Century Gothic Paneuropean Heavy"/>
              </a:rPr>
              <a:t>WHAT IS </a:t>
            </a:r>
          </a:p>
          <a:p>
            <a:pPr algn="ctr">
              <a:lnSpc>
                <a:spcPts val="14652"/>
              </a:lnSpc>
            </a:pPr>
            <a:r>
              <a:rPr lang="en-US" b="true" sz="12109">
                <a:solidFill>
                  <a:srgbClr val="9AD3F3"/>
                </a:solidFill>
                <a:latin typeface="Century Gothic Paneuropean Heavy"/>
                <a:ea typeface="Century Gothic Paneuropean Heavy"/>
                <a:cs typeface="Century Gothic Paneuropean Heavy"/>
                <a:sym typeface="Century Gothic Paneuropean Heavy"/>
              </a:rPr>
              <a:t>A SATELLITE?</a:t>
            </a:r>
          </a:p>
        </p:txBody>
      </p:sp>
      <p:grpSp>
        <p:nvGrpSpPr>
          <p:cNvPr name="Group 13" id="13"/>
          <p:cNvGrpSpPr/>
          <p:nvPr/>
        </p:nvGrpSpPr>
        <p:grpSpPr>
          <a:xfrm rot="0">
            <a:off x="4264798" y="6579276"/>
            <a:ext cx="4345753" cy="871960"/>
            <a:chOff x="0" y="0"/>
            <a:chExt cx="1144561" cy="229652"/>
          </a:xfrm>
        </p:grpSpPr>
        <p:sp>
          <p:nvSpPr>
            <p:cNvPr name="Freeform 14" id="14"/>
            <p:cNvSpPr/>
            <p:nvPr/>
          </p:nvSpPr>
          <p:spPr>
            <a:xfrm flipH="false" flipV="false" rot="0">
              <a:off x="0" y="0"/>
              <a:ext cx="1144561" cy="229652"/>
            </a:xfrm>
            <a:custGeom>
              <a:avLst/>
              <a:gdLst/>
              <a:ahLst/>
              <a:cxnLst/>
              <a:rect r="r" b="b" t="t" l="l"/>
              <a:pathLst>
                <a:path h="229652" w="1144561">
                  <a:moveTo>
                    <a:pt x="30285" y="0"/>
                  </a:moveTo>
                  <a:lnTo>
                    <a:pt x="1114275" y="0"/>
                  </a:lnTo>
                  <a:cubicBezTo>
                    <a:pt x="1131001" y="0"/>
                    <a:pt x="1144561" y="13559"/>
                    <a:pt x="1144561" y="30285"/>
                  </a:cubicBezTo>
                  <a:lnTo>
                    <a:pt x="1144561" y="199367"/>
                  </a:lnTo>
                  <a:cubicBezTo>
                    <a:pt x="1144561" y="216093"/>
                    <a:pt x="1131001" y="229652"/>
                    <a:pt x="1114275" y="229652"/>
                  </a:cubicBezTo>
                  <a:lnTo>
                    <a:pt x="30285" y="229652"/>
                  </a:lnTo>
                  <a:cubicBezTo>
                    <a:pt x="13559" y="229652"/>
                    <a:pt x="0" y="216093"/>
                    <a:pt x="0" y="199367"/>
                  </a:cubicBezTo>
                  <a:lnTo>
                    <a:pt x="0" y="30285"/>
                  </a:lnTo>
                  <a:cubicBezTo>
                    <a:pt x="0" y="13559"/>
                    <a:pt x="13559" y="0"/>
                    <a:pt x="30285" y="0"/>
                  </a:cubicBezTo>
                  <a:close/>
                </a:path>
              </a:pathLst>
            </a:custGeom>
            <a:solidFill>
              <a:srgbClr val="000000">
                <a:alpha val="0"/>
              </a:srgbClr>
            </a:solidFill>
            <a:ln w="28575" cap="sq">
              <a:solidFill>
                <a:srgbClr val="FFBD00"/>
              </a:solidFill>
              <a:prstDash val="sysDot"/>
              <a:miter/>
            </a:ln>
          </p:spPr>
        </p:sp>
        <p:sp>
          <p:nvSpPr>
            <p:cNvPr name="TextBox 15" id="15"/>
            <p:cNvSpPr txBox="true"/>
            <p:nvPr/>
          </p:nvSpPr>
          <p:spPr>
            <a:xfrm>
              <a:off x="0" y="-47625"/>
              <a:ext cx="1144561" cy="277277"/>
            </a:xfrm>
            <a:prstGeom prst="rect">
              <a:avLst/>
            </a:prstGeom>
          </p:spPr>
          <p:txBody>
            <a:bodyPr anchor="ctr" rtlCol="false" tIns="50800" lIns="50800" bIns="50800" rIns="50800"/>
            <a:lstStyle/>
            <a:p>
              <a:pPr algn="ctr">
                <a:lnSpc>
                  <a:spcPts val="3359"/>
                </a:lnSpc>
              </a:pPr>
            </a:p>
          </p:txBody>
        </p:sp>
      </p:grpSp>
      <p:sp>
        <p:nvSpPr>
          <p:cNvPr name="TextBox 16" id="16"/>
          <p:cNvSpPr txBox="true"/>
          <p:nvPr/>
        </p:nvSpPr>
        <p:spPr>
          <a:xfrm rot="0">
            <a:off x="4989873" y="6700558"/>
            <a:ext cx="3091360" cy="555625"/>
          </a:xfrm>
          <a:prstGeom prst="rect">
            <a:avLst/>
          </a:prstGeom>
        </p:spPr>
        <p:txBody>
          <a:bodyPr anchor="t" rtlCol="false" tIns="0" lIns="0" bIns="0" rIns="0">
            <a:spAutoFit/>
          </a:bodyPr>
          <a:lstStyle/>
          <a:p>
            <a:pPr algn="l" marL="0" indent="0" lvl="0">
              <a:lnSpc>
                <a:spcPts val="4550"/>
              </a:lnSpc>
              <a:spcBef>
                <a:spcPct val="0"/>
              </a:spcBef>
            </a:pPr>
            <a:r>
              <a:rPr lang="en-US" b="true" sz="3500">
                <a:solidFill>
                  <a:srgbClr val="FFBD00"/>
                </a:solidFill>
                <a:latin typeface="Open Sauce Bold"/>
                <a:ea typeface="Open Sauce Bold"/>
                <a:cs typeface="Open Sauce Bold"/>
                <a:sym typeface="Open Sauce Bold"/>
              </a:rPr>
              <a:t>Presentation</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0F1A38"/>
        </a:solidFill>
      </p:bgPr>
    </p:bg>
    <p:spTree>
      <p:nvGrpSpPr>
        <p:cNvPr id="1" name=""/>
        <p:cNvGrpSpPr/>
        <p:nvPr/>
      </p:nvGrpSpPr>
      <p:grpSpPr>
        <a:xfrm>
          <a:off x="0" y="0"/>
          <a:ext cx="0" cy="0"/>
          <a:chOff x="0" y="0"/>
          <a:chExt cx="0" cy="0"/>
        </a:xfrm>
      </p:grpSpPr>
      <p:sp>
        <p:nvSpPr>
          <p:cNvPr name="TextBox 2" id="2"/>
          <p:cNvSpPr txBox="true"/>
          <p:nvPr/>
        </p:nvSpPr>
        <p:spPr>
          <a:xfrm rot="0">
            <a:off x="1028700" y="1391066"/>
            <a:ext cx="13443114" cy="1053353"/>
          </a:xfrm>
          <a:prstGeom prst="rect">
            <a:avLst/>
          </a:prstGeom>
        </p:spPr>
        <p:txBody>
          <a:bodyPr anchor="t" rtlCol="false" tIns="0" lIns="0" bIns="0" rIns="0">
            <a:spAutoFit/>
          </a:bodyPr>
          <a:lstStyle/>
          <a:p>
            <a:pPr algn="l" marL="0" indent="0" lvl="0">
              <a:lnSpc>
                <a:spcPts val="8399"/>
              </a:lnSpc>
              <a:spcBef>
                <a:spcPct val="0"/>
              </a:spcBef>
            </a:pPr>
            <a:r>
              <a:rPr lang="en-US" b="true" sz="6999">
                <a:solidFill>
                  <a:srgbClr val="FFFFFF"/>
                </a:solidFill>
                <a:latin typeface="Century Gothic Paneuropean Heavy"/>
                <a:ea typeface="Century Gothic Paneuropean Heavy"/>
                <a:cs typeface="Century Gothic Paneuropean Heavy"/>
                <a:sym typeface="Century Gothic Paneuropean Heavy"/>
              </a:rPr>
              <a:t>How to Use This </a:t>
            </a:r>
            <a:r>
              <a:rPr lang="en-US" b="true" sz="6999">
                <a:solidFill>
                  <a:srgbClr val="9AD3F3"/>
                </a:solidFill>
                <a:latin typeface="Century Gothic Paneuropean Heavy"/>
                <a:ea typeface="Century Gothic Paneuropean Heavy"/>
                <a:cs typeface="Century Gothic Paneuropean Heavy"/>
                <a:sym typeface="Century Gothic Paneuropean Heavy"/>
              </a:rPr>
              <a:t>Presentation</a:t>
            </a:r>
          </a:p>
        </p:txBody>
      </p:sp>
      <p:sp>
        <p:nvSpPr>
          <p:cNvPr name="TextBox 3" id="3"/>
          <p:cNvSpPr txBox="true"/>
          <p:nvPr/>
        </p:nvSpPr>
        <p:spPr>
          <a:xfrm rot="0">
            <a:off x="812683" y="3738079"/>
            <a:ext cx="5083290" cy="4111625"/>
          </a:xfrm>
          <a:prstGeom prst="rect">
            <a:avLst/>
          </a:prstGeom>
        </p:spPr>
        <p:txBody>
          <a:bodyPr anchor="t" rtlCol="false" tIns="0" lIns="0" bIns="0" rIns="0">
            <a:spAutoFit/>
          </a:bodyPr>
          <a:lstStyle/>
          <a:p>
            <a:pPr algn="l" marL="431802" indent="-215901" lvl="1">
              <a:lnSpc>
                <a:spcPts val="2800"/>
              </a:lnSpc>
              <a:buFont typeface="Arial"/>
              <a:buChar char="•"/>
            </a:pPr>
            <a:r>
              <a:rPr lang="en-US" sz="2000">
                <a:solidFill>
                  <a:srgbClr val="FFFFFF"/>
                </a:solidFill>
                <a:latin typeface="Open Sauce"/>
                <a:ea typeface="Open Sauce"/>
                <a:cs typeface="Open Sauce"/>
                <a:sym typeface="Open Sauce"/>
              </a:rPr>
              <a:t>Click on the "Google Slides" button below this presentation preview. Make sure to sign in to your Google account. </a:t>
            </a:r>
            <a:r>
              <a:rPr lang="en-US" sz="2000">
                <a:solidFill>
                  <a:srgbClr val="FFFFFF"/>
                </a:solidFill>
                <a:latin typeface="Open Sauce"/>
                <a:ea typeface="Open Sauce"/>
                <a:cs typeface="Open Sauce"/>
                <a:sym typeface="Open Sauce"/>
              </a:rPr>
              <a:t>Click on "Make a copy." Start editing your presentation.</a:t>
            </a:r>
          </a:p>
          <a:p>
            <a:pPr algn="l" marL="431802" indent="-215901" lvl="1">
              <a:lnSpc>
                <a:spcPts val="2800"/>
              </a:lnSpc>
              <a:buFont typeface="Arial"/>
              <a:buChar char="•"/>
            </a:pPr>
            <a:r>
              <a:rPr lang="en-US" sz="2000" u="sng">
                <a:solidFill>
                  <a:srgbClr val="FFFFFF"/>
                </a:solidFill>
                <a:latin typeface="Open Sauce"/>
                <a:ea typeface="Open Sauce"/>
                <a:cs typeface="Open Sauce"/>
                <a:sym typeface="Open Sauce"/>
              </a:rPr>
              <a:t>Alternative:</a:t>
            </a:r>
            <a:r>
              <a:rPr lang="en-US" sz="2000">
                <a:solidFill>
                  <a:srgbClr val="FFFFFF"/>
                </a:solidFill>
                <a:latin typeface="Open Sauce"/>
                <a:ea typeface="Open Sauce"/>
                <a:cs typeface="Open Sauce"/>
                <a:sym typeface="Open Sauce"/>
              </a:rPr>
              <a:t> Click on the "Share" button on the top right corner in Canva and click on "More" at the bottom of the menu. Enter "Google Drive" in the search bar and click on the GDrive icon to add this design as a Google slide in your GDrive.</a:t>
            </a:r>
          </a:p>
        </p:txBody>
      </p:sp>
      <p:sp>
        <p:nvSpPr>
          <p:cNvPr name="TextBox 4" id="4"/>
          <p:cNvSpPr txBox="true"/>
          <p:nvPr/>
        </p:nvSpPr>
        <p:spPr>
          <a:xfrm rot="0">
            <a:off x="1028700" y="2977725"/>
            <a:ext cx="5141301" cy="555625"/>
          </a:xfrm>
          <a:prstGeom prst="rect">
            <a:avLst/>
          </a:prstGeom>
        </p:spPr>
        <p:txBody>
          <a:bodyPr anchor="t" rtlCol="false" tIns="0" lIns="0" bIns="0" rIns="0">
            <a:spAutoFit/>
          </a:bodyPr>
          <a:lstStyle/>
          <a:p>
            <a:pPr algn="l" marL="0" indent="0" lvl="0">
              <a:lnSpc>
                <a:spcPts val="4550"/>
              </a:lnSpc>
              <a:spcBef>
                <a:spcPct val="0"/>
              </a:spcBef>
            </a:pPr>
            <a:r>
              <a:rPr lang="en-US" b="true" sz="3500">
                <a:solidFill>
                  <a:srgbClr val="FFBD00"/>
                </a:solidFill>
                <a:latin typeface="Open Sauce Bold"/>
                <a:ea typeface="Open Sauce Bold"/>
                <a:cs typeface="Open Sauce Bold"/>
                <a:sym typeface="Open Sauce Bold"/>
              </a:rPr>
              <a:t>Google Slides</a:t>
            </a:r>
          </a:p>
        </p:txBody>
      </p:sp>
      <p:sp>
        <p:nvSpPr>
          <p:cNvPr name="TextBox 5" id="5"/>
          <p:cNvSpPr txBox="true"/>
          <p:nvPr/>
        </p:nvSpPr>
        <p:spPr>
          <a:xfrm rot="0">
            <a:off x="7243554" y="3738079"/>
            <a:ext cx="4361845" cy="4111625"/>
          </a:xfrm>
          <a:prstGeom prst="rect">
            <a:avLst/>
          </a:prstGeom>
        </p:spPr>
        <p:txBody>
          <a:bodyPr anchor="t" rtlCol="false" tIns="0" lIns="0" bIns="0" rIns="0">
            <a:spAutoFit/>
          </a:bodyPr>
          <a:lstStyle/>
          <a:p>
            <a:pPr algn="l" marL="431802" indent="-215901" lvl="1">
              <a:lnSpc>
                <a:spcPts val="2800"/>
              </a:lnSpc>
              <a:buFont typeface="Arial"/>
              <a:buChar char="•"/>
            </a:pPr>
            <a:r>
              <a:rPr lang="en-US" sz="2000">
                <a:solidFill>
                  <a:srgbClr val="FFFFFF"/>
                </a:solidFill>
                <a:latin typeface="Open Sauce"/>
                <a:ea typeface="Open Sauce"/>
                <a:cs typeface="Open Sauce"/>
                <a:sym typeface="Open Sauce"/>
              </a:rPr>
              <a:t>Click on the "PowerPoint" button below this presentation preview. </a:t>
            </a:r>
            <a:r>
              <a:rPr lang="en-US" sz="2000">
                <a:solidFill>
                  <a:srgbClr val="FFFFFF"/>
                </a:solidFill>
                <a:latin typeface="Open Sauce"/>
                <a:ea typeface="Open Sauce"/>
                <a:cs typeface="Open Sauce"/>
                <a:sym typeface="Open Sauce"/>
              </a:rPr>
              <a:t>Start editing your presentation.</a:t>
            </a:r>
          </a:p>
          <a:p>
            <a:pPr algn="l" marL="431802" indent="-215901" lvl="1">
              <a:lnSpc>
                <a:spcPts val="2800"/>
              </a:lnSpc>
              <a:buFont typeface="Arial"/>
              <a:buChar char="•"/>
            </a:pPr>
            <a:r>
              <a:rPr lang="en-US" sz="2000" u="sng">
                <a:solidFill>
                  <a:srgbClr val="FFFFFF"/>
                </a:solidFill>
                <a:latin typeface="Open Sauce"/>
                <a:ea typeface="Open Sauce"/>
                <a:cs typeface="Open Sauce"/>
                <a:sym typeface="Open Sauce"/>
              </a:rPr>
              <a:t>Alternative:</a:t>
            </a:r>
            <a:r>
              <a:rPr lang="en-US" sz="2000">
                <a:solidFill>
                  <a:srgbClr val="FFFFFF"/>
                </a:solidFill>
                <a:latin typeface="Open Sauce"/>
                <a:ea typeface="Open Sauce"/>
                <a:cs typeface="Open Sauce"/>
                <a:sym typeface="Open Sauce"/>
              </a:rPr>
              <a:t> From Canva template file, Click on the "Share" button on the top right corner in Canva and click on "More" at the bottom of the menu. Enter "PowerPoint" in the search bar and click on the PowerPoint icon to download.</a:t>
            </a:r>
          </a:p>
        </p:txBody>
      </p:sp>
      <p:sp>
        <p:nvSpPr>
          <p:cNvPr name="TextBox 6" id="6"/>
          <p:cNvSpPr txBox="true"/>
          <p:nvPr/>
        </p:nvSpPr>
        <p:spPr>
          <a:xfrm rot="0">
            <a:off x="7537020" y="2977725"/>
            <a:ext cx="5141301" cy="555625"/>
          </a:xfrm>
          <a:prstGeom prst="rect">
            <a:avLst/>
          </a:prstGeom>
        </p:spPr>
        <p:txBody>
          <a:bodyPr anchor="t" rtlCol="false" tIns="0" lIns="0" bIns="0" rIns="0">
            <a:spAutoFit/>
          </a:bodyPr>
          <a:lstStyle/>
          <a:p>
            <a:pPr algn="l" marL="0" indent="0" lvl="0">
              <a:lnSpc>
                <a:spcPts val="4550"/>
              </a:lnSpc>
              <a:spcBef>
                <a:spcPct val="0"/>
              </a:spcBef>
            </a:pPr>
            <a:r>
              <a:rPr lang="en-US" b="true" sz="3500">
                <a:solidFill>
                  <a:srgbClr val="FFBD00"/>
                </a:solidFill>
                <a:latin typeface="Open Sauce Bold"/>
                <a:ea typeface="Open Sauce Bold"/>
                <a:cs typeface="Open Sauce Bold"/>
                <a:sym typeface="Open Sauce Bold"/>
              </a:rPr>
              <a:t>PowerPoint</a:t>
            </a:r>
          </a:p>
        </p:txBody>
      </p:sp>
      <p:sp>
        <p:nvSpPr>
          <p:cNvPr name="TextBox 7" id="7"/>
          <p:cNvSpPr txBox="true"/>
          <p:nvPr/>
        </p:nvSpPr>
        <p:spPr>
          <a:xfrm rot="0">
            <a:off x="13134295" y="3738079"/>
            <a:ext cx="3395916" cy="2428501"/>
          </a:xfrm>
          <a:prstGeom prst="rect">
            <a:avLst/>
          </a:prstGeom>
        </p:spPr>
        <p:txBody>
          <a:bodyPr anchor="t" rtlCol="false" tIns="0" lIns="0" bIns="0" rIns="0">
            <a:spAutoFit/>
          </a:bodyPr>
          <a:lstStyle/>
          <a:p>
            <a:pPr algn="l" marL="431802" indent="-215901" lvl="1">
              <a:lnSpc>
                <a:spcPts val="2800"/>
              </a:lnSpc>
              <a:buFont typeface="Arial"/>
              <a:buChar char="•"/>
            </a:pPr>
            <a:r>
              <a:rPr lang="en-US" sz="2000">
                <a:solidFill>
                  <a:srgbClr val="FFFFFF"/>
                </a:solidFill>
                <a:latin typeface="Open Sauce"/>
                <a:ea typeface="Open Sauce"/>
                <a:cs typeface="Open Sauce"/>
                <a:sym typeface="Open Sauce"/>
              </a:rPr>
              <a:t>Click on the "Canva" button under this presentation preview. </a:t>
            </a:r>
            <a:r>
              <a:rPr lang="en-US" sz="2000">
                <a:solidFill>
                  <a:srgbClr val="FFFFFF"/>
                </a:solidFill>
                <a:latin typeface="Open Sauce"/>
                <a:ea typeface="Open Sauce"/>
                <a:cs typeface="Open Sauce"/>
                <a:sym typeface="Open Sauce"/>
              </a:rPr>
              <a:t>Start editing your presentation. You need to sign in to your Canva account.</a:t>
            </a:r>
          </a:p>
        </p:txBody>
      </p:sp>
      <p:sp>
        <p:nvSpPr>
          <p:cNvPr name="TextBox 8" id="8"/>
          <p:cNvSpPr txBox="true"/>
          <p:nvPr/>
        </p:nvSpPr>
        <p:spPr>
          <a:xfrm rot="0">
            <a:off x="13328391" y="2977725"/>
            <a:ext cx="5141301" cy="555625"/>
          </a:xfrm>
          <a:prstGeom prst="rect">
            <a:avLst/>
          </a:prstGeom>
        </p:spPr>
        <p:txBody>
          <a:bodyPr anchor="t" rtlCol="false" tIns="0" lIns="0" bIns="0" rIns="0">
            <a:spAutoFit/>
          </a:bodyPr>
          <a:lstStyle/>
          <a:p>
            <a:pPr algn="l" marL="0" indent="0" lvl="0">
              <a:lnSpc>
                <a:spcPts val="4550"/>
              </a:lnSpc>
              <a:spcBef>
                <a:spcPct val="0"/>
              </a:spcBef>
            </a:pPr>
            <a:r>
              <a:rPr lang="en-US" b="true" sz="3500">
                <a:solidFill>
                  <a:srgbClr val="FFBD00"/>
                </a:solidFill>
                <a:latin typeface="Open Sauce Bold"/>
                <a:ea typeface="Open Sauce Bold"/>
                <a:cs typeface="Open Sauce Bold"/>
                <a:sym typeface="Open Sauce Bold"/>
              </a:rPr>
              <a:t>Canva</a:t>
            </a:r>
          </a:p>
        </p:txBody>
      </p:sp>
      <p:sp>
        <p:nvSpPr>
          <p:cNvPr name="Freeform 9" id="9"/>
          <p:cNvSpPr/>
          <p:nvPr/>
        </p:nvSpPr>
        <p:spPr>
          <a:xfrm flipH="false" flipV="false" rot="-4707040">
            <a:off x="12940426" y="-6691360"/>
            <a:ext cx="10477445" cy="10787589"/>
          </a:xfrm>
          <a:custGeom>
            <a:avLst/>
            <a:gdLst/>
            <a:ahLst/>
            <a:cxnLst/>
            <a:rect r="r" b="b" t="t" l="l"/>
            <a:pathLst>
              <a:path h="10787589" w="10477445">
                <a:moveTo>
                  <a:pt x="0" y="0"/>
                </a:moveTo>
                <a:lnTo>
                  <a:pt x="10477446" y="0"/>
                </a:lnTo>
                <a:lnTo>
                  <a:pt x="10477446" y="10787589"/>
                </a:lnTo>
                <a:lnTo>
                  <a:pt x="0" y="10787589"/>
                </a:lnTo>
                <a:lnTo>
                  <a:pt x="0" y="0"/>
                </a:lnTo>
                <a:close/>
              </a:path>
            </a:pathLst>
          </a:custGeom>
          <a:blipFill>
            <a:blip r:embed="rId2"/>
            <a:stretch>
              <a:fillRect l="0" t="0" r="0" b="0"/>
            </a:stretch>
          </a:blipFill>
        </p:spPr>
      </p:sp>
      <p:sp>
        <p:nvSpPr>
          <p:cNvPr name="Freeform 10" id="10"/>
          <p:cNvSpPr/>
          <p:nvPr/>
        </p:nvSpPr>
        <p:spPr>
          <a:xfrm flipH="false" flipV="false" rot="10222227">
            <a:off x="8131923" y="8783878"/>
            <a:ext cx="13549543" cy="13950624"/>
          </a:xfrm>
          <a:custGeom>
            <a:avLst/>
            <a:gdLst/>
            <a:ahLst/>
            <a:cxnLst/>
            <a:rect r="r" b="b" t="t" l="l"/>
            <a:pathLst>
              <a:path h="13950624" w="13549543">
                <a:moveTo>
                  <a:pt x="0" y="0"/>
                </a:moveTo>
                <a:lnTo>
                  <a:pt x="13549543" y="0"/>
                </a:lnTo>
                <a:lnTo>
                  <a:pt x="13549543" y="13950623"/>
                </a:lnTo>
                <a:lnTo>
                  <a:pt x="0" y="13950623"/>
                </a:lnTo>
                <a:lnTo>
                  <a:pt x="0" y="0"/>
                </a:lnTo>
                <a:close/>
              </a:path>
            </a:pathLst>
          </a:custGeom>
          <a:blipFill>
            <a:blip r:embed="rId2"/>
            <a:stretch>
              <a:fillRect l="0" t="0" r="0" b="0"/>
            </a:stretch>
          </a:blipFill>
        </p:spPr>
      </p:sp>
      <p:sp>
        <p:nvSpPr>
          <p:cNvPr name="Freeform 11" id="11"/>
          <p:cNvSpPr/>
          <p:nvPr/>
        </p:nvSpPr>
        <p:spPr>
          <a:xfrm flipH="false" flipV="false" rot="0">
            <a:off x="14048149" y="7160457"/>
            <a:ext cx="2011307" cy="2097843"/>
          </a:xfrm>
          <a:custGeom>
            <a:avLst/>
            <a:gdLst/>
            <a:ahLst/>
            <a:cxnLst/>
            <a:rect r="r" b="b" t="t" l="l"/>
            <a:pathLst>
              <a:path h="2097843" w="2011307">
                <a:moveTo>
                  <a:pt x="0" y="0"/>
                </a:moveTo>
                <a:lnTo>
                  <a:pt x="2011307" y="0"/>
                </a:lnTo>
                <a:lnTo>
                  <a:pt x="2011307" y="2097843"/>
                </a:lnTo>
                <a:lnTo>
                  <a:pt x="0" y="2097843"/>
                </a:lnTo>
                <a:lnTo>
                  <a:pt x="0" y="0"/>
                </a:lnTo>
                <a:close/>
              </a:path>
            </a:pathLst>
          </a:custGeom>
          <a:blipFill>
            <a:blip r:embed="rId3"/>
            <a:stretch>
              <a:fillRect l="0" t="0" r="0" b="0"/>
            </a:stretch>
          </a:blipFill>
        </p:spPr>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0F1A38"/>
        </a:solidFill>
      </p:bgPr>
    </p:bg>
    <p:spTree>
      <p:nvGrpSpPr>
        <p:cNvPr id="1" name=""/>
        <p:cNvGrpSpPr/>
        <p:nvPr/>
      </p:nvGrpSpPr>
      <p:grpSpPr>
        <a:xfrm>
          <a:off x="0" y="0"/>
          <a:ext cx="0" cy="0"/>
          <a:chOff x="0" y="0"/>
          <a:chExt cx="0" cy="0"/>
        </a:xfrm>
      </p:grpSpPr>
      <p:sp>
        <p:nvSpPr>
          <p:cNvPr name="TextBox 2" id="2"/>
          <p:cNvSpPr txBox="true"/>
          <p:nvPr/>
        </p:nvSpPr>
        <p:spPr>
          <a:xfrm rot="0">
            <a:off x="2976210" y="1112490"/>
            <a:ext cx="7378075" cy="1376643"/>
          </a:xfrm>
          <a:prstGeom prst="rect">
            <a:avLst/>
          </a:prstGeom>
        </p:spPr>
        <p:txBody>
          <a:bodyPr anchor="t" rtlCol="false" tIns="0" lIns="0" bIns="0" rIns="0">
            <a:spAutoFit/>
          </a:bodyPr>
          <a:lstStyle/>
          <a:p>
            <a:pPr algn="just" marL="0" indent="0" lvl="0">
              <a:lnSpc>
                <a:spcPts val="10800"/>
              </a:lnSpc>
              <a:spcBef>
                <a:spcPct val="0"/>
              </a:spcBef>
            </a:pPr>
            <a:r>
              <a:rPr lang="en-US" b="true" sz="9000">
                <a:solidFill>
                  <a:srgbClr val="FFBD00"/>
                </a:solidFill>
                <a:latin typeface="Century Gothic Paneuropean Heavy"/>
                <a:ea typeface="Century Gothic Paneuropean Heavy"/>
                <a:cs typeface="Century Gothic Paneuropean Heavy"/>
                <a:sym typeface="Century Gothic Paneuropean Heavy"/>
              </a:rPr>
              <a:t>Introduction</a:t>
            </a:r>
          </a:p>
        </p:txBody>
      </p:sp>
      <p:sp>
        <p:nvSpPr>
          <p:cNvPr name="TextBox 3" id="3"/>
          <p:cNvSpPr txBox="true"/>
          <p:nvPr/>
        </p:nvSpPr>
        <p:spPr>
          <a:xfrm rot="0">
            <a:off x="2976210" y="2760249"/>
            <a:ext cx="5320741" cy="1035685"/>
          </a:xfrm>
          <a:prstGeom prst="rect">
            <a:avLst/>
          </a:prstGeom>
        </p:spPr>
        <p:txBody>
          <a:bodyPr anchor="t" rtlCol="false" tIns="0" lIns="0" bIns="0" rIns="0">
            <a:spAutoFit/>
          </a:bodyPr>
          <a:lstStyle/>
          <a:p>
            <a:pPr algn="l" marL="0" indent="0" lvl="0">
              <a:lnSpc>
                <a:spcPts val="4160"/>
              </a:lnSpc>
              <a:spcBef>
                <a:spcPct val="0"/>
              </a:spcBef>
            </a:pPr>
            <a:r>
              <a:rPr lang="en-US" sz="3200" u="none">
                <a:solidFill>
                  <a:srgbClr val="FFFFFF"/>
                </a:solidFill>
                <a:latin typeface="Open Sauce"/>
                <a:ea typeface="Open Sauce"/>
                <a:cs typeface="Open Sauce"/>
                <a:sym typeface="Open Sauce"/>
              </a:rPr>
              <a:t>Elaborate on what you want to discuss. </a:t>
            </a:r>
          </a:p>
        </p:txBody>
      </p:sp>
      <p:sp>
        <p:nvSpPr>
          <p:cNvPr name="Freeform 4" id="4"/>
          <p:cNvSpPr/>
          <p:nvPr/>
        </p:nvSpPr>
        <p:spPr>
          <a:xfrm flipH="false" flipV="false" rot="9088730">
            <a:off x="7969983" y="2794613"/>
            <a:ext cx="23309203" cy="23999179"/>
          </a:xfrm>
          <a:custGeom>
            <a:avLst/>
            <a:gdLst/>
            <a:ahLst/>
            <a:cxnLst/>
            <a:rect r="r" b="b" t="t" l="l"/>
            <a:pathLst>
              <a:path h="23999179" w="23309203">
                <a:moveTo>
                  <a:pt x="0" y="0"/>
                </a:moveTo>
                <a:lnTo>
                  <a:pt x="23309203" y="0"/>
                </a:lnTo>
                <a:lnTo>
                  <a:pt x="23309203" y="23999179"/>
                </a:lnTo>
                <a:lnTo>
                  <a:pt x="0" y="23999179"/>
                </a:lnTo>
                <a:lnTo>
                  <a:pt x="0" y="0"/>
                </a:lnTo>
                <a:close/>
              </a:path>
            </a:pathLst>
          </a:custGeom>
          <a:blipFill>
            <a:blip r:embed="rId2"/>
            <a:stretch>
              <a:fillRect l="0" t="0" r="0" b="0"/>
            </a:stretch>
          </a:blipFill>
        </p:spPr>
      </p:sp>
      <p:sp>
        <p:nvSpPr>
          <p:cNvPr name="Freeform 5" id="5"/>
          <p:cNvSpPr/>
          <p:nvPr/>
        </p:nvSpPr>
        <p:spPr>
          <a:xfrm flipH="false" flipV="false" rot="0">
            <a:off x="7191609" y="2050367"/>
            <a:ext cx="9915291" cy="5859036"/>
          </a:xfrm>
          <a:custGeom>
            <a:avLst/>
            <a:gdLst/>
            <a:ahLst/>
            <a:cxnLst/>
            <a:rect r="r" b="b" t="t" l="l"/>
            <a:pathLst>
              <a:path h="5859036" w="9915291">
                <a:moveTo>
                  <a:pt x="0" y="0"/>
                </a:moveTo>
                <a:lnTo>
                  <a:pt x="9915291" y="0"/>
                </a:lnTo>
                <a:lnTo>
                  <a:pt x="9915291" y="5859036"/>
                </a:lnTo>
                <a:lnTo>
                  <a:pt x="0" y="585903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6" id="6"/>
          <p:cNvGrpSpPr/>
          <p:nvPr/>
        </p:nvGrpSpPr>
        <p:grpSpPr>
          <a:xfrm rot="0">
            <a:off x="1319243" y="0"/>
            <a:ext cx="1262136" cy="3795934"/>
            <a:chOff x="0" y="0"/>
            <a:chExt cx="332414" cy="999752"/>
          </a:xfrm>
        </p:grpSpPr>
        <p:sp>
          <p:nvSpPr>
            <p:cNvPr name="Freeform 7" id="7"/>
            <p:cNvSpPr/>
            <p:nvPr/>
          </p:nvSpPr>
          <p:spPr>
            <a:xfrm flipH="false" flipV="false" rot="0">
              <a:off x="0" y="0"/>
              <a:ext cx="332414" cy="999752"/>
            </a:xfrm>
            <a:custGeom>
              <a:avLst/>
              <a:gdLst/>
              <a:ahLst/>
              <a:cxnLst/>
              <a:rect r="r" b="b" t="t" l="l"/>
              <a:pathLst>
                <a:path h="999752" w="332414">
                  <a:moveTo>
                    <a:pt x="0" y="0"/>
                  </a:moveTo>
                  <a:lnTo>
                    <a:pt x="332414" y="0"/>
                  </a:lnTo>
                  <a:lnTo>
                    <a:pt x="332414" y="999752"/>
                  </a:lnTo>
                  <a:lnTo>
                    <a:pt x="0" y="999752"/>
                  </a:lnTo>
                  <a:close/>
                </a:path>
              </a:pathLst>
            </a:custGeom>
            <a:solidFill>
              <a:srgbClr val="5E83DF"/>
            </a:solidFill>
          </p:spPr>
        </p:sp>
        <p:sp>
          <p:nvSpPr>
            <p:cNvPr name="TextBox 8" id="8"/>
            <p:cNvSpPr txBox="true"/>
            <p:nvPr/>
          </p:nvSpPr>
          <p:spPr>
            <a:xfrm>
              <a:off x="0" y="-47625"/>
              <a:ext cx="332414" cy="1047377"/>
            </a:xfrm>
            <a:prstGeom prst="rect">
              <a:avLst/>
            </a:prstGeom>
          </p:spPr>
          <p:txBody>
            <a:bodyPr anchor="ctr" rtlCol="false" tIns="50800" lIns="50800" bIns="50800" rIns="50800"/>
            <a:lstStyle/>
            <a:p>
              <a:pPr algn="ctr">
                <a:lnSpc>
                  <a:spcPts val="3359"/>
                </a:lnSpc>
              </a:pPr>
            </a:p>
          </p:txBody>
        </p:sp>
      </p:grpSp>
      <p:sp>
        <p:nvSpPr>
          <p:cNvPr name="TextBox 9" id="9"/>
          <p:cNvSpPr txBox="true"/>
          <p:nvPr/>
        </p:nvSpPr>
        <p:spPr>
          <a:xfrm rot="0">
            <a:off x="1708237" y="1195358"/>
            <a:ext cx="873142" cy="1386168"/>
          </a:xfrm>
          <a:prstGeom prst="rect">
            <a:avLst/>
          </a:prstGeom>
        </p:spPr>
        <p:txBody>
          <a:bodyPr anchor="t" rtlCol="false" tIns="0" lIns="0" bIns="0" rIns="0">
            <a:spAutoFit/>
          </a:bodyPr>
          <a:lstStyle/>
          <a:p>
            <a:pPr algn="just" marL="0" indent="0" lvl="0">
              <a:lnSpc>
                <a:spcPts val="10800"/>
              </a:lnSpc>
              <a:spcBef>
                <a:spcPct val="0"/>
              </a:spcBef>
            </a:pPr>
            <a:r>
              <a:rPr lang="en-US" sz="9000">
                <a:solidFill>
                  <a:srgbClr val="FFFFFF"/>
                </a:solidFill>
                <a:latin typeface="Space Age"/>
                <a:ea typeface="Space Age"/>
                <a:cs typeface="Space Age"/>
                <a:sym typeface="Space Age"/>
              </a:rPr>
              <a:t>1</a:t>
            </a:r>
          </a:p>
        </p:txBody>
      </p:sp>
      <p:sp>
        <p:nvSpPr>
          <p:cNvPr name="Freeform 10" id="10"/>
          <p:cNvSpPr/>
          <p:nvPr/>
        </p:nvSpPr>
        <p:spPr>
          <a:xfrm flipH="false" flipV="false" rot="-10800000">
            <a:off x="3147660" y="5493063"/>
            <a:ext cx="3114230" cy="3114230"/>
          </a:xfrm>
          <a:custGeom>
            <a:avLst/>
            <a:gdLst/>
            <a:ahLst/>
            <a:cxnLst/>
            <a:rect r="r" b="b" t="t" l="l"/>
            <a:pathLst>
              <a:path h="3114230" w="3114230">
                <a:moveTo>
                  <a:pt x="0" y="0"/>
                </a:moveTo>
                <a:lnTo>
                  <a:pt x="3114230" y="0"/>
                </a:lnTo>
                <a:lnTo>
                  <a:pt x="3114230" y="3114230"/>
                </a:lnTo>
                <a:lnTo>
                  <a:pt x="0" y="3114230"/>
                </a:lnTo>
                <a:lnTo>
                  <a:pt x="0" y="0"/>
                </a:lnTo>
                <a:close/>
              </a:path>
            </a:pathLst>
          </a:custGeom>
          <a:blipFill>
            <a:blip r:embed="rId5"/>
            <a:stretch>
              <a:fillRect l="0" t="0" r="0" b="0"/>
            </a:stretch>
          </a:blipFill>
        </p:spPr>
      </p:sp>
      <p:sp>
        <p:nvSpPr>
          <p:cNvPr name="Freeform 11" id="11"/>
          <p:cNvSpPr/>
          <p:nvPr/>
        </p:nvSpPr>
        <p:spPr>
          <a:xfrm flipH="false" flipV="false" rot="-3788830">
            <a:off x="-6205720" y="7552028"/>
            <a:ext cx="10230618" cy="10533455"/>
          </a:xfrm>
          <a:custGeom>
            <a:avLst/>
            <a:gdLst/>
            <a:ahLst/>
            <a:cxnLst/>
            <a:rect r="r" b="b" t="t" l="l"/>
            <a:pathLst>
              <a:path h="10533455" w="10230618">
                <a:moveTo>
                  <a:pt x="0" y="0"/>
                </a:moveTo>
                <a:lnTo>
                  <a:pt x="10230618" y="0"/>
                </a:lnTo>
                <a:lnTo>
                  <a:pt x="10230618" y="10533455"/>
                </a:lnTo>
                <a:lnTo>
                  <a:pt x="0" y="10533455"/>
                </a:lnTo>
                <a:lnTo>
                  <a:pt x="0" y="0"/>
                </a:lnTo>
                <a:close/>
              </a:path>
            </a:pathLst>
          </a:custGeom>
          <a:blipFill>
            <a:blip r:embed="rId2"/>
            <a:stretch>
              <a:fillRect l="0" t="0" r="0" b="0"/>
            </a:stretch>
          </a:blipFill>
        </p:spPr>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0F1A38"/>
        </a:solidFill>
      </p:bgPr>
    </p:bg>
    <p:spTree>
      <p:nvGrpSpPr>
        <p:cNvPr id="1" name=""/>
        <p:cNvGrpSpPr/>
        <p:nvPr/>
      </p:nvGrpSpPr>
      <p:grpSpPr>
        <a:xfrm>
          <a:off x="0" y="0"/>
          <a:ext cx="0" cy="0"/>
          <a:chOff x="0" y="0"/>
          <a:chExt cx="0" cy="0"/>
        </a:xfrm>
      </p:grpSpPr>
      <p:sp>
        <p:nvSpPr>
          <p:cNvPr name="Freeform 2" id="2"/>
          <p:cNvSpPr/>
          <p:nvPr/>
        </p:nvSpPr>
        <p:spPr>
          <a:xfrm flipH="false" flipV="false" rot="-1968467">
            <a:off x="-5167282" y="-8540290"/>
            <a:ext cx="13785009" cy="14193060"/>
          </a:xfrm>
          <a:custGeom>
            <a:avLst/>
            <a:gdLst/>
            <a:ahLst/>
            <a:cxnLst/>
            <a:rect r="r" b="b" t="t" l="l"/>
            <a:pathLst>
              <a:path h="14193060" w="13785009">
                <a:moveTo>
                  <a:pt x="0" y="0"/>
                </a:moveTo>
                <a:lnTo>
                  <a:pt x="13785009" y="0"/>
                </a:lnTo>
                <a:lnTo>
                  <a:pt x="13785009" y="14193059"/>
                </a:lnTo>
                <a:lnTo>
                  <a:pt x="0" y="14193059"/>
                </a:lnTo>
                <a:lnTo>
                  <a:pt x="0" y="0"/>
                </a:lnTo>
                <a:close/>
              </a:path>
            </a:pathLst>
          </a:custGeom>
          <a:blipFill>
            <a:blip r:embed="rId2"/>
            <a:stretch>
              <a:fillRect l="0" t="0" r="0" b="0"/>
            </a:stretch>
          </a:blipFill>
        </p:spPr>
      </p:sp>
      <p:sp>
        <p:nvSpPr>
          <p:cNvPr name="TextBox 3" id="3"/>
          <p:cNvSpPr txBox="true"/>
          <p:nvPr/>
        </p:nvSpPr>
        <p:spPr>
          <a:xfrm rot="0">
            <a:off x="1365337" y="6326710"/>
            <a:ext cx="15557326" cy="1376643"/>
          </a:xfrm>
          <a:prstGeom prst="rect">
            <a:avLst/>
          </a:prstGeom>
        </p:spPr>
        <p:txBody>
          <a:bodyPr anchor="t" rtlCol="false" tIns="0" lIns="0" bIns="0" rIns="0">
            <a:spAutoFit/>
          </a:bodyPr>
          <a:lstStyle/>
          <a:p>
            <a:pPr algn="ctr">
              <a:lnSpc>
                <a:spcPts val="10800"/>
              </a:lnSpc>
            </a:pPr>
            <a:r>
              <a:rPr lang="en-US" b="true" sz="9000">
                <a:solidFill>
                  <a:srgbClr val="FFFFFF"/>
                </a:solidFill>
                <a:latin typeface="Century Gothic Paneuropean Heavy"/>
                <a:ea typeface="Century Gothic Paneuropean Heavy"/>
                <a:cs typeface="Century Gothic Paneuropean Heavy"/>
                <a:sym typeface="Century Gothic Paneuropean Heavy"/>
              </a:rPr>
              <a:t>Welcome T</a:t>
            </a:r>
            <a:r>
              <a:rPr lang="en-US" b="true" sz="9000">
                <a:solidFill>
                  <a:srgbClr val="FFFFFF"/>
                </a:solidFill>
                <a:latin typeface="Century Gothic Paneuropean Heavy"/>
                <a:ea typeface="Century Gothic Paneuropean Heavy"/>
                <a:cs typeface="Century Gothic Paneuropean Heavy"/>
                <a:sym typeface="Century Gothic Paneuropean Heavy"/>
              </a:rPr>
              <a:t>o </a:t>
            </a:r>
            <a:r>
              <a:rPr lang="en-US" b="true" sz="9000">
                <a:solidFill>
                  <a:srgbClr val="FFBD00"/>
                </a:solidFill>
                <a:latin typeface="Century Gothic Paneuropean Heavy"/>
                <a:ea typeface="Century Gothic Paneuropean Heavy"/>
                <a:cs typeface="Century Gothic Paneuropean Heavy"/>
                <a:sym typeface="Century Gothic Paneuropean Heavy"/>
              </a:rPr>
              <a:t>Presentation</a:t>
            </a:r>
          </a:p>
        </p:txBody>
      </p:sp>
      <p:sp>
        <p:nvSpPr>
          <p:cNvPr name="TextBox 4" id="4"/>
          <p:cNvSpPr txBox="true"/>
          <p:nvPr/>
        </p:nvSpPr>
        <p:spPr>
          <a:xfrm rot="0">
            <a:off x="1365337" y="8010320"/>
            <a:ext cx="15557326" cy="1127125"/>
          </a:xfrm>
          <a:prstGeom prst="rect">
            <a:avLst/>
          </a:prstGeom>
        </p:spPr>
        <p:txBody>
          <a:bodyPr anchor="t" rtlCol="false" tIns="0" lIns="0" bIns="0" rIns="0">
            <a:spAutoFit/>
          </a:bodyPr>
          <a:lstStyle/>
          <a:p>
            <a:pPr algn="ctr">
              <a:lnSpc>
                <a:spcPts val="4550"/>
              </a:lnSpc>
            </a:pPr>
            <a:r>
              <a:rPr lang="en-US" sz="3500">
                <a:solidFill>
                  <a:srgbClr val="FFFFFF"/>
                </a:solidFill>
                <a:latin typeface="Open Sauce"/>
                <a:ea typeface="Open Sauce"/>
                <a:cs typeface="Open Sauce"/>
                <a:sym typeface="Open Sauce"/>
              </a:rPr>
              <a:t>I'm Rain, and I'll be sharing with you my beautiful ideas. </a:t>
            </a:r>
          </a:p>
          <a:p>
            <a:pPr algn="ctr">
              <a:lnSpc>
                <a:spcPts val="4550"/>
              </a:lnSpc>
            </a:pPr>
            <a:r>
              <a:rPr lang="en-US" sz="3500">
                <a:solidFill>
                  <a:srgbClr val="FFFFFF"/>
                </a:solidFill>
                <a:latin typeface="Open Sauce"/>
                <a:ea typeface="Open Sauce"/>
                <a:cs typeface="Open Sauce"/>
                <a:sym typeface="Open Sauce"/>
              </a:rPr>
              <a:t>Follow me at @reallygreatsite to learn more.</a:t>
            </a:r>
            <a:r>
              <a:rPr lang="en-US" sz="3500">
                <a:solidFill>
                  <a:srgbClr val="FFFFFF"/>
                </a:solidFill>
                <a:latin typeface="Open Sauce"/>
                <a:ea typeface="Open Sauce"/>
                <a:cs typeface="Open Sauce"/>
                <a:sym typeface="Open Sauce"/>
              </a:rPr>
              <a:t> </a:t>
            </a:r>
          </a:p>
        </p:txBody>
      </p:sp>
      <p:sp>
        <p:nvSpPr>
          <p:cNvPr name="Freeform 5" id="5"/>
          <p:cNvSpPr/>
          <p:nvPr/>
        </p:nvSpPr>
        <p:spPr>
          <a:xfrm flipH="false" flipV="false" rot="0">
            <a:off x="5802265" y="1028700"/>
            <a:ext cx="5996095" cy="4666052"/>
          </a:xfrm>
          <a:custGeom>
            <a:avLst/>
            <a:gdLst/>
            <a:ahLst/>
            <a:cxnLst/>
            <a:rect r="r" b="b" t="t" l="l"/>
            <a:pathLst>
              <a:path h="4666052" w="5996095">
                <a:moveTo>
                  <a:pt x="0" y="0"/>
                </a:moveTo>
                <a:lnTo>
                  <a:pt x="5996095" y="0"/>
                </a:lnTo>
                <a:lnTo>
                  <a:pt x="5996095" y="4666052"/>
                </a:lnTo>
                <a:lnTo>
                  <a:pt x="0" y="4666052"/>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6" id="6"/>
          <p:cNvSpPr/>
          <p:nvPr/>
        </p:nvSpPr>
        <p:spPr>
          <a:xfrm flipH="false" flipV="false" rot="-1968467">
            <a:off x="10366795" y="-8367735"/>
            <a:ext cx="13785009" cy="14193060"/>
          </a:xfrm>
          <a:custGeom>
            <a:avLst/>
            <a:gdLst/>
            <a:ahLst/>
            <a:cxnLst/>
            <a:rect r="r" b="b" t="t" l="l"/>
            <a:pathLst>
              <a:path h="14193060" w="13785009">
                <a:moveTo>
                  <a:pt x="0" y="0"/>
                </a:moveTo>
                <a:lnTo>
                  <a:pt x="13785010" y="0"/>
                </a:lnTo>
                <a:lnTo>
                  <a:pt x="13785010" y="14193060"/>
                </a:lnTo>
                <a:lnTo>
                  <a:pt x="0" y="14193060"/>
                </a:lnTo>
                <a:lnTo>
                  <a:pt x="0" y="0"/>
                </a:lnTo>
                <a:close/>
              </a:path>
            </a:pathLst>
          </a:custGeom>
          <a:blipFill>
            <a:blip r:embed="rId2"/>
            <a:stretch>
              <a:fillRect l="0" t="0" r="0" b="0"/>
            </a:stretch>
          </a:blipFill>
        </p:spPr>
      </p:sp>
      <p:sp>
        <p:nvSpPr>
          <p:cNvPr name="Freeform 7" id="7"/>
          <p:cNvSpPr/>
          <p:nvPr/>
        </p:nvSpPr>
        <p:spPr>
          <a:xfrm flipH="false" flipV="false" rot="0">
            <a:off x="13438901" y="3361726"/>
            <a:ext cx="1183728" cy="1183728"/>
          </a:xfrm>
          <a:custGeom>
            <a:avLst/>
            <a:gdLst/>
            <a:ahLst/>
            <a:cxnLst/>
            <a:rect r="r" b="b" t="t" l="l"/>
            <a:pathLst>
              <a:path h="1183728" w="1183728">
                <a:moveTo>
                  <a:pt x="0" y="0"/>
                </a:moveTo>
                <a:lnTo>
                  <a:pt x="1183728" y="0"/>
                </a:lnTo>
                <a:lnTo>
                  <a:pt x="1183728" y="1183728"/>
                </a:lnTo>
                <a:lnTo>
                  <a:pt x="0" y="1183728"/>
                </a:lnTo>
                <a:lnTo>
                  <a:pt x="0" y="0"/>
                </a:lnTo>
                <a:close/>
              </a:path>
            </a:pathLst>
          </a:custGeom>
          <a:blipFill>
            <a:blip r:embed="rId5"/>
            <a:stretch>
              <a:fillRect l="0" t="0" r="0" b="0"/>
            </a:stretch>
          </a:blipFill>
        </p:spPr>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0F1A38"/>
        </a:solidFill>
      </p:bgPr>
    </p:bg>
    <p:spTree>
      <p:nvGrpSpPr>
        <p:cNvPr id="1" name=""/>
        <p:cNvGrpSpPr/>
        <p:nvPr/>
      </p:nvGrpSpPr>
      <p:grpSpPr>
        <a:xfrm>
          <a:off x="0" y="0"/>
          <a:ext cx="0" cy="0"/>
          <a:chOff x="0" y="0"/>
          <a:chExt cx="0" cy="0"/>
        </a:xfrm>
      </p:grpSpPr>
      <p:sp>
        <p:nvSpPr>
          <p:cNvPr name="Freeform 2" id="2"/>
          <p:cNvSpPr/>
          <p:nvPr/>
        </p:nvSpPr>
        <p:spPr>
          <a:xfrm flipH="false" flipV="false" rot="1085310">
            <a:off x="-3040866" y="-1328282"/>
            <a:ext cx="24464304" cy="25188473"/>
          </a:xfrm>
          <a:custGeom>
            <a:avLst/>
            <a:gdLst/>
            <a:ahLst/>
            <a:cxnLst/>
            <a:rect r="r" b="b" t="t" l="l"/>
            <a:pathLst>
              <a:path h="25188473" w="24464304">
                <a:moveTo>
                  <a:pt x="0" y="0"/>
                </a:moveTo>
                <a:lnTo>
                  <a:pt x="24464304" y="0"/>
                </a:lnTo>
                <a:lnTo>
                  <a:pt x="24464304" y="25188472"/>
                </a:lnTo>
                <a:lnTo>
                  <a:pt x="0" y="25188472"/>
                </a:lnTo>
                <a:lnTo>
                  <a:pt x="0" y="0"/>
                </a:lnTo>
                <a:close/>
              </a:path>
            </a:pathLst>
          </a:custGeom>
          <a:blipFill>
            <a:blip r:embed="rId2"/>
            <a:stretch>
              <a:fillRect l="0" t="0" r="0" b="0"/>
            </a:stretch>
          </a:blipFill>
        </p:spPr>
      </p:sp>
      <p:grpSp>
        <p:nvGrpSpPr>
          <p:cNvPr name="Group 3" id="3"/>
          <p:cNvGrpSpPr/>
          <p:nvPr/>
        </p:nvGrpSpPr>
        <p:grpSpPr>
          <a:xfrm rot="0">
            <a:off x="3285785" y="2559726"/>
            <a:ext cx="5115265" cy="5468299"/>
            <a:chOff x="0" y="0"/>
            <a:chExt cx="6820353" cy="7291065"/>
          </a:xfrm>
        </p:grpSpPr>
        <p:grpSp>
          <p:nvGrpSpPr>
            <p:cNvPr name="Group 4" id="4"/>
            <p:cNvGrpSpPr/>
            <p:nvPr/>
          </p:nvGrpSpPr>
          <p:grpSpPr>
            <a:xfrm rot="0">
              <a:off x="0" y="0"/>
              <a:ext cx="6820353" cy="7291065"/>
              <a:chOff x="0" y="0"/>
              <a:chExt cx="1347230" cy="1440210"/>
            </a:xfrm>
          </p:grpSpPr>
          <p:sp>
            <p:nvSpPr>
              <p:cNvPr name="Freeform 5" id="5"/>
              <p:cNvSpPr/>
              <p:nvPr/>
            </p:nvSpPr>
            <p:spPr>
              <a:xfrm flipH="false" flipV="false" rot="0">
                <a:off x="0" y="0"/>
                <a:ext cx="1347230" cy="1440210"/>
              </a:xfrm>
              <a:custGeom>
                <a:avLst/>
                <a:gdLst/>
                <a:ahLst/>
                <a:cxnLst/>
                <a:rect r="r" b="b" t="t" l="l"/>
                <a:pathLst>
                  <a:path h="1440210" w="1347230">
                    <a:moveTo>
                      <a:pt x="25729" y="0"/>
                    </a:moveTo>
                    <a:lnTo>
                      <a:pt x="1321501" y="0"/>
                    </a:lnTo>
                    <a:cubicBezTo>
                      <a:pt x="1335711" y="0"/>
                      <a:pt x="1347230" y="11519"/>
                      <a:pt x="1347230" y="25729"/>
                    </a:cubicBezTo>
                    <a:lnTo>
                      <a:pt x="1347230" y="1414481"/>
                    </a:lnTo>
                    <a:cubicBezTo>
                      <a:pt x="1347230" y="1428691"/>
                      <a:pt x="1335711" y="1440210"/>
                      <a:pt x="1321501" y="1440210"/>
                    </a:cubicBezTo>
                    <a:lnTo>
                      <a:pt x="25729" y="1440210"/>
                    </a:lnTo>
                    <a:cubicBezTo>
                      <a:pt x="11519" y="1440210"/>
                      <a:pt x="0" y="1428691"/>
                      <a:pt x="0" y="1414481"/>
                    </a:cubicBezTo>
                    <a:lnTo>
                      <a:pt x="0" y="25729"/>
                    </a:lnTo>
                    <a:cubicBezTo>
                      <a:pt x="0" y="11519"/>
                      <a:pt x="11519" y="0"/>
                      <a:pt x="25729" y="0"/>
                    </a:cubicBezTo>
                    <a:close/>
                  </a:path>
                </a:pathLst>
              </a:custGeom>
              <a:solidFill>
                <a:srgbClr val="0F1A38"/>
              </a:solidFill>
              <a:ln w="28575" cap="sq">
                <a:solidFill>
                  <a:srgbClr val="FFBD00"/>
                </a:solidFill>
                <a:prstDash val="sysDot"/>
                <a:miter/>
              </a:ln>
            </p:spPr>
          </p:sp>
          <p:sp>
            <p:nvSpPr>
              <p:cNvPr name="TextBox 6" id="6"/>
              <p:cNvSpPr txBox="true"/>
              <p:nvPr/>
            </p:nvSpPr>
            <p:spPr>
              <a:xfrm>
                <a:off x="0" y="-47625"/>
                <a:ext cx="1347230" cy="1487835"/>
              </a:xfrm>
              <a:prstGeom prst="rect">
                <a:avLst/>
              </a:prstGeom>
            </p:spPr>
            <p:txBody>
              <a:bodyPr anchor="ctr" rtlCol="false" tIns="50800" lIns="50800" bIns="50800" rIns="50800"/>
              <a:lstStyle/>
              <a:p>
                <a:pPr algn="ctr">
                  <a:lnSpc>
                    <a:spcPts val="3359"/>
                  </a:lnSpc>
                </a:pPr>
              </a:p>
            </p:txBody>
          </p:sp>
        </p:grpSp>
        <p:sp>
          <p:nvSpPr>
            <p:cNvPr name="TextBox 7" id="7"/>
            <p:cNvSpPr txBox="true"/>
            <p:nvPr/>
          </p:nvSpPr>
          <p:spPr>
            <a:xfrm rot="0">
              <a:off x="708187" y="790493"/>
              <a:ext cx="4657790" cy="791882"/>
            </a:xfrm>
            <a:prstGeom prst="rect">
              <a:avLst/>
            </a:prstGeom>
          </p:spPr>
          <p:txBody>
            <a:bodyPr anchor="t" rtlCol="false" tIns="0" lIns="0" bIns="0" rIns="0">
              <a:spAutoFit/>
            </a:bodyPr>
            <a:lstStyle/>
            <a:p>
              <a:pPr algn="l" marL="0" indent="0" lvl="0">
                <a:lnSpc>
                  <a:spcPts val="4799"/>
                </a:lnSpc>
                <a:spcBef>
                  <a:spcPct val="0"/>
                </a:spcBef>
              </a:pPr>
              <a:r>
                <a:rPr lang="en-US" b="true" sz="3999">
                  <a:solidFill>
                    <a:srgbClr val="FFBD00"/>
                  </a:solidFill>
                  <a:latin typeface="Century Gothic Paneuropean Heavy"/>
                  <a:ea typeface="Century Gothic Paneuropean Heavy"/>
                  <a:cs typeface="Century Gothic Paneuropean Heavy"/>
                  <a:sym typeface="Century Gothic Paneuropean Heavy"/>
                </a:rPr>
                <a:t>IMPORTANCE</a:t>
              </a:r>
            </a:p>
          </p:txBody>
        </p:sp>
        <p:sp>
          <p:nvSpPr>
            <p:cNvPr name="TextBox 8" id="8"/>
            <p:cNvSpPr txBox="true"/>
            <p:nvPr/>
          </p:nvSpPr>
          <p:spPr>
            <a:xfrm rot="0">
              <a:off x="708187" y="1865040"/>
              <a:ext cx="4657790" cy="1071992"/>
            </a:xfrm>
            <a:prstGeom prst="rect">
              <a:avLst/>
            </a:prstGeom>
          </p:spPr>
          <p:txBody>
            <a:bodyPr anchor="t" rtlCol="false" tIns="0" lIns="0" bIns="0" rIns="0">
              <a:spAutoFit/>
            </a:bodyPr>
            <a:lstStyle/>
            <a:p>
              <a:pPr algn="l" marL="0" indent="0" lvl="0">
                <a:lnSpc>
                  <a:spcPts val="3359"/>
                </a:lnSpc>
                <a:spcBef>
                  <a:spcPct val="0"/>
                </a:spcBef>
              </a:pPr>
              <a:r>
                <a:rPr lang="en-US" sz="2399">
                  <a:solidFill>
                    <a:srgbClr val="FFFFFF"/>
                  </a:solidFill>
                  <a:latin typeface="Open Sauce"/>
                  <a:ea typeface="Open Sauce"/>
                  <a:cs typeface="Open Sauce"/>
                  <a:sym typeface="Open Sauce"/>
                </a:rPr>
                <a:t>Enter your grand vision statement!</a:t>
              </a:r>
            </a:p>
          </p:txBody>
        </p:sp>
        <p:sp>
          <p:nvSpPr>
            <p:cNvPr name="Freeform 9" id="9"/>
            <p:cNvSpPr/>
            <p:nvPr/>
          </p:nvSpPr>
          <p:spPr>
            <a:xfrm flipH="false" flipV="false" rot="0">
              <a:off x="1595632" y="3711390"/>
              <a:ext cx="2882900" cy="2882900"/>
            </a:xfrm>
            <a:custGeom>
              <a:avLst/>
              <a:gdLst/>
              <a:ahLst/>
              <a:cxnLst/>
              <a:rect r="r" b="b" t="t" l="l"/>
              <a:pathLst>
                <a:path h="2882900" w="2882900">
                  <a:moveTo>
                    <a:pt x="0" y="0"/>
                  </a:moveTo>
                  <a:lnTo>
                    <a:pt x="2882900" y="0"/>
                  </a:lnTo>
                  <a:lnTo>
                    <a:pt x="2882900" y="2882900"/>
                  </a:lnTo>
                  <a:lnTo>
                    <a:pt x="0" y="288290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grpSp>
        <p:nvGrpSpPr>
          <p:cNvPr name="Group 10" id="10"/>
          <p:cNvGrpSpPr/>
          <p:nvPr/>
        </p:nvGrpSpPr>
        <p:grpSpPr>
          <a:xfrm rot="0">
            <a:off x="9191286" y="2559726"/>
            <a:ext cx="5115265" cy="5468299"/>
            <a:chOff x="0" y="0"/>
            <a:chExt cx="6820353" cy="7291065"/>
          </a:xfrm>
        </p:grpSpPr>
        <p:grpSp>
          <p:nvGrpSpPr>
            <p:cNvPr name="Group 11" id="11"/>
            <p:cNvGrpSpPr/>
            <p:nvPr/>
          </p:nvGrpSpPr>
          <p:grpSpPr>
            <a:xfrm rot="0">
              <a:off x="0" y="0"/>
              <a:ext cx="6820353" cy="7291065"/>
              <a:chOff x="0" y="0"/>
              <a:chExt cx="1347230" cy="1440210"/>
            </a:xfrm>
          </p:grpSpPr>
          <p:sp>
            <p:nvSpPr>
              <p:cNvPr name="Freeform 12" id="12"/>
              <p:cNvSpPr/>
              <p:nvPr/>
            </p:nvSpPr>
            <p:spPr>
              <a:xfrm flipH="false" flipV="false" rot="0">
                <a:off x="0" y="0"/>
                <a:ext cx="1347230" cy="1440210"/>
              </a:xfrm>
              <a:custGeom>
                <a:avLst/>
                <a:gdLst/>
                <a:ahLst/>
                <a:cxnLst/>
                <a:rect r="r" b="b" t="t" l="l"/>
                <a:pathLst>
                  <a:path h="1440210" w="1347230">
                    <a:moveTo>
                      <a:pt x="25729" y="0"/>
                    </a:moveTo>
                    <a:lnTo>
                      <a:pt x="1321501" y="0"/>
                    </a:lnTo>
                    <a:cubicBezTo>
                      <a:pt x="1335711" y="0"/>
                      <a:pt x="1347230" y="11519"/>
                      <a:pt x="1347230" y="25729"/>
                    </a:cubicBezTo>
                    <a:lnTo>
                      <a:pt x="1347230" y="1414481"/>
                    </a:lnTo>
                    <a:cubicBezTo>
                      <a:pt x="1347230" y="1428691"/>
                      <a:pt x="1335711" y="1440210"/>
                      <a:pt x="1321501" y="1440210"/>
                    </a:cubicBezTo>
                    <a:lnTo>
                      <a:pt x="25729" y="1440210"/>
                    </a:lnTo>
                    <a:cubicBezTo>
                      <a:pt x="11519" y="1440210"/>
                      <a:pt x="0" y="1428691"/>
                      <a:pt x="0" y="1414481"/>
                    </a:cubicBezTo>
                    <a:lnTo>
                      <a:pt x="0" y="25729"/>
                    </a:lnTo>
                    <a:cubicBezTo>
                      <a:pt x="0" y="11519"/>
                      <a:pt x="11519" y="0"/>
                      <a:pt x="25729" y="0"/>
                    </a:cubicBezTo>
                    <a:close/>
                  </a:path>
                </a:pathLst>
              </a:custGeom>
              <a:solidFill>
                <a:srgbClr val="0F1A38"/>
              </a:solidFill>
              <a:ln w="28575" cap="sq">
                <a:solidFill>
                  <a:srgbClr val="FFBD00"/>
                </a:solidFill>
                <a:prstDash val="sysDot"/>
                <a:miter/>
              </a:ln>
            </p:spPr>
          </p:sp>
          <p:sp>
            <p:nvSpPr>
              <p:cNvPr name="TextBox 13" id="13"/>
              <p:cNvSpPr txBox="true"/>
              <p:nvPr/>
            </p:nvSpPr>
            <p:spPr>
              <a:xfrm>
                <a:off x="0" y="-47625"/>
                <a:ext cx="1347230" cy="1487835"/>
              </a:xfrm>
              <a:prstGeom prst="rect">
                <a:avLst/>
              </a:prstGeom>
            </p:spPr>
            <p:txBody>
              <a:bodyPr anchor="ctr" rtlCol="false" tIns="50800" lIns="50800" bIns="50800" rIns="50800"/>
              <a:lstStyle/>
              <a:p>
                <a:pPr algn="ctr">
                  <a:lnSpc>
                    <a:spcPts val="3359"/>
                  </a:lnSpc>
                </a:pPr>
              </a:p>
            </p:txBody>
          </p:sp>
        </p:grpSp>
        <p:sp>
          <p:nvSpPr>
            <p:cNvPr name="Freeform 14" id="14"/>
            <p:cNvSpPr/>
            <p:nvPr/>
          </p:nvSpPr>
          <p:spPr>
            <a:xfrm flipH="false" flipV="false" rot="0">
              <a:off x="2249796" y="3645533"/>
              <a:ext cx="2320760" cy="2811494"/>
            </a:xfrm>
            <a:custGeom>
              <a:avLst/>
              <a:gdLst/>
              <a:ahLst/>
              <a:cxnLst/>
              <a:rect r="r" b="b" t="t" l="l"/>
              <a:pathLst>
                <a:path h="2811494" w="2320760">
                  <a:moveTo>
                    <a:pt x="0" y="0"/>
                  </a:moveTo>
                  <a:lnTo>
                    <a:pt x="2320761" y="0"/>
                  </a:lnTo>
                  <a:lnTo>
                    <a:pt x="2320761" y="2811494"/>
                  </a:lnTo>
                  <a:lnTo>
                    <a:pt x="0" y="2811494"/>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5" id="15"/>
            <p:cNvSpPr txBox="true"/>
            <p:nvPr/>
          </p:nvSpPr>
          <p:spPr>
            <a:xfrm rot="0">
              <a:off x="708187" y="790493"/>
              <a:ext cx="4657790" cy="791882"/>
            </a:xfrm>
            <a:prstGeom prst="rect">
              <a:avLst/>
            </a:prstGeom>
          </p:spPr>
          <p:txBody>
            <a:bodyPr anchor="t" rtlCol="false" tIns="0" lIns="0" bIns="0" rIns="0">
              <a:spAutoFit/>
            </a:bodyPr>
            <a:lstStyle/>
            <a:p>
              <a:pPr algn="l" marL="0" indent="0" lvl="0">
                <a:lnSpc>
                  <a:spcPts val="4799"/>
                </a:lnSpc>
                <a:spcBef>
                  <a:spcPct val="0"/>
                </a:spcBef>
              </a:pPr>
              <a:r>
                <a:rPr lang="en-US" b="true" sz="3999">
                  <a:solidFill>
                    <a:srgbClr val="FFBD00"/>
                  </a:solidFill>
                  <a:latin typeface="Century Gothic Paneuropean Heavy"/>
                  <a:ea typeface="Century Gothic Paneuropean Heavy"/>
                  <a:cs typeface="Century Gothic Paneuropean Heavy"/>
                  <a:sym typeface="Century Gothic Paneuropean Heavy"/>
                </a:rPr>
                <a:t>UTILITY</a:t>
              </a:r>
            </a:p>
          </p:txBody>
        </p:sp>
        <p:sp>
          <p:nvSpPr>
            <p:cNvPr name="TextBox 16" id="16"/>
            <p:cNvSpPr txBox="true"/>
            <p:nvPr/>
          </p:nvSpPr>
          <p:spPr>
            <a:xfrm rot="0">
              <a:off x="708187" y="1865040"/>
              <a:ext cx="4657790" cy="1071992"/>
            </a:xfrm>
            <a:prstGeom prst="rect">
              <a:avLst/>
            </a:prstGeom>
          </p:spPr>
          <p:txBody>
            <a:bodyPr anchor="t" rtlCol="false" tIns="0" lIns="0" bIns="0" rIns="0">
              <a:spAutoFit/>
            </a:bodyPr>
            <a:lstStyle/>
            <a:p>
              <a:pPr algn="l" marL="0" indent="0" lvl="0">
                <a:lnSpc>
                  <a:spcPts val="3359"/>
                </a:lnSpc>
                <a:spcBef>
                  <a:spcPct val="0"/>
                </a:spcBef>
              </a:pPr>
              <a:r>
                <a:rPr lang="en-US" sz="2399">
                  <a:solidFill>
                    <a:srgbClr val="FFFFFF"/>
                  </a:solidFill>
                  <a:latin typeface="Open Sauce"/>
                  <a:ea typeface="Open Sauce"/>
                  <a:cs typeface="Open Sauce"/>
                  <a:sym typeface="Open Sauce"/>
                </a:rPr>
                <a:t>Enter your grand vision statement!</a:t>
              </a:r>
            </a:p>
          </p:txBody>
        </p:sp>
      </p:grpSp>
      <p:sp>
        <p:nvSpPr>
          <p:cNvPr name="Freeform 17" id="17"/>
          <p:cNvSpPr/>
          <p:nvPr/>
        </p:nvSpPr>
        <p:spPr>
          <a:xfrm flipH="false" flipV="false" rot="0">
            <a:off x="1028700" y="746494"/>
            <a:ext cx="1813232" cy="1813232"/>
          </a:xfrm>
          <a:custGeom>
            <a:avLst/>
            <a:gdLst/>
            <a:ahLst/>
            <a:cxnLst/>
            <a:rect r="r" b="b" t="t" l="l"/>
            <a:pathLst>
              <a:path h="1813232" w="1813232">
                <a:moveTo>
                  <a:pt x="0" y="0"/>
                </a:moveTo>
                <a:lnTo>
                  <a:pt x="1813232" y="0"/>
                </a:lnTo>
                <a:lnTo>
                  <a:pt x="1813232" y="1813232"/>
                </a:lnTo>
                <a:lnTo>
                  <a:pt x="0" y="1813232"/>
                </a:lnTo>
                <a:lnTo>
                  <a:pt x="0" y="0"/>
                </a:lnTo>
                <a:close/>
              </a:path>
            </a:pathLst>
          </a:custGeom>
          <a:blipFill>
            <a:blip r:embed="rId7"/>
            <a:stretch>
              <a:fillRect l="0" t="0" r="0" b="0"/>
            </a:stretch>
          </a:blipFill>
        </p:spPr>
      </p:sp>
      <p:sp>
        <p:nvSpPr>
          <p:cNvPr name="Freeform 18" id="18"/>
          <p:cNvSpPr/>
          <p:nvPr/>
        </p:nvSpPr>
        <p:spPr>
          <a:xfrm flipH="false" flipV="false" rot="0">
            <a:off x="16040083" y="1804315"/>
            <a:ext cx="1512712" cy="1510821"/>
          </a:xfrm>
          <a:custGeom>
            <a:avLst/>
            <a:gdLst/>
            <a:ahLst/>
            <a:cxnLst/>
            <a:rect r="r" b="b" t="t" l="l"/>
            <a:pathLst>
              <a:path h="1510821" w="1512712">
                <a:moveTo>
                  <a:pt x="0" y="0"/>
                </a:moveTo>
                <a:lnTo>
                  <a:pt x="1512712" y="0"/>
                </a:lnTo>
                <a:lnTo>
                  <a:pt x="1512712" y="1510821"/>
                </a:lnTo>
                <a:lnTo>
                  <a:pt x="0" y="1510821"/>
                </a:lnTo>
                <a:lnTo>
                  <a:pt x="0" y="0"/>
                </a:lnTo>
                <a:close/>
              </a:path>
            </a:pathLst>
          </a:custGeom>
          <a:blipFill>
            <a:blip r:embed="rId8"/>
            <a:stretch>
              <a:fillRect l="0" t="0" r="0" b="0"/>
            </a:stretch>
          </a:blipFill>
        </p:spPr>
      </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0F1A38"/>
        </a:solidFill>
      </p:bgPr>
    </p:bg>
    <p:spTree>
      <p:nvGrpSpPr>
        <p:cNvPr id="1" name=""/>
        <p:cNvGrpSpPr/>
        <p:nvPr/>
      </p:nvGrpSpPr>
      <p:grpSpPr>
        <a:xfrm>
          <a:off x="0" y="0"/>
          <a:ext cx="0" cy="0"/>
          <a:chOff x="0" y="0"/>
          <a:chExt cx="0" cy="0"/>
        </a:xfrm>
      </p:grpSpPr>
      <p:sp>
        <p:nvSpPr>
          <p:cNvPr name="TextBox 2" id="2"/>
          <p:cNvSpPr txBox="true"/>
          <p:nvPr/>
        </p:nvSpPr>
        <p:spPr>
          <a:xfrm rot="0">
            <a:off x="3057329" y="3577941"/>
            <a:ext cx="8217421" cy="1376643"/>
          </a:xfrm>
          <a:prstGeom prst="rect">
            <a:avLst/>
          </a:prstGeom>
        </p:spPr>
        <p:txBody>
          <a:bodyPr anchor="t" rtlCol="false" tIns="0" lIns="0" bIns="0" rIns="0">
            <a:spAutoFit/>
          </a:bodyPr>
          <a:lstStyle/>
          <a:p>
            <a:pPr algn="just" marL="0" indent="0" lvl="0">
              <a:lnSpc>
                <a:spcPts val="10800"/>
              </a:lnSpc>
              <a:spcBef>
                <a:spcPct val="0"/>
              </a:spcBef>
            </a:pPr>
            <a:r>
              <a:rPr lang="en-US" b="true" sz="9000">
                <a:solidFill>
                  <a:srgbClr val="FFBD00"/>
                </a:solidFill>
                <a:latin typeface="Century Gothic Paneuropean Heavy"/>
                <a:ea typeface="Century Gothic Paneuropean Heavy"/>
                <a:cs typeface="Century Gothic Paneuropean Heavy"/>
                <a:sym typeface="Century Gothic Paneuropean Heavy"/>
              </a:rPr>
              <a:t>Technologies</a:t>
            </a:r>
          </a:p>
        </p:txBody>
      </p:sp>
      <p:grpSp>
        <p:nvGrpSpPr>
          <p:cNvPr name="Group 3" id="3"/>
          <p:cNvGrpSpPr/>
          <p:nvPr/>
        </p:nvGrpSpPr>
        <p:grpSpPr>
          <a:xfrm rot="0">
            <a:off x="1319243" y="3371850"/>
            <a:ext cx="1262136" cy="6915150"/>
            <a:chOff x="0" y="0"/>
            <a:chExt cx="332414" cy="1821274"/>
          </a:xfrm>
        </p:grpSpPr>
        <p:sp>
          <p:nvSpPr>
            <p:cNvPr name="Freeform 4" id="4"/>
            <p:cNvSpPr/>
            <p:nvPr/>
          </p:nvSpPr>
          <p:spPr>
            <a:xfrm flipH="false" flipV="false" rot="0">
              <a:off x="0" y="0"/>
              <a:ext cx="332414" cy="1821274"/>
            </a:xfrm>
            <a:custGeom>
              <a:avLst/>
              <a:gdLst/>
              <a:ahLst/>
              <a:cxnLst/>
              <a:rect r="r" b="b" t="t" l="l"/>
              <a:pathLst>
                <a:path h="1821274" w="332414">
                  <a:moveTo>
                    <a:pt x="0" y="0"/>
                  </a:moveTo>
                  <a:lnTo>
                    <a:pt x="332414" y="0"/>
                  </a:lnTo>
                  <a:lnTo>
                    <a:pt x="332414" y="1821274"/>
                  </a:lnTo>
                  <a:lnTo>
                    <a:pt x="0" y="1821274"/>
                  </a:lnTo>
                  <a:close/>
                </a:path>
              </a:pathLst>
            </a:custGeom>
            <a:solidFill>
              <a:srgbClr val="5E83DF"/>
            </a:solidFill>
          </p:spPr>
        </p:sp>
        <p:sp>
          <p:nvSpPr>
            <p:cNvPr name="TextBox 5" id="5"/>
            <p:cNvSpPr txBox="true"/>
            <p:nvPr/>
          </p:nvSpPr>
          <p:spPr>
            <a:xfrm>
              <a:off x="0" y="-47625"/>
              <a:ext cx="332414" cy="1868899"/>
            </a:xfrm>
            <a:prstGeom prst="rect">
              <a:avLst/>
            </a:prstGeom>
          </p:spPr>
          <p:txBody>
            <a:bodyPr anchor="ctr" rtlCol="false" tIns="50800" lIns="50800" bIns="50800" rIns="50800"/>
            <a:lstStyle/>
            <a:p>
              <a:pPr algn="ctr">
                <a:lnSpc>
                  <a:spcPts val="3359"/>
                </a:lnSpc>
              </a:pPr>
            </a:p>
          </p:txBody>
        </p:sp>
      </p:grpSp>
      <p:sp>
        <p:nvSpPr>
          <p:cNvPr name="Freeform 6" id="6"/>
          <p:cNvSpPr/>
          <p:nvPr/>
        </p:nvSpPr>
        <p:spPr>
          <a:xfrm flipH="false" flipV="false" rot="0">
            <a:off x="10253857" y="-6528473"/>
            <a:ext cx="13257606" cy="13257606"/>
          </a:xfrm>
          <a:custGeom>
            <a:avLst/>
            <a:gdLst/>
            <a:ahLst/>
            <a:cxnLst/>
            <a:rect r="r" b="b" t="t" l="l"/>
            <a:pathLst>
              <a:path h="13257606" w="13257606">
                <a:moveTo>
                  <a:pt x="0" y="0"/>
                </a:moveTo>
                <a:lnTo>
                  <a:pt x="13257606" y="0"/>
                </a:lnTo>
                <a:lnTo>
                  <a:pt x="13257606" y="13257606"/>
                </a:lnTo>
                <a:lnTo>
                  <a:pt x="0" y="13257606"/>
                </a:lnTo>
                <a:lnTo>
                  <a:pt x="0" y="0"/>
                </a:lnTo>
                <a:close/>
              </a:path>
            </a:pathLst>
          </a:custGeom>
          <a:blipFill>
            <a:blip r:embed="rId2"/>
            <a:stretch>
              <a:fillRect l="0" t="0" r="0" b="0"/>
            </a:stretch>
          </a:blipFill>
        </p:spPr>
      </p:sp>
      <p:sp>
        <p:nvSpPr>
          <p:cNvPr name="Freeform 7" id="7"/>
          <p:cNvSpPr/>
          <p:nvPr/>
        </p:nvSpPr>
        <p:spPr>
          <a:xfrm flipH="false" flipV="false" rot="1186298">
            <a:off x="12317809" y="1055725"/>
            <a:ext cx="3501883" cy="7797716"/>
          </a:xfrm>
          <a:custGeom>
            <a:avLst/>
            <a:gdLst/>
            <a:ahLst/>
            <a:cxnLst/>
            <a:rect r="r" b="b" t="t" l="l"/>
            <a:pathLst>
              <a:path h="7797716" w="3501883">
                <a:moveTo>
                  <a:pt x="0" y="0"/>
                </a:moveTo>
                <a:lnTo>
                  <a:pt x="3501883" y="0"/>
                </a:lnTo>
                <a:lnTo>
                  <a:pt x="3501883" y="7797716"/>
                </a:lnTo>
                <a:lnTo>
                  <a:pt x="0" y="7797716"/>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8" id="8"/>
          <p:cNvSpPr/>
          <p:nvPr/>
        </p:nvSpPr>
        <p:spPr>
          <a:xfrm flipH="false" flipV="false" rot="-9678557">
            <a:off x="3804885" y="7918219"/>
            <a:ext cx="10230618" cy="10533455"/>
          </a:xfrm>
          <a:custGeom>
            <a:avLst/>
            <a:gdLst/>
            <a:ahLst/>
            <a:cxnLst/>
            <a:rect r="r" b="b" t="t" l="l"/>
            <a:pathLst>
              <a:path h="10533455" w="10230618">
                <a:moveTo>
                  <a:pt x="0" y="0"/>
                </a:moveTo>
                <a:lnTo>
                  <a:pt x="10230618" y="0"/>
                </a:lnTo>
                <a:lnTo>
                  <a:pt x="10230618" y="10533455"/>
                </a:lnTo>
                <a:lnTo>
                  <a:pt x="0" y="10533455"/>
                </a:lnTo>
                <a:lnTo>
                  <a:pt x="0" y="0"/>
                </a:lnTo>
                <a:close/>
              </a:path>
            </a:pathLst>
          </a:custGeom>
          <a:blipFill>
            <a:blip r:embed="rId5"/>
            <a:stretch>
              <a:fillRect l="0" t="0" r="0" b="0"/>
            </a:stretch>
          </a:blipFill>
        </p:spPr>
      </p:sp>
      <p:sp>
        <p:nvSpPr>
          <p:cNvPr name="Freeform 9" id="9"/>
          <p:cNvSpPr/>
          <p:nvPr/>
        </p:nvSpPr>
        <p:spPr>
          <a:xfrm flipH="false" flipV="false" rot="0">
            <a:off x="1794771" y="6999275"/>
            <a:ext cx="1573216" cy="1573216"/>
          </a:xfrm>
          <a:custGeom>
            <a:avLst/>
            <a:gdLst/>
            <a:ahLst/>
            <a:cxnLst/>
            <a:rect r="r" b="b" t="t" l="l"/>
            <a:pathLst>
              <a:path h="1573216" w="1573216">
                <a:moveTo>
                  <a:pt x="0" y="0"/>
                </a:moveTo>
                <a:lnTo>
                  <a:pt x="1573216" y="0"/>
                </a:lnTo>
                <a:lnTo>
                  <a:pt x="1573216" y="1573216"/>
                </a:lnTo>
                <a:lnTo>
                  <a:pt x="0" y="1573216"/>
                </a:lnTo>
                <a:lnTo>
                  <a:pt x="0" y="0"/>
                </a:lnTo>
                <a:close/>
              </a:path>
            </a:pathLst>
          </a:custGeom>
          <a:blipFill>
            <a:blip r:embed="rId6"/>
            <a:stretch>
              <a:fillRect l="0" t="0" r="0" b="0"/>
            </a:stretch>
          </a:blipFill>
        </p:spPr>
      </p:sp>
      <p:sp>
        <p:nvSpPr>
          <p:cNvPr name="Freeform 10" id="10"/>
          <p:cNvSpPr/>
          <p:nvPr/>
        </p:nvSpPr>
        <p:spPr>
          <a:xfrm flipH="false" flipV="false" rot="-1637068">
            <a:off x="-908206" y="-721176"/>
            <a:ext cx="4454898" cy="2940232"/>
          </a:xfrm>
          <a:custGeom>
            <a:avLst/>
            <a:gdLst/>
            <a:ahLst/>
            <a:cxnLst/>
            <a:rect r="r" b="b" t="t" l="l"/>
            <a:pathLst>
              <a:path h="2940232" w="4454898">
                <a:moveTo>
                  <a:pt x="0" y="0"/>
                </a:moveTo>
                <a:lnTo>
                  <a:pt x="4454898" y="0"/>
                </a:lnTo>
                <a:lnTo>
                  <a:pt x="4454898" y="2940232"/>
                </a:lnTo>
                <a:lnTo>
                  <a:pt x="0" y="2940232"/>
                </a:lnTo>
                <a:lnTo>
                  <a:pt x="0" y="0"/>
                </a:lnTo>
                <a:close/>
              </a:path>
            </a:pathLst>
          </a:custGeom>
          <a:blipFill>
            <a:blip r:embed="rId7"/>
            <a:stretch>
              <a:fillRect l="0" t="0" r="0" b="0"/>
            </a:stretch>
          </a:blipFill>
        </p:spPr>
      </p:sp>
      <p:sp>
        <p:nvSpPr>
          <p:cNvPr name="TextBox 11" id="11"/>
          <p:cNvSpPr txBox="true"/>
          <p:nvPr/>
        </p:nvSpPr>
        <p:spPr>
          <a:xfrm rot="0">
            <a:off x="3057329" y="5225766"/>
            <a:ext cx="5320741" cy="1035685"/>
          </a:xfrm>
          <a:prstGeom prst="rect">
            <a:avLst/>
          </a:prstGeom>
        </p:spPr>
        <p:txBody>
          <a:bodyPr anchor="t" rtlCol="false" tIns="0" lIns="0" bIns="0" rIns="0">
            <a:spAutoFit/>
          </a:bodyPr>
          <a:lstStyle/>
          <a:p>
            <a:pPr algn="l" marL="0" indent="0" lvl="0">
              <a:lnSpc>
                <a:spcPts val="4160"/>
              </a:lnSpc>
              <a:spcBef>
                <a:spcPct val="0"/>
              </a:spcBef>
            </a:pPr>
            <a:r>
              <a:rPr lang="en-US" sz="3200" u="none">
                <a:solidFill>
                  <a:srgbClr val="FFFFFF"/>
                </a:solidFill>
                <a:latin typeface="Open Sauce"/>
                <a:ea typeface="Open Sauce"/>
                <a:cs typeface="Open Sauce"/>
                <a:sym typeface="Open Sauce"/>
              </a:rPr>
              <a:t>Elaborate on what you want to discuss. </a:t>
            </a:r>
          </a:p>
        </p:txBody>
      </p:sp>
      <p:sp>
        <p:nvSpPr>
          <p:cNvPr name="TextBox 12" id="12"/>
          <p:cNvSpPr txBox="true"/>
          <p:nvPr/>
        </p:nvSpPr>
        <p:spPr>
          <a:xfrm rot="0">
            <a:off x="1513740" y="3787491"/>
            <a:ext cx="873142" cy="1386168"/>
          </a:xfrm>
          <a:prstGeom prst="rect">
            <a:avLst/>
          </a:prstGeom>
        </p:spPr>
        <p:txBody>
          <a:bodyPr anchor="t" rtlCol="false" tIns="0" lIns="0" bIns="0" rIns="0">
            <a:spAutoFit/>
          </a:bodyPr>
          <a:lstStyle/>
          <a:p>
            <a:pPr algn="just" marL="0" indent="0" lvl="0">
              <a:lnSpc>
                <a:spcPts val="10800"/>
              </a:lnSpc>
              <a:spcBef>
                <a:spcPct val="0"/>
              </a:spcBef>
            </a:pPr>
            <a:r>
              <a:rPr lang="en-US" sz="9000">
                <a:solidFill>
                  <a:srgbClr val="FFFFFF"/>
                </a:solidFill>
                <a:latin typeface="Space Age"/>
                <a:ea typeface="Space Age"/>
                <a:cs typeface="Space Age"/>
                <a:sym typeface="Space Age"/>
              </a:rPr>
              <a:t>2</a:t>
            </a:r>
          </a:p>
        </p:txBody>
      </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0F1A38"/>
        </a:solidFill>
      </p:bgPr>
    </p:bg>
    <p:spTree>
      <p:nvGrpSpPr>
        <p:cNvPr id="1" name=""/>
        <p:cNvGrpSpPr/>
        <p:nvPr/>
      </p:nvGrpSpPr>
      <p:grpSpPr>
        <a:xfrm>
          <a:off x="0" y="0"/>
          <a:ext cx="0" cy="0"/>
          <a:chOff x="0" y="0"/>
          <a:chExt cx="0" cy="0"/>
        </a:xfrm>
      </p:grpSpPr>
      <p:sp>
        <p:nvSpPr>
          <p:cNvPr name="Freeform 2" id="2"/>
          <p:cNvSpPr/>
          <p:nvPr/>
        </p:nvSpPr>
        <p:spPr>
          <a:xfrm flipH="false" flipV="false" rot="-1316328">
            <a:off x="-7826633" y="-10460757"/>
            <a:ext cx="13549543" cy="13950624"/>
          </a:xfrm>
          <a:custGeom>
            <a:avLst/>
            <a:gdLst/>
            <a:ahLst/>
            <a:cxnLst/>
            <a:rect r="r" b="b" t="t" l="l"/>
            <a:pathLst>
              <a:path h="13950624" w="13549543">
                <a:moveTo>
                  <a:pt x="0" y="0"/>
                </a:moveTo>
                <a:lnTo>
                  <a:pt x="13549543" y="0"/>
                </a:lnTo>
                <a:lnTo>
                  <a:pt x="13549543" y="13950623"/>
                </a:lnTo>
                <a:lnTo>
                  <a:pt x="0" y="13950623"/>
                </a:lnTo>
                <a:lnTo>
                  <a:pt x="0" y="0"/>
                </a:lnTo>
                <a:close/>
              </a:path>
            </a:pathLst>
          </a:custGeom>
          <a:blipFill>
            <a:blip r:embed="rId2"/>
            <a:stretch>
              <a:fillRect l="0" t="0" r="0" b="0"/>
            </a:stretch>
          </a:blipFill>
        </p:spPr>
      </p:sp>
      <p:sp>
        <p:nvSpPr>
          <p:cNvPr name="Freeform 3" id="3"/>
          <p:cNvSpPr/>
          <p:nvPr/>
        </p:nvSpPr>
        <p:spPr>
          <a:xfrm flipH="false" flipV="false" rot="6875063">
            <a:off x="11854468" y="369648"/>
            <a:ext cx="13257606" cy="13257606"/>
          </a:xfrm>
          <a:custGeom>
            <a:avLst/>
            <a:gdLst/>
            <a:ahLst/>
            <a:cxnLst/>
            <a:rect r="r" b="b" t="t" l="l"/>
            <a:pathLst>
              <a:path h="13257606" w="13257606">
                <a:moveTo>
                  <a:pt x="0" y="0"/>
                </a:moveTo>
                <a:lnTo>
                  <a:pt x="13257606" y="0"/>
                </a:lnTo>
                <a:lnTo>
                  <a:pt x="13257606" y="13257606"/>
                </a:lnTo>
                <a:lnTo>
                  <a:pt x="0" y="13257606"/>
                </a:lnTo>
                <a:lnTo>
                  <a:pt x="0" y="0"/>
                </a:lnTo>
                <a:close/>
              </a:path>
            </a:pathLst>
          </a:custGeom>
          <a:blipFill>
            <a:blip r:embed="rId3"/>
            <a:stretch>
              <a:fillRect l="0" t="0" r="0" b="0"/>
            </a:stretch>
          </a:blipFill>
        </p:spPr>
      </p:sp>
      <p:sp>
        <p:nvSpPr>
          <p:cNvPr name="Freeform 4" id="4"/>
          <p:cNvSpPr/>
          <p:nvPr/>
        </p:nvSpPr>
        <p:spPr>
          <a:xfrm flipH="false" flipV="false" rot="0">
            <a:off x="9457592" y="2636116"/>
            <a:ext cx="8201758" cy="5487722"/>
          </a:xfrm>
          <a:custGeom>
            <a:avLst/>
            <a:gdLst/>
            <a:ahLst/>
            <a:cxnLst/>
            <a:rect r="r" b="b" t="t" l="l"/>
            <a:pathLst>
              <a:path h="5487722" w="8201758">
                <a:moveTo>
                  <a:pt x="0" y="0"/>
                </a:moveTo>
                <a:lnTo>
                  <a:pt x="8201758" y="0"/>
                </a:lnTo>
                <a:lnTo>
                  <a:pt x="8201758" y="5487722"/>
                </a:lnTo>
                <a:lnTo>
                  <a:pt x="0" y="5487722"/>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0">
            <a:off x="13054000" y="1082562"/>
            <a:ext cx="1646150" cy="1553554"/>
          </a:xfrm>
          <a:custGeom>
            <a:avLst/>
            <a:gdLst/>
            <a:ahLst/>
            <a:cxnLst/>
            <a:rect r="r" b="b" t="t" l="l"/>
            <a:pathLst>
              <a:path h="1553554" w="1646150">
                <a:moveTo>
                  <a:pt x="0" y="0"/>
                </a:moveTo>
                <a:lnTo>
                  <a:pt x="1646150" y="0"/>
                </a:lnTo>
                <a:lnTo>
                  <a:pt x="1646150" y="1553554"/>
                </a:lnTo>
                <a:lnTo>
                  <a:pt x="0" y="1553554"/>
                </a:lnTo>
                <a:lnTo>
                  <a:pt x="0" y="0"/>
                </a:lnTo>
                <a:close/>
              </a:path>
            </a:pathLst>
          </a:custGeom>
          <a:blipFill>
            <a:blip r:embed="rId6"/>
            <a:stretch>
              <a:fillRect l="0" t="0" r="0" b="0"/>
            </a:stretch>
          </a:blipFill>
        </p:spPr>
      </p:sp>
      <p:sp>
        <p:nvSpPr>
          <p:cNvPr name="TextBox 6" id="6"/>
          <p:cNvSpPr txBox="true"/>
          <p:nvPr/>
        </p:nvSpPr>
        <p:spPr>
          <a:xfrm rot="0">
            <a:off x="1028700" y="1019175"/>
            <a:ext cx="7867650" cy="1376643"/>
          </a:xfrm>
          <a:prstGeom prst="rect">
            <a:avLst/>
          </a:prstGeom>
        </p:spPr>
        <p:txBody>
          <a:bodyPr anchor="t" rtlCol="false" tIns="0" lIns="0" bIns="0" rIns="0">
            <a:spAutoFit/>
          </a:bodyPr>
          <a:lstStyle/>
          <a:p>
            <a:pPr algn="l">
              <a:lnSpc>
                <a:spcPts val="10800"/>
              </a:lnSpc>
            </a:pPr>
            <a:r>
              <a:rPr lang="en-US" sz="9000" b="true">
                <a:solidFill>
                  <a:srgbClr val="FFFFFF"/>
                </a:solidFill>
                <a:latin typeface="Century Gothic Paneuropean Heavy"/>
                <a:ea typeface="Century Gothic Paneuropean Heavy"/>
                <a:cs typeface="Century Gothic Paneuropean Heavy"/>
                <a:sym typeface="Century Gothic Paneuropean Heavy"/>
              </a:rPr>
              <a:t>Satellites </a:t>
            </a:r>
            <a:r>
              <a:rPr lang="en-US" sz="9000" b="true">
                <a:solidFill>
                  <a:srgbClr val="FFBD00"/>
                </a:solidFill>
                <a:latin typeface="Century Gothic Paneuropean Heavy"/>
                <a:ea typeface="Century Gothic Paneuropean Heavy"/>
                <a:cs typeface="Century Gothic Paneuropean Heavy"/>
                <a:sym typeface="Century Gothic Paneuropean Heavy"/>
              </a:rPr>
              <a:t>role</a:t>
            </a:r>
          </a:p>
        </p:txBody>
      </p:sp>
      <p:sp>
        <p:nvSpPr>
          <p:cNvPr name="TextBox 7" id="7"/>
          <p:cNvSpPr txBox="true"/>
          <p:nvPr/>
        </p:nvSpPr>
        <p:spPr>
          <a:xfrm rot="0">
            <a:off x="1028700" y="4005255"/>
            <a:ext cx="3870752" cy="484094"/>
          </a:xfrm>
          <a:prstGeom prst="rect">
            <a:avLst/>
          </a:prstGeom>
        </p:spPr>
        <p:txBody>
          <a:bodyPr anchor="t" rtlCol="false" tIns="0" lIns="0" bIns="0" rIns="0">
            <a:spAutoFit/>
          </a:bodyPr>
          <a:lstStyle/>
          <a:p>
            <a:pPr algn="l" marL="0" indent="0" lvl="0">
              <a:lnSpc>
                <a:spcPts val="3840"/>
              </a:lnSpc>
              <a:spcBef>
                <a:spcPct val="0"/>
              </a:spcBef>
            </a:pPr>
            <a:r>
              <a:rPr lang="en-US" b="true" sz="3200">
                <a:solidFill>
                  <a:srgbClr val="9AD3F3"/>
                </a:solidFill>
                <a:latin typeface="Open Sauce Semi-Bold"/>
                <a:ea typeface="Open Sauce Semi-Bold"/>
                <a:cs typeface="Open Sauce Semi-Bold"/>
                <a:sym typeface="Open Sauce Semi-Bold"/>
              </a:rPr>
              <a:t>Service One</a:t>
            </a:r>
          </a:p>
        </p:txBody>
      </p:sp>
      <p:sp>
        <p:nvSpPr>
          <p:cNvPr name="TextBox 8" id="8"/>
          <p:cNvSpPr txBox="true"/>
          <p:nvPr/>
        </p:nvSpPr>
        <p:spPr>
          <a:xfrm rot="0">
            <a:off x="5283818" y="4005255"/>
            <a:ext cx="4032753" cy="487671"/>
          </a:xfrm>
          <a:prstGeom prst="rect">
            <a:avLst/>
          </a:prstGeom>
        </p:spPr>
        <p:txBody>
          <a:bodyPr anchor="t" rtlCol="false" tIns="0" lIns="0" bIns="0" rIns="0">
            <a:spAutoFit/>
          </a:bodyPr>
          <a:lstStyle/>
          <a:p>
            <a:pPr algn="l" marL="0" indent="0" lvl="0">
              <a:lnSpc>
                <a:spcPts val="3840"/>
              </a:lnSpc>
              <a:spcBef>
                <a:spcPct val="0"/>
              </a:spcBef>
            </a:pPr>
            <a:r>
              <a:rPr lang="en-US" b="true" sz="3200">
                <a:solidFill>
                  <a:srgbClr val="9AD3F3"/>
                </a:solidFill>
                <a:latin typeface="Open Sauce Semi-Bold"/>
                <a:ea typeface="Open Sauce Semi-Bold"/>
                <a:cs typeface="Open Sauce Semi-Bold"/>
                <a:sym typeface="Open Sauce Semi-Bold"/>
              </a:rPr>
              <a:t>Service Two</a:t>
            </a:r>
          </a:p>
        </p:txBody>
      </p:sp>
      <p:sp>
        <p:nvSpPr>
          <p:cNvPr name="TextBox 9" id="9"/>
          <p:cNvSpPr txBox="true"/>
          <p:nvPr/>
        </p:nvSpPr>
        <p:spPr>
          <a:xfrm rot="0">
            <a:off x="1028700" y="6998451"/>
            <a:ext cx="3870752" cy="487671"/>
          </a:xfrm>
          <a:prstGeom prst="rect">
            <a:avLst/>
          </a:prstGeom>
        </p:spPr>
        <p:txBody>
          <a:bodyPr anchor="t" rtlCol="false" tIns="0" lIns="0" bIns="0" rIns="0">
            <a:spAutoFit/>
          </a:bodyPr>
          <a:lstStyle/>
          <a:p>
            <a:pPr algn="l" marL="0" indent="0" lvl="0">
              <a:lnSpc>
                <a:spcPts val="3840"/>
              </a:lnSpc>
              <a:spcBef>
                <a:spcPct val="0"/>
              </a:spcBef>
            </a:pPr>
            <a:r>
              <a:rPr lang="en-US" b="true" sz="3200">
                <a:solidFill>
                  <a:srgbClr val="9AD3F3"/>
                </a:solidFill>
                <a:latin typeface="Open Sauce Semi-Bold"/>
                <a:ea typeface="Open Sauce Semi-Bold"/>
                <a:cs typeface="Open Sauce Semi-Bold"/>
                <a:sym typeface="Open Sauce Semi-Bold"/>
              </a:rPr>
              <a:t>Service Three</a:t>
            </a:r>
          </a:p>
        </p:txBody>
      </p:sp>
      <p:sp>
        <p:nvSpPr>
          <p:cNvPr name="TextBox 10" id="10"/>
          <p:cNvSpPr txBox="true"/>
          <p:nvPr/>
        </p:nvSpPr>
        <p:spPr>
          <a:xfrm rot="0">
            <a:off x="5283818" y="6998451"/>
            <a:ext cx="4032753" cy="487671"/>
          </a:xfrm>
          <a:prstGeom prst="rect">
            <a:avLst/>
          </a:prstGeom>
        </p:spPr>
        <p:txBody>
          <a:bodyPr anchor="t" rtlCol="false" tIns="0" lIns="0" bIns="0" rIns="0">
            <a:spAutoFit/>
          </a:bodyPr>
          <a:lstStyle/>
          <a:p>
            <a:pPr algn="l" marL="0" indent="0" lvl="0">
              <a:lnSpc>
                <a:spcPts val="3840"/>
              </a:lnSpc>
              <a:spcBef>
                <a:spcPct val="0"/>
              </a:spcBef>
            </a:pPr>
            <a:r>
              <a:rPr lang="en-US" b="true" sz="3200">
                <a:solidFill>
                  <a:srgbClr val="9AD3F3"/>
                </a:solidFill>
                <a:latin typeface="Open Sauce Semi-Bold"/>
                <a:ea typeface="Open Sauce Semi-Bold"/>
                <a:cs typeface="Open Sauce Semi-Bold"/>
                <a:sym typeface="Open Sauce Semi-Bold"/>
              </a:rPr>
              <a:t>Service Four</a:t>
            </a:r>
          </a:p>
        </p:txBody>
      </p:sp>
      <p:sp>
        <p:nvSpPr>
          <p:cNvPr name="TextBox 11" id="11"/>
          <p:cNvSpPr txBox="true"/>
          <p:nvPr/>
        </p:nvSpPr>
        <p:spPr>
          <a:xfrm rot="0">
            <a:off x="1028700" y="4686812"/>
            <a:ext cx="3870752" cy="840034"/>
          </a:xfrm>
          <a:prstGeom prst="rect">
            <a:avLst/>
          </a:prstGeom>
        </p:spPr>
        <p:txBody>
          <a:bodyPr anchor="t" rtlCol="false" tIns="0" lIns="0" bIns="0" rIns="0">
            <a:spAutoFit/>
          </a:bodyPr>
          <a:lstStyle/>
          <a:p>
            <a:pPr algn="l" marL="0" indent="0" lvl="0">
              <a:lnSpc>
                <a:spcPts val="3359"/>
              </a:lnSpc>
              <a:spcBef>
                <a:spcPct val="0"/>
              </a:spcBef>
            </a:pPr>
            <a:r>
              <a:rPr lang="en-US" sz="2399">
                <a:solidFill>
                  <a:srgbClr val="FFFFFF"/>
                </a:solidFill>
                <a:latin typeface="Open Sauce"/>
                <a:ea typeface="Open Sauce"/>
                <a:cs typeface="Open Sauce"/>
                <a:sym typeface="Open Sauce"/>
              </a:rPr>
              <a:t>Elaborate on what you want to discuss.</a:t>
            </a:r>
            <a:r>
              <a:rPr lang="en-US" sz="2399">
                <a:solidFill>
                  <a:srgbClr val="FFFFFF"/>
                </a:solidFill>
                <a:latin typeface="Open Sauce"/>
                <a:ea typeface="Open Sauce"/>
                <a:cs typeface="Open Sauce"/>
                <a:sym typeface="Open Sauce"/>
              </a:rPr>
              <a:t> </a:t>
            </a:r>
          </a:p>
        </p:txBody>
      </p:sp>
      <p:sp>
        <p:nvSpPr>
          <p:cNvPr name="TextBox 12" id="12"/>
          <p:cNvSpPr txBox="true"/>
          <p:nvPr/>
        </p:nvSpPr>
        <p:spPr>
          <a:xfrm rot="0">
            <a:off x="5283818" y="4686812"/>
            <a:ext cx="3870752" cy="840034"/>
          </a:xfrm>
          <a:prstGeom prst="rect">
            <a:avLst/>
          </a:prstGeom>
        </p:spPr>
        <p:txBody>
          <a:bodyPr anchor="t" rtlCol="false" tIns="0" lIns="0" bIns="0" rIns="0">
            <a:spAutoFit/>
          </a:bodyPr>
          <a:lstStyle/>
          <a:p>
            <a:pPr algn="l" marL="0" indent="0" lvl="0">
              <a:lnSpc>
                <a:spcPts val="3359"/>
              </a:lnSpc>
              <a:spcBef>
                <a:spcPct val="0"/>
              </a:spcBef>
            </a:pPr>
            <a:r>
              <a:rPr lang="en-US" sz="2399">
                <a:solidFill>
                  <a:srgbClr val="FFFFFF"/>
                </a:solidFill>
                <a:latin typeface="Open Sauce"/>
                <a:ea typeface="Open Sauce"/>
                <a:cs typeface="Open Sauce"/>
                <a:sym typeface="Open Sauce"/>
              </a:rPr>
              <a:t>Elaborate on what you want to discuss.</a:t>
            </a:r>
            <a:r>
              <a:rPr lang="en-US" sz="2399">
                <a:solidFill>
                  <a:srgbClr val="FFFFFF"/>
                </a:solidFill>
                <a:latin typeface="Open Sauce"/>
                <a:ea typeface="Open Sauce"/>
                <a:cs typeface="Open Sauce"/>
                <a:sym typeface="Open Sauce"/>
              </a:rPr>
              <a:t> </a:t>
            </a:r>
          </a:p>
        </p:txBody>
      </p:sp>
      <p:sp>
        <p:nvSpPr>
          <p:cNvPr name="TextBox 13" id="13"/>
          <p:cNvSpPr txBox="true"/>
          <p:nvPr/>
        </p:nvSpPr>
        <p:spPr>
          <a:xfrm rot="0">
            <a:off x="1028700" y="7680008"/>
            <a:ext cx="3980117" cy="840034"/>
          </a:xfrm>
          <a:prstGeom prst="rect">
            <a:avLst/>
          </a:prstGeom>
        </p:spPr>
        <p:txBody>
          <a:bodyPr anchor="t" rtlCol="false" tIns="0" lIns="0" bIns="0" rIns="0">
            <a:spAutoFit/>
          </a:bodyPr>
          <a:lstStyle/>
          <a:p>
            <a:pPr algn="l" marL="0" indent="0" lvl="0">
              <a:lnSpc>
                <a:spcPts val="3359"/>
              </a:lnSpc>
              <a:spcBef>
                <a:spcPct val="0"/>
              </a:spcBef>
            </a:pPr>
            <a:r>
              <a:rPr lang="en-US" sz="2399">
                <a:solidFill>
                  <a:srgbClr val="FFFFFF"/>
                </a:solidFill>
                <a:latin typeface="Open Sauce"/>
                <a:ea typeface="Open Sauce"/>
                <a:cs typeface="Open Sauce"/>
                <a:sym typeface="Open Sauce"/>
              </a:rPr>
              <a:t>Elaborate on what you want to discuss.</a:t>
            </a:r>
            <a:r>
              <a:rPr lang="en-US" sz="2399">
                <a:solidFill>
                  <a:srgbClr val="FFFFFF"/>
                </a:solidFill>
                <a:latin typeface="Open Sauce"/>
                <a:ea typeface="Open Sauce"/>
                <a:cs typeface="Open Sauce"/>
                <a:sym typeface="Open Sauce"/>
              </a:rPr>
              <a:t> </a:t>
            </a:r>
          </a:p>
        </p:txBody>
      </p:sp>
      <p:sp>
        <p:nvSpPr>
          <p:cNvPr name="TextBox 14" id="14"/>
          <p:cNvSpPr txBox="true"/>
          <p:nvPr/>
        </p:nvSpPr>
        <p:spPr>
          <a:xfrm rot="0">
            <a:off x="5283818" y="7680008"/>
            <a:ext cx="3980117" cy="840034"/>
          </a:xfrm>
          <a:prstGeom prst="rect">
            <a:avLst/>
          </a:prstGeom>
        </p:spPr>
        <p:txBody>
          <a:bodyPr anchor="t" rtlCol="false" tIns="0" lIns="0" bIns="0" rIns="0">
            <a:spAutoFit/>
          </a:bodyPr>
          <a:lstStyle/>
          <a:p>
            <a:pPr algn="l" marL="0" indent="0" lvl="0">
              <a:lnSpc>
                <a:spcPts val="3359"/>
              </a:lnSpc>
              <a:spcBef>
                <a:spcPct val="0"/>
              </a:spcBef>
            </a:pPr>
            <a:r>
              <a:rPr lang="en-US" sz="2399">
                <a:solidFill>
                  <a:srgbClr val="FFFFFF"/>
                </a:solidFill>
                <a:latin typeface="Open Sauce"/>
                <a:ea typeface="Open Sauce"/>
                <a:cs typeface="Open Sauce"/>
                <a:sym typeface="Open Sauce"/>
              </a:rPr>
              <a:t>Elaborate on what you want to discuss.</a:t>
            </a:r>
            <a:r>
              <a:rPr lang="en-US" sz="2399">
                <a:solidFill>
                  <a:srgbClr val="FFFFFF"/>
                </a:solidFill>
                <a:latin typeface="Open Sauce"/>
                <a:ea typeface="Open Sauce"/>
                <a:cs typeface="Open Sauce"/>
                <a:sym typeface="Open Sauce"/>
              </a:rPr>
              <a:t> </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0F1A38"/>
        </a:solidFill>
      </p:bgPr>
    </p:bg>
    <p:spTree>
      <p:nvGrpSpPr>
        <p:cNvPr id="1" name=""/>
        <p:cNvGrpSpPr/>
        <p:nvPr/>
      </p:nvGrpSpPr>
      <p:grpSpPr>
        <a:xfrm>
          <a:off x="0" y="0"/>
          <a:ext cx="0" cy="0"/>
          <a:chOff x="0" y="0"/>
          <a:chExt cx="0" cy="0"/>
        </a:xfrm>
      </p:grpSpPr>
      <p:sp>
        <p:nvSpPr>
          <p:cNvPr name="Freeform 2" id="2"/>
          <p:cNvSpPr/>
          <p:nvPr/>
        </p:nvSpPr>
        <p:spPr>
          <a:xfrm flipH="false" flipV="false" rot="-1968467">
            <a:off x="-4725918" y="6623232"/>
            <a:ext cx="10477445" cy="10787589"/>
          </a:xfrm>
          <a:custGeom>
            <a:avLst/>
            <a:gdLst/>
            <a:ahLst/>
            <a:cxnLst/>
            <a:rect r="r" b="b" t="t" l="l"/>
            <a:pathLst>
              <a:path h="10787589" w="10477445">
                <a:moveTo>
                  <a:pt x="0" y="0"/>
                </a:moveTo>
                <a:lnTo>
                  <a:pt x="10477445" y="0"/>
                </a:lnTo>
                <a:lnTo>
                  <a:pt x="10477445" y="10787588"/>
                </a:lnTo>
                <a:lnTo>
                  <a:pt x="0" y="10787588"/>
                </a:lnTo>
                <a:lnTo>
                  <a:pt x="0" y="0"/>
                </a:lnTo>
                <a:close/>
              </a:path>
            </a:pathLst>
          </a:custGeom>
          <a:blipFill>
            <a:blip r:embed="rId2"/>
            <a:stretch>
              <a:fillRect l="0" t="0" r="0" b="0"/>
            </a:stretch>
          </a:blipFill>
        </p:spPr>
      </p:sp>
      <p:sp>
        <p:nvSpPr>
          <p:cNvPr name="Freeform 3" id="3"/>
          <p:cNvSpPr/>
          <p:nvPr/>
        </p:nvSpPr>
        <p:spPr>
          <a:xfrm flipH="false" flipV="false" rot="-3180630">
            <a:off x="14126834" y="-6213597"/>
            <a:ext cx="13257606" cy="13257606"/>
          </a:xfrm>
          <a:custGeom>
            <a:avLst/>
            <a:gdLst/>
            <a:ahLst/>
            <a:cxnLst/>
            <a:rect r="r" b="b" t="t" l="l"/>
            <a:pathLst>
              <a:path h="13257606" w="13257606">
                <a:moveTo>
                  <a:pt x="0" y="0"/>
                </a:moveTo>
                <a:lnTo>
                  <a:pt x="13257607" y="0"/>
                </a:lnTo>
                <a:lnTo>
                  <a:pt x="13257607" y="13257606"/>
                </a:lnTo>
                <a:lnTo>
                  <a:pt x="0" y="13257606"/>
                </a:lnTo>
                <a:lnTo>
                  <a:pt x="0" y="0"/>
                </a:lnTo>
                <a:close/>
              </a:path>
            </a:pathLst>
          </a:custGeom>
          <a:blipFill>
            <a:blip r:embed="rId3"/>
            <a:stretch>
              <a:fillRect l="0" t="0" r="0" b="0"/>
            </a:stretch>
          </a:blipFill>
        </p:spPr>
      </p:sp>
      <p:grpSp>
        <p:nvGrpSpPr>
          <p:cNvPr name="Group 4" id="4"/>
          <p:cNvGrpSpPr/>
          <p:nvPr/>
        </p:nvGrpSpPr>
        <p:grpSpPr>
          <a:xfrm rot="0">
            <a:off x="2000250" y="4375073"/>
            <a:ext cx="13798287" cy="4102176"/>
            <a:chOff x="0" y="0"/>
            <a:chExt cx="18397716" cy="5469569"/>
          </a:xfrm>
        </p:grpSpPr>
        <p:pic>
          <p:nvPicPr>
            <p:cNvPr name="Picture 5" id="5"/>
            <p:cNvPicPr>
              <a:picLocks noChangeAspect="true"/>
            </p:cNvPicPr>
            <p:nvPr/>
          </p:nvPicPr>
          <p:blipFill>
            <a:blip r:embed="rId4"/>
            <a:srcRect l="3904" t="0" r="3904" b="0"/>
            <a:stretch>
              <a:fillRect/>
            </a:stretch>
          </p:blipFill>
          <p:spPr>
            <a:xfrm flipH="false" flipV="false">
              <a:off x="0" y="0"/>
              <a:ext cx="6047905" cy="5469569"/>
            </a:xfrm>
            <a:prstGeom prst="rect">
              <a:avLst/>
            </a:prstGeom>
          </p:spPr>
        </p:pic>
        <p:pic>
          <p:nvPicPr>
            <p:cNvPr name="Picture 6" id="6"/>
            <p:cNvPicPr>
              <a:picLocks noChangeAspect="true"/>
            </p:cNvPicPr>
            <p:nvPr/>
          </p:nvPicPr>
          <p:blipFill>
            <a:blip r:embed="rId5"/>
            <a:srcRect l="0" t="28348" r="0" b="14562"/>
            <a:stretch>
              <a:fillRect/>
            </a:stretch>
          </p:blipFill>
          <p:spPr>
            <a:xfrm flipH="false" flipV="false">
              <a:off x="6174905" y="0"/>
              <a:ext cx="6047905" cy="5469569"/>
            </a:xfrm>
            <a:prstGeom prst="rect">
              <a:avLst/>
            </a:prstGeom>
          </p:spPr>
        </p:pic>
        <p:pic>
          <p:nvPicPr>
            <p:cNvPr name="Picture 7" id="7"/>
            <p:cNvPicPr>
              <a:picLocks noChangeAspect="true"/>
            </p:cNvPicPr>
            <p:nvPr/>
          </p:nvPicPr>
          <p:blipFill>
            <a:blip r:embed="rId6"/>
            <a:srcRect l="19315" t="0" r="19315" b="0"/>
            <a:stretch>
              <a:fillRect/>
            </a:stretch>
          </p:blipFill>
          <p:spPr>
            <a:xfrm flipH="false" flipV="false">
              <a:off x="12349811" y="0"/>
              <a:ext cx="6047905" cy="5469569"/>
            </a:xfrm>
            <a:prstGeom prst="rect">
              <a:avLst/>
            </a:prstGeom>
          </p:spPr>
        </p:pic>
      </p:grpSp>
      <p:sp>
        <p:nvSpPr>
          <p:cNvPr name="TextBox 8" id="8"/>
          <p:cNvSpPr txBox="true"/>
          <p:nvPr/>
        </p:nvSpPr>
        <p:spPr>
          <a:xfrm rot="0">
            <a:off x="5279484" y="1377223"/>
            <a:ext cx="8491031" cy="1376643"/>
          </a:xfrm>
          <a:prstGeom prst="rect">
            <a:avLst/>
          </a:prstGeom>
        </p:spPr>
        <p:txBody>
          <a:bodyPr anchor="t" rtlCol="false" tIns="0" lIns="0" bIns="0" rIns="0">
            <a:spAutoFit/>
          </a:bodyPr>
          <a:lstStyle/>
          <a:p>
            <a:pPr algn="just">
              <a:lnSpc>
                <a:spcPts val="10800"/>
              </a:lnSpc>
            </a:pPr>
            <a:r>
              <a:rPr lang="en-US" b="true" sz="9000">
                <a:solidFill>
                  <a:srgbClr val="FFFFFF"/>
                </a:solidFill>
                <a:latin typeface="Century Gothic Paneuropean Heavy"/>
                <a:ea typeface="Century Gothic Paneuropean Heavy"/>
                <a:cs typeface="Century Gothic Paneuropean Heavy"/>
                <a:sym typeface="Century Gothic Paneuropean Heavy"/>
              </a:rPr>
              <a:t>Gallery </a:t>
            </a:r>
            <a:r>
              <a:rPr lang="en-US" b="true" sz="9000">
                <a:solidFill>
                  <a:srgbClr val="FFBD00"/>
                </a:solidFill>
                <a:latin typeface="Century Gothic Paneuropean Heavy"/>
                <a:ea typeface="Century Gothic Paneuropean Heavy"/>
                <a:cs typeface="Century Gothic Paneuropean Heavy"/>
                <a:sym typeface="Century Gothic Paneuropean Heavy"/>
              </a:rPr>
              <a:t>Image</a:t>
            </a:r>
          </a:p>
        </p:txBody>
      </p:sp>
      <p:sp>
        <p:nvSpPr>
          <p:cNvPr name="TextBox 9" id="9"/>
          <p:cNvSpPr txBox="true"/>
          <p:nvPr/>
        </p:nvSpPr>
        <p:spPr>
          <a:xfrm rot="0">
            <a:off x="2515867" y="3034556"/>
            <a:ext cx="13054070" cy="508635"/>
          </a:xfrm>
          <a:prstGeom prst="rect">
            <a:avLst/>
          </a:prstGeom>
        </p:spPr>
        <p:txBody>
          <a:bodyPr anchor="t" rtlCol="false" tIns="0" lIns="0" bIns="0" rIns="0">
            <a:spAutoFit/>
          </a:bodyPr>
          <a:lstStyle/>
          <a:p>
            <a:pPr algn="ctr">
              <a:lnSpc>
                <a:spcPts val="4160"/>
              </a:lnSpc>
            </a:pPr>
            <a:r>
              <a:rPr lang="en-US" sz="3200">
                <a:solidFill>
                  <a:srgbClr val="FFFFFF"/>
                </a:solidFill>
                <a:latin typeface="Open Sauce"/>
                <a:ea typeface="Open Sauce"/>
                <a:cs typeface="Open Sauce"/>
                <a:sym typeface="Open Sauce"/>
              </a:rPr>
              <a:t>What can you say about your projects? Share it here!</a:t>
            </a:r>
          </a:p>
        </p:txBody>
      </p:sp>
      <p:sp>
        <p:nvSpPr>
          <p:cNvPr name="Freeform 10" id="10"/>
          <p:cNvSpPr/>
          <p:nvPr/>
        </p:nvSpPr>
        <p:spPr>
          <a:xfrm flipH="false" flipV="false" rot="-1316328">
            <a:off x="-7826633" y="-10460757"/>
            <a:ext cx="13549543" cy="13950624"/>
          </a:xfrm>
          <a:custGeom>
            <a:avLst/>
            <a:gdLst/>
            <a:ahLst/>
            <a:cxnLst/>
            <a:rect r="r" b="b" t="t" l="l"/>
            <a:pathLst>
              <a:path h="13950624" w="13549543">
                <a:moveTo>
                  <a:pt x="0" y="0"/>
                </a:moveTo>
                <a:lnTo>
                  <a:pt x="13549543" y="0"/>
                </a:lnTo>
                <a:lnTo>
                  <a:pt x="13549543" y="13950623"/>
                </a:lnTo>
                <a:lnTo>
                  <a:pt x="0" y="13950623"/>
                </a:lnTo>
                <a:lnTo>
                  <a:pt x="0" y="0"/>
                </a:lnTo>
                <a:close/>
              </a:path>
            </a:pathLst>
          </a:custGeom>
          <a:blipFill>
            <a:blip r:embed="rId2"/>
            <a:stretch>
              <a:fillRect l="0" t="0" r="0" b="0"/>
            </a:stretch>
          </a:blipFill>
        </p:spPr>
      </p:sp>
      <p:sp>
        <p:nvSpPr>
          <p:cNvPr name="Freeform 11" id="11"/>
          <p:cNvSpPr/>
          <p:nvPr/>
        </p:nvSpPr>
        <p:spPr>
          <a:xfrm flipH="false" flipV="false" rot="10222227">
            <a:off x="8131923" y="8783878"/>
            <a:ext cx="13549543" cy="13950624"/>
          </a:xfrm>
          <a:custGeom>
            <a:avLst/>
            <a:gdLst/>
            <a:ahLst/>
            <a:cxnLst/>
            <a:rect r="r" b="b" t="t" l="l"/>
            <a:pathLst>
              <a:path h="13950624" w="13549543">
                <a:moveTo>
                  <a:pt x="0" y="0"/>
                </a:moveTo>
                <a:lnTo>
                  <a:pt x="13549543" y="0"/>
                </a:lnTo>
                <a:lnTo>
                  <a:pt x="13549543" y="13950623"/>
                </a:lnTo>
                <a:lnTo>
                  <a:pt x="0" y="13950623"/>
                </a:lnTo>
                <a:lnTo>
                  <a:pt x="0" y="0"/>
                </a:lnTo>
                <a:close/>
              </a:path>
            </a:pathLst>
          </a:custGeom>
          <a:blipFill>
            <a:blip r:embed="rId2"/>
            <a:stretch>
              <a:fillRect l="0" t="0" r="0" b="0"/>
            </a:stretch>
          </a:blipFill>
        </p:spPr>
      </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0F1A38"/>
        </a:solidFill>
      </p:bgPr>
    </p:bg>
    <p:spTree>
      <p:nvGrpSpPr>
        <p:cNvPr id="1" name=""/>
        <p:cNvGrpSpPr/>
        <p:nvPr/>
      </p:nvGrpSpPr>
      <p:grpSpPr>
        <a:xfrm>
          <a:off x="0" y="0"/>
          <a:ext cx="0" cy="0"/>
          <a:chOff x="0" y="0"/>
          <a:chExt cx="0" cy="0"/>
        </a:xfrm>
      </p:grpSpPr>
      <p:pic>
        <p:nvPicPr>
          <p:cNvPr name="Picture 2" id="2"/>
          <p:cNvPicPr>
            <a:picLocks noChangeAspect="true"/>
          </p:cNvPicPr>
          <p:nvPr/>
        </p:nvPicPr>
        <p:blipFill>
          <a:blip r:embed="rId2"/>
          <a:stretch>
            <a:fillRect/>
          </a:stretch>
        </p:blipFill>
        <p:spPr>
          <a:xfrm rot="0">
            <a:off x="1361276" y="4280146"/>
            <a:ext cx="4648290" cy="1379833"/>
          </a:xfrm>
          <a:prstGeom prst="rect">
            <a:avLst/>
          </a:prstGeom>
        </p:spPr>
      </p:pic>
      <p:sp>
        <p:nvSpPr>
          <p:cNvPr name="TextBox 3" id="3"/>
          <p:cNvSpPr txBox="true"/>
          <p:nvPr/>
        </p:nvSpPr>
        <p:spPr>
          <a:xfrm rot="0">
            <a:off x="1580727" y="5539567"/>
            <a:ext cx="3538878" cy="824733"/>
          </a:xfrm>
          <a:prstGeom prst="rect">
            <a:avLst/>
          </a:prstGeom>
        </p:spPr>
        <p:txBody>
          <a:bodyPr anchor="t" rtlCol="false" tIns="0" lIns="0" bIns="0" rIns="0">
            <a:spAutoFit/>
          </a:bodyPr>
          <a:lstStyle/>
          <a:p>
            <a:pPr algn="ctr" marL="0" indent="0" lvl="0">
              <a:lnSpc>
                <a:spcPts val="3359"/>
              </a:lnSpc>
              <a:spcBef>
                <a:spcPct val="0"/>
              </a:spcBef>
            </a:pPr>
            <a:r>
              <a:rPr lang="en-US" sz="2400">
                <a:solidFill>
                  <a:srgbClr val="FFFFFF"/>
                </a:solidFill>
                <a:latin typeface="Open Sauce"/>
                <a:ea typeface="Open Sauce"/>
                <a:cs typeface="Open Sauce"/>
                <a:sym typeface="Open Sauce"/>
              </a:rPr>
              <a:t>Elaborate on the featured statistic.</a:t>
            </a:r>
          </a:p>
        </p:txBody>
      </p:sp>
      <p:sp>
        <p:nvSpPr>
          <p:cNvPr name="Freeform 4" id="4"/>
          <p:cNvSpPr/>
          <p:nvPr/>
        </p:nvSpPr>
        <p:spPr>
          <a:xfrm flipH="false" flipV="false" rot="0">
            <a:off x="11659197" y="-8114106"/>
            <a:ext cx="13257606" cy="13257606"/>
          </a:xfrm>
          <a:custGeom>
            <a:avLst/>
            <a:gdLst/>
            <a:ahLst/>
            <a:cxnLst/>
            <a:rect r="r" b="b" t="t" l="l"/>
            <a:pathLst>
              <a:path h="13257606" w="13257606">
                <a:moveTo>
                  <a:pt x="0" y="0"/>
                </a:moveTo>
                <a:lnTo>
                  <a:pt x="13257606" y="0"/>
                </a:lnTo>
                <a:lnTo>
                  <a:pt x="13257606" y="13257606"/>
                </a:lnTo>
                <a:lnTo>
                  <a:pt x="0" y="13257606"/>
                </a:lnTo>
                <a:lnTo>
                  <a:pt x="0" y="0"/>
                </a:lnTo>
                <a:close/>
              </a:path>
            </a:pathLst>
          </a:custGeom>
          <a:blipFill>
            <a:blip r:embed="rId3"/>
            <a:stretch>
              <a:fillRect l="0" t="0" r="0" b="0"/>
            </a:stretch>
          </a:blipFill>
        </p:spPr>
      </p:sp>
      <p:sp>
        <p:nvSpPr>
          <p:cNvPr name="TextBox 5" id="5"/>
          <p:cNvSpPr txBox="true"/>
          <p:nvPr/>
        </p:nvSpPr>
        <p:spPr>
          <a:xfrm rot="0">
            <a:off x="12580127" y="5539567"/>
            <a:ext cx="3538878" cy="824733"/>
          </a:xfrm>
          <a:prstGeom prst="rect">
            <a:avLst/>
          </a:prstGeom>
        </p:spPr>
        <p:txBody>
          <a:bodyPr anchor="t" rtlCol="false" tIns="0" lIns="0" bIns="0" rIns="0">
            <a:spAutoFit/>
          </a:bodyPr>
          <a:lstStyle/>
          <a:p>
            <a:pPr algn="ctr" marL="0" indent="0" lvl="0">
              <a:lnSpc>
                <a:spcPts val="3359"/>
              </a:lnSpc>
              <a:spcBef>
                <a:spcPct val="0"/>
              </a:spcBef>
            </a:pPr>
            <a:r>
              <a:rPr lang="en-US" sz="2400">
                <a:solidFill>
                  <a:srgbClr val="FFFFFF"/>
                </a:solidFill>
                <a:latin typeface="Open Sauce"/>
                <a:ea typeface="Open Sauce"/>
                <a:cs typeface="Open Sauce"/>
                <a:sym typeface="Open Sauce"/>
              </a:rPr>
              <a:t>Elaborate on the featured statistic.</a:t>
            </a:r>
          </a:p>
        </p:txBody>
      </p:sp>
      <p:sp>
        <p:nvSpPr>
          <p:cNvPr name="TextBox 6" id="6"/>
          <p:cNvSpPr txBox="true"/>
          <p:nvPr/>
        </p:nvSpPr>
        <p:spPr>
          <a:xfrm rot="0">
            <a:off x="7079099" y="5548399"/>
            <a:ext cx="3538878" cy="815900"/>
          </a:xfrm>
          <a:prstGeom prst="rect">
            <a:avLst/>
          </a:prstGeom>
        </p:spPr>
        <p:txBody>
          <a:bodyPr anchor="t" rtlCol="false" tIns="0" lIns="0" bIns="0" rIns="0">
            <a:spAutoFit/>
          </a:bodyPr>
          <a:lstStyle/>
          <a:p>
            <a:pPr algn="ctr" marL="0" indent="0" lvl="0">
              <a:lnSpc>
                <a:spcPts val="3359"/>
              </a:lnSpc>
              <a:spcBef>
                <a:spcPct val="0"/>
              </a:spcBef>
            </a:pPr>
            <a:r>
              <a:rPr lang="en-US" sz="2400">
                <a:solidFill>
                  <a:srgbClr val="FFFFFF"/>
                </a:solidFill>
                <a:latin typeface="Open Sauce"/>
                <a:ea typeface="Open Sauce"/>
                <a:cs typeface="Open Sauce"/>
                <a:sym typeface="Open Sauce"/>
              </a:rPr>
              <a:t>Elaborate on the featured statistic.</a:t>
            </a:r>
          </a:p>
        </p:txBody>
      </p:sp>
      <p:pic>
        <p:nvPicPr>
          <p:cNvPr name="Picture 7" id="7"/>
          <p:cNvPicPr>
            <a:picLocks noChangeAspect="true"/>
          </p:cNvPicPr>
          <p:nvPr/>
        </p:nvPicPr>
        <p:blipFill>
          <a:blip r:embed="rId4"/>
          <a:stretch>
            <a:fillRect/>
          </a:stretch>
        </p:blipFill>
        <p:spPr>
          <a:xfrm rot="0">
            <a:off x="6903700" y="4279898"/>
            <a:ext cx="4651276" cy="1380331"/>
          </a:xfrm>
          <a:prstGeom prst="rect">
            <a:avLst/>
          </a:prstGeom>
        </p:spPr>
      </p:pic>
      <p:pic>
        <p:nvPicPr>
          <p:cNvPr name="Picture 8" id="8"/>
          <p:cNvPicPr>
            <a:picLocks noChangeAspect="true"/>
          </p:cNvPicPr>
          <p:nvPr/>
        </p:nvPicPr>
        <p:blipFill>
          <a:blip r:embed="rId5"/>
          <a:stretch>
            <a:fillRect/>
          </a:stretch>
        </p:blipFill>
        <p:spPr>
          <a:xfrm rot="0">
            <a:off x="12446940" y="4280201"/>
            <a:ext cx="4647635" cy="1379724"/>
          </a:xfrm>
          <a:prstGeom prst="rect">
            <a:avLst/>
          </a:prstGeom>
        </p:spPr>
      </p:pic>
      <p:sp>
        <p:nvSpPr>
          <p:cNvPr name="TextBox 9" id="9"/>
          <p:cNvSpPr txBox="true"/>
          <p:nvPr/>
        </p:nvSpPr>
        <p:spPr>
          <a:xfrm rot="0">
            <a:off x="2171684" y="1019175"/>
            <a:ext cx="13944632" cy="1219760"/>
          </a:xfrm>
          <a:prstGeom prst="rect">
            <a:avLst/>
          </a:prstGeom>
        </p:spPr>
        <p:txBody>
          <a:bodyPr anchor="t" rtlCol="false" tIns="0" lIns="0" bIns="0" rIns="0">
            <a:spAutoFit/>
          </a:bodyPr>
          <a:lstStyle/>
          <a:p>
            <a:pPr algn="ctr">
              <a:lnSpc>
                <a:spcPts val="9600"/>
              </a:lnSpc>
            </a:pPr>
            <a:r>
              <a:rPr lang="en-US" b="true" sz="8000">
                <a:solidFill>
                  <a:srgbClr val="FFFFFF"/>
                </a:solidFill>
                <a:latin typeface="Century Gothic Paneuropean Heavy"/>
                <a:ea typeface="Century Gothic Paneuropean Heavy"/>
                <a:cs typeface="Century Gothic Paneuropean Heavy"/>
                <a:sym typeface="Century Gothic Paneuropean Heavy"/>
              </a:rPr>
              <a:t>Space </a:t>
            </a:r>
            <a:r>
              <a:rPr lang="en-US" b="true" sz="8000">
                <a:solidFill>
                  <a:srgbClr val="FFBD00"/>
                </a:solidFill>
                <a:latin typeface="Century Gothic Paneuropean Heavy"/>
                <a:ea typeface="Century Gothic Paneuropean Heavy"/>
                <a:cs typeface="Century Gothic Paneuropean Heavy"/>
                <a:sym typeface="Century Gothic Paneuropean Heavy"/>
              </a:rPr>
              <a:t>Research</a:t>
            </a:r>
          </a:p>
        </p:txBody>
      </p:sp>
      <p:sp>
        <p:nvSpPr>
          <p:cNvPr name="TextBox 10" id="10"/>
          <p:cNvSpPr txBox="true"/>
          <p:nvPr/>
        </p:nvSpPr>
        <p:spPr>
          <a:xfrm rot="0">
            <a:off x="2982803" y="2457407"/>
            <a:ext cx="12322393" cy="555625"/>
          </a:xfrm>
          <a:prstGeom prst="rect">
            <a:avLst/>
          </a:prstGeom>
        </p:spPr>
        <p:txBody>
          <a:bodyPr anchor="t" rtlCol="false" tIns="0" lIns="0" bIns="0" rIns="0">
            <a:spAutoFit/>
          </a:bodyPr>
          <a:lstStyle/>
          <a:p>
            <a:pPr algn="ctr">
              <a:lnSpc>
                <a:spcPts val="4550"/>
              </a:lnSpc>
            </a:pPr>
            <a:r>
              <a:rPr lang="en-US" sz="3500">
                <a:solidFill>
                  <a:srgbClr val="FFFFFF"/>
                </a:solidFill>
                <a:latin typeface="Open Sauce"/>
                <a:ea typeface="Open Sauce"/>
                <a:cs typeface="Open Sauce"/>
                <a:sym typeface="Open Sauce"/>
              </a:rPr>
              <a:t>Elaborate on the featured statistic</a:t>
            </a:r>
          </a:p>
        </p:txBody>
      </p:sp>
      <p:sp>
        <p:nvSpPr>
          <p:cNvPr name="Freeform 11" id="11"/>
          <p:cNvSpPr/>
          <p:nvPr/>
        </p:nvSpPr>
        <p:spPr>
          <a:xfrm flipH="false" flipV="false" rot="-1316328">
            <a:off x="-8373721" y="-10833159"/>
            <a:ext cx="13549543" cy="13950624"/>
          </a:xfrm>
          <a:custGeom>
            <a:avLst/>
            <a:gdLst/>
            <a:ahLst/>
            <a:cxnLst/>
            <a:rect r="r" b="b" t="t" l="l"/>
            <a:pathLst>
              <a:path h="13950624" w="13549543">
                <a:moveTo>
                  <a:pt x="0" y="0"/>
                </a:moveTo>
                <a:lnTo>
                  <a:pt x="13549543" y="0"/>
                </a:lnTo>
                <a:lnTo>
                  <a:pt x="13549543" y="13950623"/>
                </a:lnTo>
                <a:lnTo>
                  <a:pt x="0" y="13950623"/>
                </a:lnTo>
                <a:lnTo>
                  <a:pt x="0" y="0"/>
                </a:lnTo>
                <a:close/>
              </a:path>
            </a:pathLst>
          </a:custGeom>
          <a:blipFill>
            <a:blip r:embed="rId6"/>
            <a:stretch>
              <a:fillRect l="0" t="0" r="0" b="0"/>
            </a:stretch>
          </a:blipFill>
        </p:spPr>
      </p:sp>
      <p:sp>
        <p:nvSpPr>
          <p:cNvPr name="Freeform 12" id="12"/>
          <p:cNvSpPr/>
          <p:nvPr/>
        </p:nvSpPr>
        <p:spPr>
          <a:xfrm flipH="false" flipV="false" rot="9280891">
            <a:off x="8745904" y="7562107"/>
            <a:ext cx="13549543" cy="13950624"/>
          </a:xfrm>
          <a:custGeom>
            <a:avLst/>
            <a:gdLst/>
            <a:ahLst/>
            <a:cxnLst/>
            <a:rect r="r" b="b" t="t" l="l"/>
            <a:pathLst>
              <a:path h="13950624" w="13549543">
                <a:moveTo>
                  <a:pt x="0" y="0"/>
                </a:moveTo>
                <a:lnTo>
                  <a:pt x="13549544" y="0"/>
                </a:lnTo>
                <a:lnTo>
                  <a:pt x="13549544" y="13950624"/>
                </a:lnTo>
                <a:lnTo>
                  <a:pt x="0" y="13950624"/>
                </a:lnTo>
                <a:lnTo>
                  <a:pt x="0" y="0"/>
                </a:lnTo>
                <a:close/>
              </a:path>
            </a:pathLst>
          </a:custGeom>
          <a:blipFill>
            <a:blip r:embed="rId6"/>
            <a:stretch>
              <a:fillRect l="0" t="0" r="0" b="0"/>
            </a:stretch>
          </a:blipFill>
        </p:spPr>
      </p:sp>
      <p:sp>
        <p:nvSpPr>
          <p:cNvPr name="Freeform 13" id="13"/>
          <p:cNvSpPr/>
          <p:nvPr/>
        </p:nvSpPr>
        <p:spPr>
          <a:xfrm flipH="false" flipV="false" rot="-1968467">
            <a:off x="-4725918" y="7010447"/>
            <a:ext cx="10477445" cy="10787589"/>
          </a:xfrm>
          <a:custGeom>
            <a:avLst/>
            <a:gdLst/>
            <a:ahLst/>
            <a:cxnLst/>
            <a:rect r="r" b="b" t="t" l="l"/>
            <a:pathLst>
              <a:path h="10787589" w="10477445">
                <a:moveTo>
                  <a:pt x="0" y="0"/>
                </a:moveTo>
                <a:lnTo>
                  <a:pt x="10477445" y="0"/>
                </a:lnTo>
                <a:lnTo>
                  <a:pt x="10477445" y="10787589"/>
                </a:lnTo>
                <a:lnTo>
                  <a:pt x="0" y="10787589"/>
                </a:lnTo>
                <a:lnTo>
                  <a:pt x="0" y="0"/>
                </a:lnTo>
                <a:close/>
              </a:path>
            </a:pathLst>
          </a:custGeom>
          <a:blipFill>
            <a:blip r:embed="rId6"/>
            <a:stretch>
              <a:fillRect l="0" t="0" r="0" b="0"/>
            </a:stretch>
          </a:blipFill>
        </p:spPr>
      </p:sp>
      <p:sp>
        <p:nvSpPr>
          <p:cNvPr name="Freeform 14" id="14"/>
          <p:cNvSpPr/>
          <p:nvPr/>
        </p:nvSpPr>
        <p:spPr>
          <a:xfrm flipH="false" flipV="false" rot="0">
            <a:off x="13710466" y="8021649"/>
            <a:ext cx="1278199" cy="1276601"/>
          </a:xfrm>
          <a:custGeom>
            <a:avLst/>
            <a:gdLst/>
            <a:ahLst/>
            <a:cxnLst/>
            <a:rect r="r" b="b" t="t" l="l"/>
            <a:pathLst>
              <a:path h="1276601" w="1278199">
                <a:moveTo>
                  <a:pt x="0" y="0"/>
                </a:moveTo>
                <a:lnTo>
                  <a:pt x="1278199" y="0"/>
                </a:lnTo>
                <a:lnTo>
                  <a:pt x="1278199" y="1276602"/>
                </a:lnTo>
                <a:lnTo>
                  <a:pt x="0" y="1276602"/>
                </a:lnTo>
                <a:lnTo>
                  <a:pt x="0" y="0"/>
                </a:lnTo>
                <a:close/>
              </a:path>
            </a:pathLst>
          </a:custGeom>
          <a:blipFill>
            <a:blip r:embed="rId7"/>
            <a:stretch>
              <a:fillRect l="0" t="0" r="0" b="0"/>
            </a:stretch>
          </a:blipFill>
        </p:spPr>
      </p:sp>
      <p:sp>
        <p:nvSpPr>
          <p:cNvPr name="Freeform 15" id="15"/>
          <p:cNvSpPr/>
          <p:nvPr/>
        </p:nvSpPr>
        <p:spPr>
          <a:xfrm flipH="false" flipV="false" rot="0">
            <a:off x="2011645" y="1929538"/>
            <a:ext cx="1338522" cy="1338522"/>
          </a:xfrm>
          <a:custGeom>
            <a:avLst/>
            <a:gdLst/>
            <a:ahLst/>
            <a:cxnLst/>
            <a:rect r="r" b="b" t="t" l="l"/>
            <a:pathLst>
              <a:path h="1338522" w="1338522">
                <a:moveTo>
                  <a:pt x="0" y="0"/>
                </a:moveTo>
                <a:lnTo>
                  <a:pt x="1338521" y="0"/>
                </a:lnTo>
                <a:lnTo>
                  <a:pt x="1338521" y="1338522"/>
                </a:lnTo>
                <a:lnTo>
                  <a:pt x="0" y="1338522"/>
                </a:lnTo>
                <a:lnTo>
                  <a:pt x="0" y="0"/>
                </a:lnTo>
                <a:close/>
              </a:path>
            </a:pathLst>
          </a:custGeom>
          <a:blipFill>
            <a:blip r:embed="rId8"/>
            <a:stretch>
              <a:fillRect l="0" t="0" r="0" b="0"/>
            </a:stretch>
          </a:blipFill>
        </p:spPr>
      </p:sp>
      <p:sp>
        <p:nvSpPr>
          <p:cNvPr name="Freeform 16" id="16"/>
          <p:cNvSpPr/>
          <p:nvPr/>
        </p:nvSpPr>
        <p:spPr>
          <a:xfrm flipH="false" flipV="false" rot="0">
            <a:off x="15972982" y="1028700"/>
            <a:ext cx="900838" cy="900838"/>
          </a:xfrm>
          <a:custGeom>
            <a:avLst/>
            <a:gdLst/>
            <a:ahLst/>
            <a:cxnLst/>
            <a:rect r="r" b="b" t="t" l="l"/>
            <a:pathLst>
              <a:path h="900838" w="900838">
                <a:moveTo>
                  <a:pt x="0" y="0"/>
                </a:moveTo>
                <a:lnTo>
                  <a:pt x="900839" y="0"/>
                </a:lnTo>
                <a:lnTo>
                  <a:pt x="900839" y="900838"/>
                </a:lnTo>
                <a:lnTo>
                  <a:pt x="0" y="900838"/>
                </a:lnTo>
                <a:lnTo>
                  <a:pt x="0" y="0"/>
                </a:lnTo>
                <a:close/>
              </a:path>
            </a:pathLst>
          </a:custGeom>
          <a:blipFill>
            <a:blip r:embed="rId9"/>
            <a:stretch>
              <a:fillRect l="0" t="0" r="0" b="0"/>
            </a:stretch>
          </a:blipFill>
        </p:spPr>
      </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0F1A38"/>
        </a:solidFill>
      </p:bgPr>
    </p:bg>
    <p:spTree>
      <p:nvGrpSpPr>
        <p:cNvPr id="1" name=""/>
        <p:cNvGrpSpPr/>
        <p:nvPr/>
      </p:nvGrpSpPr>
      <p:grpSpPr>
        <a:xfrm>
          <a:off x="0" y="0"/>
          <a:ext cx="0" cy="0"/>
          <a:chOff x="0" y="0"/>
          <a:chExt cx="0" cy="0"/>
        </a:xfrm>
      </p:grpSpPr>
      <p:sp>
        <p:nvSpPr>
          <p:cNvPr name="Freeform 2" id="2"/>
          <p:cNvSpPr/>
          <p:nvPr/>
        </p:nvSpPr>
        <p:spPr>
          <a:xfrm flipH="false" flipV="false" rot="-1316328">
            <a:off x="-7826633" y="-10460757"/>
            <a:ext cx="13549543" cy="13950624"/>
          </a:xfrm>
          <a:custGeom>
            <a:avLst/>
            <a:gdLst/>
            <a:ahLst/>
            <a:cxnLst/>
            <a:rect r="r" b="b" t="t" l="l"/>
            <a:pathLst>
              <a:path h="13950624" w="13549543">
                <a:moveTo>
                  <a:pt x="0" y="0"/>
                </a:moveTo>
                <a:lnTo>
                  <a:pt x="13549543" y="0"/>
                </a:lnTo>
                <a:lnTo>
                  <a:pt x="13549543" y="13950623"/>
                </a:lnTo>
                <a:lnTo>
                  <a:pt x="0" y="13950623"/>
                </a:lnTo>
                <a:lnTo>
                  <a:pt x="0" y="0"/>
                </a:lnTo>
                <a:close/>
              </a:path>
            </a:pathLst>
          </a:custGeom>
          <a:blipFill>
            <a:blip r:embed="rId2"/>
            <a:stretch>
              <a:fillRect l="0" t="0" r="0" b="0"/>
            </a:stretch>
          </a:blipFill>
        </p:spPr>
      </p:sp>
      <p:sp>
        <p:nvSpPr>
          <p:cNvPr name="Freeform 3" id="3"/>
          <p:cNvSpPr/>
          <p:nvPr/>
        </p:nvSpPr>
        <p:spPr>
          <a:xfrm flipH="false" flipV="false" rot="10222227">
            <a:off x="8131923" y="8783878"/>
            <a:ext cx="13549543" cy="13950624"/>
          </a:xfrm>
          <a:custGeom>
            <a:avLst/>
            <a:gdLst/>
            <a:ahLst/>
            <a:cxnLst/>
            <a:rect r="r" b="b" t="t" l="l"/>
            <a:pathLst>
              <a:path h="13950624" w="13549543">
                <a:moveTo>
                  <a:pt x="0" y="0"/>
                </a:moveTo>
                <a:lnTo>
                  <a:pt x="13549543" y="0"/>
                </a:lnTo>
                <a:lnTo>
                  <a:pt x="13549543" y="13950623"/>
                </a:lnTo>
                <a:lnTo>
                  <a:pt x="0" y="13950623"/>
                </a:lnTo>
                <a:lnTo>
                  <a:pt x="0" y="0"/>
                </a:lnTo>
                <a:close/>
              </a:path>
            </a:pathLst>
          </a:custGeom>
          <a:blipFill>
            <a:blip r:embed="rId2"/>
            <a:stretch>
              <a:fillRect l="0" t="0" r="0" b="0"/>
            </a:stretch>
          </a:blipFill>
        </p:spPr>
      </p:sp>
      <p:sp>
        <p:nvSpPr>
          <p:cNvPr name="Freeform 4" id="4"/>
          <p:cNvSpPr/>
          <p:nvPr/>
        </p:nvSpPr>
        <p:spPr>
          <a:xfrm flipH="false" flipV="false" rot="-599746">
            <a:off x="-5792026" y="6866788"/>
            <a:ext cx="10477445" cy="10787589"/>
          </a:xfrm>
          <a:custGeom>
            <a:avLst/>
            <a:gdLst/>
            <a:ahLst/>
            <a:cxnLst/>
            <a:rect r="r" b="b" t="t" l="l"/>
            <a:pathLst>
              <a:path h="10787589" w="10477445">
                <a:moveTo>
                  <a:pt x="0" y="0"/>
                </a:moveTo>
                <a:lnTo>
                  <a:pt x="10477445" y="0"/>
                </a:lnTo>
                <a:lnTo>
                  <a:pt x="10477445" y="10787589"/>
                </a:lnTo>
                <a:lnTo>
                  <a:pt x="0" y="10787589"/>
                </a:lnTo>
                <a:lnTo>
                  <a:pt x="0" y="0"/>
                </a:lnTo>
                <a:close/>
              </a:path>
            </a:pathLst>
          </a:custGeom>
          <a:blipFill>
            <a:blip r:embed="rId2"/>
            <a:stretch>
              <a:fillRect l="0" t="0" r="0" b="0"/>
            </a:stretch>
          </a:blipFill>
        </p:spPr>
      </p:sp>
      <p:sp>
        <p:nvSpPr>
          <p:cNvPr name="Freeform 5" id="5"/>
          <p:cNvSpPr/>
          <p:nvPr/>
        </p:nvSpPr>
        <p:spPr>
          <a:xfrm flipH="false" flipV="false" rot="0">
            <a:off x="13035157" y="-7218257"/>
            <a:ext cx="13257606" cy="13257606"/>
          </a:xfrm>
          <a:custGeom>
            <a:avLst/>
            <a:gdLst/>
            <a:ahLst/>
            <a:cxnLst/>
            <a:rect r="r" b="b" t="t" l="l"/>
            <a:pathLst>
              <a:path h="13257606" w="13257606">
                <a:moveTo>
                  <a:pt x="0" y="0"/>
                </a:moveTo>
                <a:lnTo>
                  <a:pt x="13257606" y="0"/>
                </a:lnTo>
                <a:lnTo>
                  <a:pt x="13257606" y="13257607"/>
                </a:lnTo>
                <a:lnTo>
                  <a:pt x="0" y="13257607"/>
                </a:lnTo>
                <a:lnTo>
                  <a:pt x="0" y="0"/>
                </a:lnTo>
                <a:close/>
              </a:path>
            </a:pathLst>
          </a:custGeom>
          <a:blipFill>
            <a:blip r:embed="rId3"/>
            <a:stretch>
              <a:fillRect l="0" t="0" r="0" b="0"/>
            </a:stretch>
          </a:blipFill>
        </p:spPr>
      </p:sp>
      <p:grpSp>
        <p:nvGrpSpPr>
          <p:cNvPr name="Group 6" id="6"/>
          <p:cNvGrpSpPr>
            <a:grpSpLocks noChangeAspect="true"/>
          </p:cNvGrpSpPr>
          <p:nvPr/>
        </p:nvGrpSpPr>
        <p:grpSpPr>
          <a:xfrm rot="0">
            <a:off x="7492218" y="3423349"/>
            <a:ext cx="2926208" cy="2926196"/>
            <a:chOff x="0" y="0"/>
            <a:chExt cx="6350000" cy="6349975"/>
          </a:xfrm>
        </p:grpSpPr>
        <p:sp>
          <p:nvSpPr>
            <p:cNvPr name="Freeform 7" id="7"/>
            <p:cNvSpPr/>
            <p:nvPr/>
          </p:nvSpPr>
          <p:spPr>
            <a:xfrm flipH="false" flipV="false" rot="0">
              <a:off x="0" y="0"/>
              <a:ext cx="6350000" cy="6349974"/>
            </a:xfrm>
            <a:custGeom>
              <a:avLst/>
              <a:gdLst/>
              <a:ahLst/>
              <a:cxnLst/>
              <a:rect r="r" b="b" t="t" l="l"/>
              <a:pathLst>
                <a:path h="6349974" w="6350000">
                  <a:moveTo>
                    <a:pt x="6350000" y="3175025"/>
                  </a:moveTo>
                  <a:cubicBezTo>
                    <a:pt x="6350000" y="4928451"/>
                    <a:pt x="4928476" y="6349974"/>
                    <a:pt x="3175000" y="6349974"/>
                  </a:cubicBezTo>
                  <a:cubicBezTo>
                    <a:pt x="1421498" y="6349974"/>
                    <a:pt x="0" y="4928451"/>
                    <a:pt x="0" y="3175025"/>
                  </a:cubicBezTo>
                  <a:cubicBezTo>
                    <a:pt x="0" y="1421511"/>
                    <a:pt x="1421498" y="0"/>
                    <a:pt x="3175000" y="0"/>
                  </a:cubicBezTo>
                  <a:cubicBezTo>
                    <a:pt x="4928501" y="0"/>
                    <a:pt x="6350000" y="1421511"/>
                    <a:pt x="6350000" y="3175025"/>
                  </a:cubicBezTo>
                  <a:close/>
                </a:path>
              </a:pathLst>
            </a:custGeom>
            <a:blipFill>
              <a:blip r:embed="rId4"/>
              <a:stretch>
                <a:fillRect l="0" t="-25047" r="0" b="-25047"/>
              </a:stretch>
            </a:blipFill>
          </p:spPr>
        </p:sp>
      </p:grpSp>
      <p:grpSp>
        <p:nvGrpSpPr>
          <p:cNvPr name="Group 8" id="8"/>
          <p:cNvGrpSpPr>
            <a:grpSpLocks noChangeAspect="true"/>
          </p:cNvGrpSpPr>
          <p:nvPr/>
        </p:nvGrpSpPr>
        <p:grpSpPr>
          <a:xfrm rot="0">
            <a:off x="3193882" y="3423349"/>
            <a:ext cx="2926208" cy="2926196"/>
            <a:chOff x="0" y="0"/>
            <a:chExt cx="6350000" cy="6349975"/>
          </a:xfrm>
        </p:grpSpPr>
        <p:sp>
          <p:nvSpPr>
            <p:cNvPr name="Freeform 9" id="9"/>
            <p:cNvSpPr/>
            <p:nvPr/>
          </p:nvSpPr>
          <p:spPr>
            <a:xfrm flipH="false" flipV="false" rot="0">
              <a:off x="0" y="0"/>
              <a:ext cx="6350000" cy="6349974"/>
            </a:xfrm>
            <a:custGeom>
              <a:avLst/>
              <a:gdLst/>
              <a:ahLst/>
              <a:cxnLst/>
              <a:rect r="r" b="b" t="t" l="l"/>
              <a:pathLst>
                <a:path h="6349974" w="6350000">
                  <a:moveTo>
                    <a:pt x="6350000" y="3175025"/>
                  </a:moveTo>
                  <a:cubicBezTo>
                    <a:pt x="6350000" y="4928451"/>
                    <a:pt x="4928476" y="6349974"/>
                    <a:pt x="3175000" y="6349974"/>
                  </a:cubicBezTo>
                  <a:cubicBezTo>
                    <a:pt x="1421498" y="6349974"/>
                    <a:pt x="0" y="4928451"/>
                    <a:pt x="0" y="3175025"/>
                  </a:cubicBezTo>
                  <a:cubicBezTo>
                    <a:pt x="0" y="1421511"/>
                    <a:pt x="1421498" y="0"/>
                    <a:pt x="3175000" y="0"/>
                  </a:cubicBezTo>
                  <a:cubicBezTo>
                    <a:pt x="4928501" y="0"/>
                    <a:pt x="6350000" y="1421511"/>
                    <a:pt x="6350000" y="3175025"/>
                  </a:cubicBezTo>
                  <a:close/>
                </a:path>
              </a:pathLst>
            </a:custGeom>
            <a:blipFill>
              <a:blip r:embed="rId5"/>
              <a:stretch>
                <a:fillRect l="-24906" t="0" r="-24906" b="0"/>
              </a:stretch>
            </a:blipFill>
          </p:spPr>
        </p:sp>
      </p:grpSp>
      <p:grpSp>
        <p:nvGrpSpPr>
          <p:cNvPr name="Group 10" id="10"/>
          <p:cNvGrpSpPr>
            <a:grpSpLocks noChangeAspect="true"/>
          </p:cNvGrpSpPr>
          <p:nvPr/>
        </p:nvGrpSpPr>
        <p:grpSpPr>
          <a:xfrm rot="0">
            <a:off x="11790554" y="3423349"/>
            <a:ext cx="2926208" cy="2926196"/>
            <a:chOff x="0" y="0"/>
            <a:chExt cx="6350000" cy="6349975"/>
          </a:xfrm>
        </p:grpSpPr>
        <p:sp>
          <p:nvSpPr>
            <p:cNvPr name="Freeform 11" id="11"/>
            <p:cNvSpPr/>
            <p:nvPr/>
          </p:nvSpPr>
          <p:spPr>
            <a:xfrm flipH="false" flipV="false" rot="0">
              <a:off x="0" y="0"/>
              <a:ext cx="6350000" cy="6349974"/>
            </a:xfrm>
            <a:custGeom>
              <a:avLst/>
              <a:gdLst/>
              <a:ahLst/>
              <a:cxnLst/>
              <a:rect r="r" b="b" t="t" l="l"/>
              <a:pathLst>
                <a:path h="6349974" w="6350000">
                  <a:moveTo>
                    <a:pt x="6350000" y="3175025"/>
                  </a:moveTo>
                  <a:cubicBezTo>
                    <a:pt x="6350000" y="4928451"/>
                    <a:pt x="4928476" y="6349974"/>
                    <a:pt x="3175000" y="6349974"/>
                  </a:cubicBezTo>
                  <a:cubicBezTo>
                    <a:pt x="1421498" y="6349974"/>
                    <a:pt x="0" y="4928451"/>
                    <a:pt x="0" y="3175025"/>
                  </a:cubicBezTo>
                  <a:cubicBezTo>
                    <a:pt x="0" y="1421511"/>
                    <a:pt x="1421498" y="0"/>
                    <a:pt x="3175000" y="0"/>
                  </a:cubicBezTo>
                  <a:cubicBezTo>
                    <a:pt x="4928501" y="0"/>
                    <a:pt x="6350000" y="1421511"/>
                    <a:pt x="6350000" y="3175025"/>
                  </a:cubicBezTo>
                  <a:close/>
                </a:path>
              </a:pathLst>
            </a:custGeom>
            <a:blipFill>
              <a:blip r:embed="rId6"/>
              <a:stretch>
                <a:fillRect l="-114455" t="-32411" r="-58465" b="-49081"/>
              </a:stretch>
            </a:blipFill>
          </p:spPr>
        </p:sp>
      </p:grpSp>
      <p:sp>
        <p:nvSpPr>
          <p:cNvPr name="TextBox 12" id="12"/>
          <p:cNvSpPr txBox="true"/>
          <p:nvPr/>
        </p:nvSpPr>
        <p:spPr>
          <a:xfrm rot="0">
            <a:off x="890224" y="1019175"/>
            <a:ext cx="16507551" cy="1376643"/>
          </a:xfrm>
          <a:prstGeom prst="rect">
            <a:avLst/>
          </a:prstGeom>
        </p:spPr>
        <p:txBody>
          <a:bodyPr anchor="t" rtlCol="false" tIns="0" lIns="0" bIns="0" rIns="0">
            <a:spAutoFit/>
          </a:bodyPr>
          <a:lstStyle/>
          <a:p>
            <a:pPr algn="ctr" marL="0" indent="0" lvl="0">
              <a:lnSpc>
                <a:spcPts val="10800"/>
              </a:lnSpc>
              <a:spcBef>
                <a:spcPct val="0"/>
              </a:spcBef>
            </a:pPr>
            <a:r>
              <a:rPr lang="en-US" b="true" sz="9000" spc="-378">
                <a:solidFill>
                  <a:srgbClr val="FFFFFF"/>
                </a:solidFill>
                <a:latin typeface="Century Gothic Paneuropean Heavy"/>
                <a:ea typeface="Century Gothic Paneuropean Heavy"/>
                <a:cs typeface="Century Gothic Paneuropean Heavy"/>
                <a:sym typeface="Century Gothic Paneuropean Heavy"/>
              </a:rPr>
              <a:t>Key </a:t>
            </a:r>
            <a:r>
              <a:rPr lang="en-US" b="true" sz="9000" spc="-378">
                <a:solidFill>
                  <a:srgbClr val="FFBD00"/>
                </a:solidFill>
                <a:latin typeface="Century Gothic Paneuropean Heavy"/>
                <a:ea typeface="Century Gothic Paneuropean Heavy"/>
                <a:cs typeface="Century Gothic Paneuropean Heavy"/>
                <a:sym typeface="Century Gothic Paneuropean Heavy"/>
              </a:rPr>
              <a:t>figures</a:t>
            </a:r>
          </a:p>
        </p:txBody>
      </p:sp>
      <p:sp>
        <p:nvSpPr>
          <p:cNvPr name="Freeform 13" id="13"/>
          <p:cNvSpPr/>
          <p:nvPr/>
        </p:nvSpPr>
        <p:spPr>
          <a:xfrm flipH="false" flipV="false" rot="0">
            <a:off x="1912472" y="2300283"/>
            <a:ext cx="683559" cy="683559"/>
          </a:xfrm>
          <a:custGeom>
            <a:avLst/>
            <a:gdLst/>
            <a:ahLst/>
            <a:cxnLst/>
            <a:rect r="r" b="b" t="t" l="l"/>
            <a:pathLst>
              <a:path h="683559" w="683559">
                <a:moveTo>
                  <a:pt x="0" y="0"/>
                </a:moveTo>
                <a:lnTo>
                  <a:pt x="683558" y="0"/>
                </a:lnTo>
                <a:lnTo>
                  <a:pt x="683558" y="683558"/>
                </a:lnTo>
                <a:lnTo>
                  <a:pt x="0" y="683558"/>
                </a:lnTo>
                <a:lnTo>
                  <a:pt x="0" y="0"/>
                </a:lnTo>
                <a:close/>
              </a:path>
            </a:pathLst>
          </a:custGeom>
          <a:blipFill>
            <a:blip r:embed="rId7"/>
            <a:stretch>
              <a:fillRect l="0" t="0" r="0" b="0"/>
            </a:stretch>
          </a:blipFill>
        </p:spPr>
      </p:sp>
      <p:sp>
        <p:nvSpPr>
          <p:cNvPr name="Freeform 14" id="14"/>
          <p:cNvSpPr/>
          <p:nvPr/>
        </p:nvSpPr>
        <p:spPr>
          <a:xfrm flipH="false" flipV="false" rot="0">
            <a:off x="15440095" y="2395818"/>
            <a:ext cx="1587363" cy="1587363"/>
          </a:xfrm>
          <a:custGeom>
            <a:avLst/>
            <a:gdLst/>
            <a:ahLst/>
            <a:cxnLst/>
            <a:rect r="r" b="b" t="t" l="l"/>
            <a:pathLst>
              <a:path h="1587363" w="1587363">
                <a:moveTo>
                  <a:pt x="0" y="0"/>
                </a:moveTo>
                <a:lnTo>
                  <a:pt x="1587363" y="0"/>
                </a:lnTo>
                <a:lnTo>
                  <a:pt x="1587363" y="1587363"/>
                </a:lnTo>
                <a:lnTo>
                  <a:pt x="0" y="1587363"/>
                </a:lnTo>
                <a:lnTo>
                  <a:pt x="0" y="0"/>
                </a:lnTo>
                <a:close/>
              </a:path>
            </a:pathLst>
          </a:custGeom>
          <a:blipFill>
            <a:blip r:embed="rId8"/>
            <a:stretch>
              <a:fillRect l="0" t="0" r="0" b="0"/>
            </a:stretch>
          </a:blipFill>
        </p:spPr>
      </p:sp>
      <p:sp>
        <p:nvSpPr>
          <p:cNvPr name="TextBox 15" id="15"/>
          <p:cNvSpPr txBox="true"/>
          <p:nvPr/>
        </p:nvSpPr>
        <p:spPr>
          <a:xfrm rot="0">
            <a:off x="7302285" y="6819639"/>
            <a:ext cx="3306074" cy="481853"/>
          </a:xfrm>
          <a:prstGeom prst="rect">
            <a:avLst/>
          </a:prstGeom>
        </p:spPr>
        <p:txBody>
          <a:bodyPr anchor="t" rtlCol="false" tIns="0" lIns="0" bIns="0" rIns="0">
            <a:spAutoFit/>
          </a:bodyPr>
          <a:lstStyle/>
          <a:p>
            <a:pPr algn="ctr" marL="0" indent="0" lvl="0">
              <a:lnSpc>
                <a:spcPts val="3840"/>
              </a:lnSpc>
              <a:spcBef>
                <a:spcPct val="0"/>
              </a:spcBef>
            </a:pPr>
            <a:r>
              <a:rPr lang="en-US" b="true" sz="3200">
                <a:solidFill>
                  <a:srgbClr val="9AD3F3"/>
                </a:solidFill>
                <a:latin typeface="Open Sauce Semi-Bold"/>
                <a:ea typeface="Open Sauce Semi-Bold"/>
                <a:cs typeface="Open Sauce Semi-Bold"/>
                <a:sym typeface="Open Sauce Semi-Bold"/>
              </a:rPr>
              <a:t>Scientist</a:t>
            </a:r>
            <a:r>
              <a:rPr lang="en-US" b="true" sz="3200" u="none">
                <a:solidFill>
                  <a:srgbClr val="9AD3F3"/>
                </a:solidFill>
                <a:latin typeface="Open Sauce Semi-Bold"/>
                <a:ea typeface="Open Sauce Semi-Bold"/>
                <a:cs typeface="Open Sauce Semi-Bold"/>
                <a:sym typeface="Open Sauce Semi-Bold"/>
              </a:rPr>
              <a:t> name</a:t>
            </a:r>
          </a:p>
        </p:txBody>
      </p:sp>
      <p:sp>
        <p:nvSpPr>
          <p:cNvPr name="TextBox 16" id="16"/>
          <p:cNvSpPr txBox="true"/>
          <p:nvPr/>
        </p:nvSpPr>
        <p:spPr>
          <a:xfrm rot="0">
            <a:off x="7302285" y="7610301"/>
            <a:ext cx="3306074" cy="824733"/>
          </a:xfrm>
          <a:prstGeom prst="rect">
            <a:avLst/>
          </a:prstGeom>
        </p:spPr>
        <p:txBody>
          <a:bodyPr anchor="t" rtlCol="false" tIns="0" lIns="0" bIns="0" rIns="0">
            <a:spAutoFit/>
          </a:bodyPr>
          <a:lstStyle/>
          <a:p>
            <a:pPr algn="ctr" marL="0" indent="0" lvl="0">
              <a:lnSpc>
                <a:spcPts val="3359"/>
              </a:lnSpc>
              <a:spcBef>
                <a:spcPct val="0"/>
              </a:spcBef>
            </a:pPr>
            <a:r>
              <a:rPr lang="en-US" sz="2400">
                <a:solidFill>
                  <a:srgbClr val="FFFFFF"/>
                </a:solidFill>
                <a:latin typeface="Open Sauce"/>
                <a:ea typeface="Open Sauce"/>
                <a:cs typeface="Open Sauce"/>
                <a:sym typeface="Open Sauce"/>
              </a:rPr>
              <a:t>Elaborate on what you want to discuss.</a:t>
            </a:r>
            <a:r>
              <a:rPr lang="en-US" sz="2400">
                <a:solidFill>
                  <a:srgbClr val="FFFFFF"/>
                </a:solidFill>
                <a:latin typeface="Open Sauce"/>
                <a:ea typeface="Open Sauce"/>
                <a:cs typeface="Open Sauce"/>
                <a:sym typeface="Open Sauce"/>
              </a:rPr>
              <a:t> </a:t>
            </a:r>
          </a:p>
        </p:txBody>
      </p:sp>
      <p:sp>
        <p:nvSpPr>
          <p:cNvPr name="TextBox 17" id="17"/>
          <p:cNvSpPr txBox="true"/>
          <p:nvPr/>
        </p:nvSpPr>
        <p:spPr>
          <a:xfrm rot="0">
            <a:off x="3003949" y="6819639"/>
            <a:ext cx="3306074" cy="481853"/>
          </a:xfrm>
          <a:prstGeom prst="rect">
            <a:avLst/>
          </a:prstGeom>
        </p:spPr>
        <p:txBody>
          <a:bodyPr anchor="t" rtlCol="false" tIns="0" lIns="0" bIns="0" rIns="0">
            <a:spAutoFit/>
          </a:bodyPr>
          <a:lstStyle/>
          <a:p>
            <a:pPr algn="ctr" marL="0" indent="0" lvl="0">
              <a:lnSpc>
                <a:spcPts val="3840"/>
              </a:lnSpc>
              <a:spcBef>
                <a:spcPct val="0"/>
              </a:spcBef>
            </a:pPr>
            <a:r>
              <a:rPr lang="en-US" b="true" sz="3200">
                <a:solidFill>
                  <a:srgbClr val="9AD3F3"/>
                </a:solidFill>
                <a:latin typeface="Open Sauce Semi-Bold"/>
                <a:ea typeface="Open Sauce Semi-Bold"/>
                <a:cs typeface="Open Sauce Semi-Bold"/>
                <a:sym typeface="Open Sauce Semi-Bold"/>
              </a:rPr>
              <a:t>Scientist</a:t>
            </a:r>
            <a:r>
              <a:rPr lang="en-US" b="true" sz="3200" u="none">
                <a:solidFill>
                  <a:srgbClr val="9AD3F3"/>
                </a:solidFill>
                <a:latin typeface="Open Sauce Semi-Bold"/>
                <a:ea typeface="Open Sauce Semi-Bold"/>
                <a:cs typeface="Open Sauce Semi-Bold"/>
                <a:sym typeface="Open Sauce Semi-Bold"/>
              </a:rPr>
              <a:t> name</a:t>
            </a:r>
          </a:p>
        </p:txBody>
      </p:sp>
      <p:sp>
        <p:nvSpPr>
          <p:cNvPr name="TextBox 18" id="18"/>
          <p:cNvSpPr txBox="true"/>
          <p:nvPr/>
        </p:nvSpPr>
        <p:spPr>
          <a:xfrm rot="0">
            <a:off x="3003949" y="7610301"/>
            <a:ext cx="3306074" cy="824733"/>
          </a:xfrm>
          <a:prstGeom prst="rect">
            <a:avLst/>
          </a:prstGeom>
        </p:spPr>
        <p:txBody>
          <a:bodyPr anchor="t" rtlCol="false" tIns="0" lIns="0" bIns="0" rIns="0">
            <a:spAutoFit/>
          </a:bodyPr>
          <a:lstStyle/>
          <a:p>
            <a:pPr algn="ctr" marL="0" indent="0" lvl="0">
              <a:lnSpc>
                <a:spcPts val="3359"/>
              </a:lnSpc>
              <a:spcBef>
                <a:spcPct val="0"/>
              </a:spcBef>
            </a:pPr>
            <a:r>
              <a:rPr lang="en-US" sz="2400">
                <a:solidFill>
                  <a:srgbClr val="FFFFFF"/>
                </a:solidFill>
                <a:latin typeface="Open Sauce"/>
                <a:ea typeface="Open Sauce"/>
                <a:cs typeface="Open Sauce"/>
                <a:sym typeface="Open Sauce"/>
              </a:rPr>
              <a:t>Elaborate on what you want to discuss.</a:t>
            </a:r>
            <a:r>
              <a:rPr lang="en-US" sz="2400">
                <a:solidFill>
                  <a:srgbClr val="FFFFFF"/>
                </a:solidFill>
                <a:latin typeface="Open Sauce"/>
                <a:ea typeface="Open Sauce"/>
                <a:cs typeface="Open Sauce"/>
                <a:sym typeface="Open Sauce"/>
              </a:rPr>
              <a:t> </a:t>
            </a:r>
          </a:p>
        </p:txBody>
      </p:sp>
      <p:sp>
        <p:nvSpPr>
          <p:cNvPr name="TextBox 19" id="19"/>
          <p:cNvSpPr txBox="true"/>
          <p:nvPr/>
        </p:nvSpPr>
        <p:spPr>
          <a:xfrm rot="0">
            <a:off x="11600621" y="6819639"/>
            <a:ext cx="3306074" cy="481853"/>
          </a:xfrm>
          <a:prstGeom prst="rect">
            <a:avLst/>
          </a:prstGeom>
        </p:spPr>
        <p:txBody>
          <a:bodyPr anchor="t" rtlCol="false" tIns="0" lIns="0" bIns="0" rIns="0">
            <a:spAutoFit/>
          </a:bodyPr>
          <a:lstStyle/>
          <a:p>
            <a:pPr algn="ctr" marL="0" indent="0" lvl="0">
              <a:lnSpc>
                <a:spcPts val="3840"/>
              </a:lnSpc>
              <a:spcBef>
                <a:spcPct val="0"/>
              </a:spcBef>
            </a:pPr>
            <a:r>
              <a:rPr lang="en-US" b="true" sz="3200">
                <a:solidFill>
                  <a:srgbClr val="9AD3F3"/>
                </a:solidFill>
                <a:latin typeface="Open Sauce Semi-Bold"/>
                <a:ea typeface="Open Sauce Semi-Bold"/>
                <a:cs typeface="Open Sauce Semi-Bold"/>
                <a:sym typeface="Open Sauce Semi-Bold"/>
              </a:rPr>
              <a:t>Scientist</a:t>
            </a:r>
            <a:r>
              <a:rPr lang="en-US" b="true" sz="3200" u="none">
                <a:solidFill>
                  <a:srgbClr val="9AD3F3"/>
                </a:solidFill>
                <a:latin typeface="Open Sauce Semi-Bold"/>
                <a:ea typeface="Open Sauce Semi-Bold"/>
                <a:cs typeface="Open Sauce Semi-Bold"/>
                <a:sym typeface="Open Sauce Semi-Bold"/>
              </a:rPr>
              <a:t> name</a:t>
            </a:r>
          </a:p>
        </p:txBody>
      </p:sp>
      <p:sp>
        <p:nvSpPr>
          <p:cNvPr name="TextBox 20" id="20"/>
          <p:cNvSpPr txBox="true"/>
          <p:nvPr/>
        </p:nvSpPr>
        <p:spPr>
          <a:xfrm rot="0">
            <a:off x="11600621" y="7610301"/>
            <a:ext cx="3306074" cy="824733"/>
          </a:xfrm>
          <a:prstGeom prst="rect">
            <a:avLst/>
          </a:prstGeom>
        </p:spPr>
        <p:txBody>
          <a:bodyPr anchor="t" rtlCol="false" tIns="0" lIns="0" bIns="0" rIns="0">
            <a:spAutoFit/>
          </a:bodyPr>
          <a:lstStyle/>
          <a:p>
            <a:pPr algn="ctr" marL="0" indent="0" lvl="0">
              <a:lnSpc>
                <a:spcPts val="3359"/>
              </a:lnSpc>
              <a:spcBef>
                <a:spcPct val="0"/>
              </a:spcBef>
            </a:pPr>
            <a:r>
              <a:rPr lang="en-US" sz="2400">
                <a:solidFill>
                  <a:srgbClr val="FFFFFF"/>
                </a:solidFill>
                <a:latin typeface="Open Sauce"/>
                <a:ea typeface="Open Sauce"/>
                <a:cs typeface="Open Sauce"/>
                <a:sym typeface="Open Sauce"/>
              </a:rPr>
              <a:t>Elaborate on what you want to discuss.</a:t>
            </a:r>
            <a:r>
              <a:rPr lang="en-US" sz="2400">
                <a:solidFill>
                  <a:srgbClr val="FFFFFF"/>
                </a:solidFill>
                <a:latin typeface="Open Sauce"/>
                <a:ea typeface="Open Sauce"/>
                <a:cs typeface="Open Sauce"/>
                <a:sym typeface="Open Sauce"/>
              </a:rPr>
              <a:t> </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0F1A38"/>
        </a:solidFill>
      </p:bgPr>
    </p:bg>
    <p:spTree>
      <p:nvGrpSpPr>
        <p:cNvPr id="1" name=""/>
        <p:cNvGrpSpPr/>
        <p:nvPr/>
      </p:nvGrpSpPr>
      <p:grpSpPr>
        <a:xfrm>
          <a:off x="0" y="0"/>
          <a:ext cx="0" cy="0"/>
          <a:chOff x="0" y="0"/>
          <a:chExt cx="0" cy="0"/>
        </a:xfrm>
      </p:grpSpPr>
      <p:sp>
        <p:nvSpPr>
          <p:cNvPr name="TextBox 2" id="2"/>
          <p:cNvSpPr txBox="true"/>
          <p:nvPr/>
        </p:nvSpPr>
        <p:spPr>
          <a:xfrm rot="0">
            <a:off x="3209730" y="3044574"/>
            <a:ext cx="5734245" cy="1376643"/>
          </a:xfrm>
          <a:prstGeom prst="rect">
            <a:avLst/>
          </a:prstGeom>
        </p:spPr>
        <p:txBody>
          <a:bodyPr anchor="t" rtlCol="false" tIns="0" lIns="0" bIns="0" rIns="0">
            <a:spAutoFit/>
          </a:bodyPr>
          <a:lstStyle/>
          <a:p>
            <a:pPr algn="l" marL="0" indent="0" lvl="0">
              <a:lnSpc>
                <a:spcPts val="10800"/>
              </a:lnSpc>
              <a:spcBef>
                <a:spcPct val="0"/>
              </a:spcBef>
            </a:pPr>
            <a:r>
              <a:rPr lang="en-US" b="true" sz="9000">
                <a:solidFill>
                  <a:srgbClr val="FFBD00"/>
                </a:solidFill>
                <a:latin typeface="Century Gothic Paneuropean Heavy"/>
                <a:ea typeface="Century Gothic Paneuropean Heavy"/>
                <a:cs typeface="Century Gothic Paneuropean Heavy"/>
                <a:sym typeface="Century Gothic Paneuropean Heavy"/>
              </a:rPr>
              <a:t>Prospects</a:t>
            </a:r>
          </a:p>
        </p:txBody>
      </p:sp>
      <p:sp>
        <p:nvSpPr>
          <p:cNvPr name="Freeform 3" id="3"/>
          <p:cNvSpPr/>
          <p:nvPr/>
        </p:nvSpPr>
        <p:spPr>
          <a:xfrm flipH="false" flipV="false" rot="-2582592">
            <a:off x="11557140" y="762000"/>
            <a:ext cx="13257606" cy="13257606"/>
          </a:xfrm>
          <a:custGeom>
            <a:avLst/>
            <a:gdLst/>
            <a:ahLst/>
            <a:cxnLst/>
            <a:rect r="r" b="b" t="t" l="l"/>
            <a:pathLst>
              <a:path h="13257606" w="13257606">
                <a:moveTo>
                  <a:pt x="0" y="0"/>
                </a:moveTo>
                <a:lnTo>
                  <a:pt x="13257607" y="0"/>
                </a:lnTo>
                <a:lnTo>
                  <a:pt x="13257607" y="13257606"/>
                </a:lnTo>
                <a:lnTo>
                  <a:pt x="0" y="13257606"/>
                </a:lnTo>
                <a:lnTo>
                  <a:pt x="0" y="0"/>
                </a:lnTo>
                <a:close/>
              </a:path>
            </a:pathLst>
          </a:custGeom>
          <a:blipFill>
            <a:blip r:embed="rId2"/>
            <a:stretch>
              <a:fillRect l="0" t="0" r="0" b="0"/>
            </a:stretch>
          </a:blipFill>
        </p:spPr>
      </p:sp>
      <p:sp>
        <p:nvSpPr>
          <p:cNvPr name="TextBox 4" id="4"/>
          <p:cNvSpPr txBox="true"/>
          <p:nvPr/>
        </p:nvSpPr>
        <p:spPr>
          <a:xfrm rot="0">
            <a:off x="3209730" y="4692332"/>
            <a:ext cx="5320741" cy="1035685"/>
          </a:xfrm>
          <a:prstGeom prst="rect">
            <a:avLst/>
          </a:prstGeom>
        </p:spPr>
        <p:txBody>
          <a:bodyPr anchor="t" rtlCol="false" tIns="0" lIns="0" bIns="0" rIns="0">
            <a:spAutoFit/>
          </a:bodyPr>
          <a:lstStyle/>
          <a:p>
            <a:pPr algn="l" marL="0" indent="0" lvl="0">
              <a:lnSpc>
                <a:spcPts val="4160"/>
              </a:lnSpc>
              <a:spcBef>
                <a:spcPct val="0"/>
              </a:spcBef>
            </a:pPr>
            <a:r>
              <a:rPr lang="en-US" sz="3200" u="none">
                <a:solidFill>
                  <a:srgbClr val="FFFFFF"/>
                </a:solidFill>
                <a:latin typeface="Open Sauce"/>
                <a:ea typeface="Open Sauce"/>
                <a:cs typeface="Open Sauce"/>
                <a:sym typeface="Open Sauce"/>
              </a:rPr>
              <a:t>Elaborate on what you want to discuss. </a:t>
            </a:r>
          </a:p>
        </p:txBody>
      </p:sp>
      <p:sp>
        <p:nvSpPr>
          <p:cNvPr name="Freeform 5" id="5"/>
          <p:cNvSpPr/>
          <p:nvPr/>
        </p:nvSpPr>
        <p:spPr>
          <a:xfrm flipH="false" flipV="false" rot="-150863">
            <a:off x="9308263" y="771215"/>
            <a:ext cx="7585443" cy="7655034"/>
          </a:xfrm>
          <a:custGeom>
            <a:avLst/>
            <a:gdLst/>
            <a:ahLst/>
            <a:cxnLst/>
            <a:rect r="r" b="b" t="t" l="l"/>
            <a:pathLst>
              <a:path h="7655034" w="7585443">
                <a:moveTo>
                  <a:pt x="0" y="0"/>
                </a:moveTo>
                <a:lnTo>
                  <a:pt x="7585442" y="0"/>
                </a:lnTo>
                <a:lnTo>
                  <a:pt x="7585442" y="7655033"/>
                </a:lnTo>
                <a:lnTo>
                  <a:pt x="0" y="7655033"/>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grpSp>
        <p:nvGrpSpPr>
          <p:cNvPr name="Group 6" id="6"/>
          <p:cNvGrpSpPr/>
          <p:nvPr/>
        </p:nvGrpSpPr>
        <p:grpSpPr>
          <a:xfrm rot="0">
            <a:off x="1319243" y="2796924"/>
            <a:ext cx="1262136" cy="7677150"/>
            <a:chOff x="0" y="0"/>
            <a:chExt cx="332414" cy="2021965"/>
          </a:xfrm>
        </p:grpSpPr>
        <p:sp>
          <p:nvSpPr>
            <p:cNvPr name="Freeform 7" id="7"/>
            <p:cNvSpPr/>
            <p:nvPr/>
          </p:nvSpPr>
          <p:spPr>
            <a:xfrm flipH="false" flipV="false" rot="0">
              <a:off x="0" y="0"/>
              <a:ext cx="332414" cy="2021965"/>
            </a:xfrm>
            <a:custGeom>
              <a:avLst/>
              <a:gdLst/>
              <a:ahLst/>
              <a:cxnLst/>
              <a:rect r="r" b="b" t="t" l="l"/>
              <a:pathLst>
                <a:path h="2021965" w="332414">
                  <a:moveTo>
                    <a:pt x="0" y="0"/>
                  </a:moveTo>
                  <a:lnTo>
                    <a:pt x="332414" y="0"/>
                  </a:lnTo>
                  <a:lnTo>
                    <a:pt x="332414" y="2021965"/>
                  </a:lnTo>
                  <a:lnTo>
                    <a:pt x="0" y="2021965"/>
                  </a:lnTo>
                  <a:close/>
                </a:path>
              </a:pathLst>
            </a:custGeom>
            <a:solidFill>
              <a:srgbClr val="5E83DF"/>
            </a:solidFill>
          </p:spPr>
        </p:sp>
        <p:sp>
          <p:nvSpPr>
            <p:cNvPr name="TextBox 8" id="8"/>
            <p:cNvSpPr txBox="true"/>
            <p:nvPr/>
          </p:nvSpPr>
          <p:spPr>
            <a:xfrm>
              <a:off x="0" y="-47625"/>
              <a:ext cx="332414" cy="2069590"/>
            </a:xfrm>
            <a:prstGeom prst="rect">
              <a:avLst/>
            </a:prstGeom>
          </p:spPr>
          <p:txBody>
            <a:bodyPr anchor="ctr" rtlCol="false" tIns="50800" lIns="50800" bIns="50800" rIns="50800"/>
            <a:lstStyle/>
            <a:p>
              <a:pPr algn="ctr">
                <a:lnSpc>
                  <a:spcPts val="3359"/>
                </a:lnSpc>
              </a:pPr>
            </a:p>
          </p:txBody>
        </p:sp>
      </p:grpSp>
      <p:sp>
        <p:nvSpPr>
          <p:cNvPr name="TextBox 9" id="9"/>
          <p:cNvSpPr txBox="true"/>
          <p:nvPr/>
        </p:nvSpPr>
        <p:spPr>
          <a:xfrm rot="0">
            <a:off x="1513740" y="3212564"/>
            <a:ext cx="873142" cy="1386168"/>
          </a:xfrm>
          <a:prstGeom prst="rect">
            <a:avLst/>
          </a:prstGeom>
        </p:spPr>
        <p:txBody>
          <a:bodyPr anchor="t" rtlCol="false" tIns="0" lIns="0" bIns="0" rIns="0">
            <a:spAutoFit/>
          </a:bodyPr>
          <a:lstStyle/>
          <a:p>
            <a:pPr algn="just" marL="0" indent="0" lvl="0">
              <a:lnSpc>
                <a:spcPts val="10800"/>
              </a:lnSpc>
              <a:spcBef>
                <a:spcPct val="0"/>
              </a:spcBef>
            </a:pPr>
            <a:r>
              <a:rPr lang="en-US" sz="9000">
                <a:solidFill>
                  <a:srgbClr val="FFFFFF"/>
                </a:solidFill>
                <a:latin typeface="Space Age"/>
                <a:ea typeface="Space Age"/>
                <a:cs typeface="Space Age"/>
                <a:sym typeface="Space Age"/>
              </a:rPr>
              <a:t>3</a:t>
            </a:r>
          </a:p>
        </p:txBody>
      </p:sp>
      <p:sp>
        <p:nvSpPr>
          <p:cNvPr name="Freeform 10" id="10"/>
          <p:cNvSpPr/>
          <p:nvPr/>
        </p:nvSpPr>
        <p:spPr>
          <a:xfrm flipH="false" flipV="false" rot="-1316328">
            <a:off x="-7826633" y="-10460757"/>
            <a:ext cx="13549543" cy="13950624"/>
          </a:xfrm>
          <a:custGeom>
            <a:avLst/>
            <a:gdLst/>
            <a:ahLst/>
            <a:cxnLst/>
            <a:rect r="r" b="b" t="t" l="l"/>
            <a:pathLst>
              <a:path h="13950624" w="13549543">
                <a:moveTo>
                  <a:pt x="0" y="0"/>
                </a:moveTo>
                <a:lnTo>
                  <a:pt x="13549543" y="0"/>
                </a:lnTo>
                <a:lnTo>
                  <a:pt x="13549543" y="13950623"/>
                </a:lnTo>
                <a:lnTo>
                  <a:pt x="0" y="13950623"/>
                </a:lnTo>
                <a:lnTo>
                  <a:pt x="0" y="0"/>
                </a:lnTo>
                <a:close/>
              </a:path>
            </a:pathLst>
          </a:custGeom>
          <a:blipFill>
            <a:blip r:embed="rId5"/>
            <a:stretch>
              <a:fillRect l="0" t="0" r="0" b="0"/>
            </a:stretch>
          </a:blipFill>
        </p:spPr>
      </p:sp>
      <p:sp>
        <p:nvSpPr>
          <p:cNvPr name="Freeform 11" id="11"/>
          <p:cNvSpPr/>
          <p:nvPr/>
        </p:nvSpPr>
        <p:spPr>
          <a:xfrm flipH="false" flipV="false" rot="0">
            <a:off x="1811415" y="6828610"/>
            <a:ext cx="1539927" cy="1539927"/>
          </a:xfrm>
          <a:custGeom>
            <a:avLst/>
            <a:gdLst/>
            <a:ahLst/>
            <a:cxnLst/>
            <a:rect r="r" b="b" t="t" l="l"/>
            <a:pathLst>
              <a:path h="1539927" w="1539927">
                <a:moveTo>
                  <a:pt x="0" y="0"/>
                </a:moveTo>
                <a:lnTo>
                  <a:pt x="1539928" y="0"/>
                </a:lnTo>
                <a:lnTo>
                  <a:pt x="1539928" y="1539928"/>
                </a:lnTo>
                <a:lnTo>
                  <a:pt x="0" y="1539928"/>
                </a:lnTo>
                <a:lnTo>
                  <a:pt x="0" y="0"/>
                </a:lnTo>
                <a:close/>
              </a:path>
            </a:pathLst>
          </a:custGeom>
          <a:blipFill>
            <a:blip r:embed="rId6"/>
            <a:stretch>
              <a:fillRect l="0" t="0" r="0" b="0"/>
            </a:stretch>
          </a:blipFill>
        </p:spPr>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0F1A38"/>
        </a:solidFill>
      </p:bgPr>
    </p:bg>
    <p:spTree>
      <p:nvGrpSpPr>
        <p:cNvPr id="1" name=""/>
        <p:cNvGrpSpPr/>
        <p:nvPr/>
      </p:nvGrpSpPr>
      <p:grpSpPr>
        <a:xfrm>
          <a:off x="0" y="0"/>
          <a:ext cx="0" cy="0"/>
          <a:chOff x="0" y="0"/>
          <a:chExt cx="0" cy="0"/>
        </a:xfrm>
      </p:grpSpPr>
      <p:grpSp>
        <p:nvGrpSpPr>
          <p:cNvPr name="Group 2" id="2"/>
          <p:cNvGrpSpPr/>
          <p:nvPr/>
        </p:nvGrpSpPr>
        <p:grpSpPr>
          <a:xfrm rot="0">
            <a:off x="0" y="0"/>
            <a:ext cx="7162800" cy="10287000"/>
            <a:chOff x="0" y="0"/>
            <a:chExt cx="9550400" cy="13716000"/>
          </a:xfrm>
        </p:grpSpPr>
        <p:pic>
          <p:nvPicPr>
            <p:cNvPr name="Picture 3" id="3"/>
            <p:cNvPicPr>
              <a:picLocks noChangeAspect="true"/>
            </p:cNvPicPr>
            <p:nvPr/>
          </p:nvPicPr>
          <p:blipFill>
            <a:blip r:embed="rId2"/>
            <a:srcRect l="13525" t="0" r="40141" b="0"/>
            <a:stretch>
              <a:fillRect/>
            </a:stretch>
          </p:blipFill>
          <p:spPr>
            <a:xfrm flipH="false" flipV="false">
              <a:off x="0" y="0"/>
              <a:ext cx="9550400" cy="13716000"/>
            </a:xfrm>
            <a:prstGeom prst="rect">
              <a:avLst/>
            </a:prstGeom>
          </p:spPr>
        </p:pic>
      </p:grpSp>
      <p:sp>
        <p:nvSpPr>
          <p:cNvPr name="TextBox 4" id="4"/>
          <p:cNvSpPr txBox="true"/>
          <p:nvPr/>
        </p:nvSpPr>
        <p:spPr>
          <a:xfrm rot="0">
            <a:off x="8195969" y="2239241"/>
            <a:ext cx="6202863" cy="4110878"/>
          </a:xfrm>
          <a:prstGeom prst="rect">
            <a:avLst/>
          </a:prstGeom>
        </p:spPr>
        <p:txBody>
          <a:bodyPr anchor="t" rtlCol="false" tIns="0" lIns="0" bIns="0" rIns="0">
            <a:spAutoFit/>
          </a:bodyPr>
          <a:lstStyle/>
          <a:p>
            <a:pPr algn="l">
              <a:lnSpc>
                <a:spcPts val="10800"/>
              </a:lnSpc>
            </a:pPr>
            <a:r>
              <a:rPr lang="en-US" sz="9000" b="true">
                <a:solidFill>
                  <a:srgbClr val="FFFFFF"/>
                </a:solidFill>
                <a:latin typeface="Century Gothic Paneuropean Heavy"/>
                <a:ea typeface="Century Gothic Paneuropean Heavy"/>
                <a:cs typeface="Century Gothic Paneuropean Heavy"/>
                <a:sym typeface="Century Gothic Paneuropean Heavy"/>
                <a:hlinkClick r:id="rId3" tooltip="https://about.soar.earth/blog-pages/history-of-satellites"/>
              </a:rPr>
              <a:t>History of </a:t>
            </a:r>
            <a:r>
              <a:rPr lang="en-US" sz="9000" b="true">
                <a:solidFill>
                  <a:srgbClr val="FFBD00"/>
                </a:solidFill>
                <a:latin typeface="Century Gothic Paneuropean Heavy"/>
                <a:ea typeface="Century Gothic Paneuropean Heavy"/>
                <a:cs typeface="Century Gothic Paneuropean Heavy"/>
                <a:sym typeface="Century Gothic Paneuropean Heavy"/>
                <a:hlinkClick r:id="rId4" tooltip="https://about.soar.earth/blog-pages/history-of-satellites"/>
              </a:rPr>
              <a:t>Satellites</a:t>
            </a:r>
          </a:p>
          <a:p>
            <a:pPr algn="l" marL="0" indent="0" lvl="0">
              <a:lnSpc>
                <a:spcPts val="10800"/>
              </a:lnSpc>
              <a:spcBef>
                <a:spcPct val="0"/>
              </a:spcBef>
            </a:pPr>
          </a:p>
        </p:txBody>
      </p:sp>
      <p:sp>
        <p:nvSpPr>
          <p:cNvPr name="TextBox 5" id="5"/>
          <p:cNvSpPr txBox="true"/>
          <p:nvPr/>
        </p:nvSpPr>
        <p:spPr>
          <a:xfrm rot="0">
            <a:off x="8195969" y="5310412"/>
            <a:ext cx="5678421" cy="1940705"/>
          </a:xfrm>
          <a:prstGeom prst="rect">
            <a:avLst/>
          </a:prstGeom>
        </p:spPr>
        <p:txBody>
          <a:bodyPr anchor="t" rtlCol="false" tIns="0" lIns="0" bIns="0" rIns="0">
            <a:spAutoFit/>
          </a:bodyPr>
          <a:lstStyle/>
          <a:p>
            <a:pPr algn="l">
              <a:lnSpc>
                <a:spcPts val="3220"/>
              </a:lnSpc>
            </a:pPr>
            <a:r>
              <a:rPr lang="en-US" sz="2300">
                <a:solidFill>
                  <a:srgbClr val="FFFFFF"/>
                </a:solidFill>
                <a:latin typeface="Open Sauce"/>
                <a:ea typeface="Open Sauce"/>
                <a:cs typeface="Open Sauce"/>
                <a:sym typeface="Open Sauce"/>
              </a:rPr>
              <a:t>Presentations are communication tools that can be used as demonstrations, lectures, speeches, reports, and more. It is mostly presented before an audience.</a:t>
            </a:r>
            <a:r>
              <a:rPr lang="en-US" sz="2300">
                <a:solidFill>
                  <a:srgbClr val="FFFFFF"/>
                </a:solidFill>
                <a:latin typeface="Open Sauce"/>
                <a:ea typeface="Open Sauce"/>
                <a:cs typeface="Open Sauce"/>
                <a:sym typeface="Open Sauce"/>
              </a:rPr>
              <a:t> </a:t>
            </a:r>
          </a:p>
        </p:txBody>
      </p:sp>
      <p:sp>
        <p:nvSpPr>
          <p:cNvPr name="Freeform 6" id="6"/>
          <p:cNvSpPr/>
          <p:nvPr/>
        </p:nvSpPr>
        <p:spPr>
          <a:xfrm flipH="false" flipV="false" rot="9280891">
            <a:off x="10823503" y="6977152"/>
            <a:ext cx="13549543" cy="13950624"/>
          </a:xfrm>
          <a:custGeom>
            <a:avLst/>
            <a:gdLst/>
            <a:ahLst/>
            <a:cxnLst/>
            <a:rect r="r" b="b" t="t" l="l"/>
            <a:pathLst>
              <a:path h="13950624" w="13549543">
                <a:moveTo>
                  <a:pt x="0" y="0"/>
                </a:moveTo>
                <a:lnTo>
                  <a:pt x="13549543" y="0"/>
                </a:lnTo>
                <a:lnTo>
                  <a:pt x="13549543" y="13950624"/>
                </a:lnTo>
                <a:lnTo>
                  <a:pt x="0" y="13950624"/>
                </a:lnTo>
                <a:lnTo>
                  <a:pt x="0" y="0"/>
                </a:lnTo>
                <a:close/>
              </a:path>
            </a:pathLst>
          </a:custGeom>
          <a:blipFill>
            <a:blip r:embed="rId5"/>
            <a:stretch>
              <a:fillRect l="0" t="0" r="0" b="0"/>
            </a:stretch>
          </a:blipFill>
        </p:spPr>
      </p:sp>
      <p:sp>
        <p:nvSpPr>
          <p:cNvPr name="Freeform 7" id="7"/>
          <p:cNvSpPr/>
          <p:nvPr/>
        </p:nvSpPr>
        <p:spPr>
          <a:xfrm flipH="false" flipV="false" rot="-3180630">
            <a:off x="14147005" y="-7686070"/>
            <a:ext cx="13257606" cy="13257606"/>
          </a:xfrm>
          <a:custGeom>
            <a:avLst/>
            <a:gdLst/>
            <a:ahLst/>
            <a:cxnLst/>
            <a:rect r="r" b="b" t="t" l="l"/>
            <a:pathLst>
              <a:path h="13257606" w="13257606">
                <a:moveTo>
                  <a:pt x="0" y="0"/>
                </a:moveTo>
                <a:lnTo>
                  <a:pt x="13257606" y="0"/>
                </a:lnTo>
                <a:lnTo>
                  <a:pt x="13257606" y="13257606"/>
                </a:lnTo>
                <a:lnTo>
                  <a:pt x="0" y="13257606"/>
                </a:lnTo>
                <a:lnTo>
                  <a:pt x="0" y="0"/>
                </a:lnTo>
                <a:close/>
              </a:path>
            </a:pathLst>
          </a:custGeom>
          <a:blipFill>
            <a:blip r:embed="rId6"/>
            <a:stretch>
              <a:fillRect l="0" t="0" r="0" b="0"/>
            </a:stretch>
          </a:blipFill>
        </p:spPr>
      </p:sp>
      <p:sp>
        <p:nvSpPr>
          <p:cNvPr name="Freeform 8" id="8"/>
          <p:cNvSpPr/>
          <p:nvPr/>
        </p:nvSpPr>
        <p:spPr>
          <a:xfrm flipH="false" flipV="false" rot="0">
            <a:off x="14161440" y="7251117"/>
            <a:ext cx="2337166" cy="1343870"/>
          </a:xfrm>
          <a:custGeom>
            <a:avLst/>
            <a:gdLst/>
            <a:ahLst/>
            <a:cxnLst/>
            <a:rect r="r" b="b" t="t" l="l"/>
            <a:pathLst>
              <a:path h="1343870" w="2337166">
                <a:moveTo>
                  <a:pt x="0" y="0"/>
                </a:moveTo>
                <a:lnTo>
                  <a:pt x="2337166" y="0"/>
                </a:lnTo>
                <a:lnTo>
                  <a:pt x="2337166" y="1343870"/>
                </a:lnTo>
                <a:lnTo>
                  <a:pt x="0" y="1343870"/>
                </a:lnTo>
                <a:lnTo>
                  <a:pt x="0" y="0"/>
                </a:lnTo>
                <a:close/>
              </a:path>
            </a:pathLst>
          </a:custGeom>
          <a:blipFill>
            <a:blip r:embed="rId7"/>
            <a:stretch>
              <a:fillRect l="0" t="0" r="0" b="0"/>
            </a:stretch>
          </a:blipFill>
        </p:spPr>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0F1A38"/>
        </a:solidFill>
      </p:bgPr>
    </p:bg>
    <p:spTree>
      <p:nvGrpSpPr>
        <p:cNvPr id="1" name=""/>
        <p:cNvGrpSpPr/>
        <p:nvPr/>
      </p:nvGrpSpPr>
      <p:grpSpPr>
        <a:xfrm>
          <a:off x="0" y="0"/>
          <a:ext cx="0" cy="0"/>
          <a:chOff x="0" y="0"/>
          <a:chExt cx="0" cy="0"/>
        </a:xfrm>
      </p:grpSpPr>
      <p:sp>
        <p:nvSpPr>
          <p:cNvPr name="Freeform 2" id="2"/>
          <p:cNvSpPr/>
          <p:nvPr/>
        </p:nvSpPr>
        <p:spPr>
          <a:xfrm flipH="false" flipV="false" rot="10222227">
            <a:off x="14438874" y="-10119792"/>
            <a:ext cx="13549543" cy="13950624"/>
          </a:xfrm>
          <a:custGeom>
            <a:avLst/>
            <a:gdLst/>
            <a:ahLst/>
            <a:cxnLst/>
            <a:rect r="r" b="b" t="t" l="l"/>
            <a:pathLst>
              <a:path h="13950624" w="13549543">
                <a:moveTo>
                  <a:pt x="0" y="0"/>
                </a:moveTo>
                <a:lnTo>
                  <a:pt x="13549543" y="0"/>
                </a:lnTo>
                <a:lnTo>
                  <a:pt x="13549543" y="13950624"/>
                </a:lnTo>
                <a:lnTo>
                  <a:pt x="0" y="13950624"/>
                </a:lnTo>
                <a:lnTo>
                  <a:pt x="0" y="0"/>
                </a:lnTo>
                <a:close/>
              </a:path>
            </a:pathLst>
          </a:custGeom>
          <a:blipFill>
            <a:blip r:embed="rId2"/>
            <a:stretch>
              <a:fillRect l="0" t="0" r="0" b="0"/>
            </a:stretch>
          </a:blipFill>
        </p:spPr>
      </p:sp>
      <p:sp>
        <p:nvSpPr>
          <p:cNvPr name="Freeform 3" id="3"/>
          <p:cNvSpPr/>
          <p:nvPr/>
        </p:nvSpPr>
        <p:spPr>
          <a:xfrm flipH="false" flipV="false" rot="0">
            <a:off x="7817394" y="473326"/>
            <a:ext cx="5254852" cy="11653906"/>
          </a:xfrm>
          <a:custGeom>
            <a:avLst/>
            <a:gdLst/>
            <a:ahLst/>
            <a:cxnLst/>
            <a:rect r="r" b="b" t="t" l="l"/>
            <a:pathLst>
              <a:path h="11653906" w="5254852">
                <a:moveTo>
                  <a:pt x="0" y="0"/>
                </a:moveTo>
                <a:lnTo>
                  <a:pt x="5254852" y="0"/>
                </a:lnTo>
                <a:lnTo>
                  <a:pt x="5254852" y="11653907"/>
                </a:lnTo>
                <a:lnTo>
                  <a:pt x="0" y="11653907"/>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4" id="4"/>
          <p:cNvSpPr txBox="true"/>
          <p:nvPr/>
        </p:nvSpPr>
        <p:spPr>
          <a:xfrm rot="0">
            <a:off x="869753" y="4040948"/>
            <a:ext cx="3250625" cy="815900"/>
          </a:xfrm>
          <a:prstGeom prst="rect">
            <a:avLst/>
          </a:prstGeom>
        </p:spPr>
        <p:txBody>
          <a:bodyPr anchor="t" rtlCol="false" tIns="0" lIns="0" bIns="0" rIns="0">
            <a:spAutoFit/>
          </a:bodyPr>
          <a:lstStyle/>
          <a:p>
            <a:pPr algn="l" marL="0" indent="0" lvl="0">
              <a:lnSpc>
                <a:spcPts val="3359"/>
              </a:lnSpc>
              <a:spcBef>
                <a:spcPct val="0"/>
              </a:spcBef>
            </a:pPr>
            <a:r>
              <a:rPr lang="en-US" sz="2399">
                <a:solidFill>
                  <a:srgbClr val="FFFFFF"/>
                </a:solidFill>
                <a:latin typeface="Open Sauce"/>
                <a:ea typeface="Open Sauce"/>
                <a:cs typeface="Open Sauce"/>
                <a:sym typeface="Open Sauce"/>
              </a:rPr>
              <a:t>Elaborate on what you want to discuss.</a:t>
            </a:r>
            <a:r>
              <a:rPr lang="en-US" sz="2399">
                <a:solidFill>
                  <a:srgbClr val="FFFFFF"/>
                </a:solidFill>
                <a:latin typeface="Open Sauce"/>
                <a:ea typeface="Open Sauce"/>
                <a:cs typeface="Open Sauce"/>
                <a:sym typeface="Open Sauce"/>
              </a:rPr>
              <a:t> </a:t>
            </a:r>
          </a:p>
        </p:txBody>
      </p:sp>
      <p:sp>
        <p:nvSpPr>
          <p:cNvPr name="Freeform 5" id="5"/>
          <p:cNvSpPr/>
          <p:nvPr/>
        </p:nvSpPr>
        <p:spPr>
          <a:xfrm flipH="false" flipV="false" rot="-1968467">
            <a:off x="-4401376" y="6733438"/>
            <a:ext cx="10477445" cy="10787589"/>
          </a:xfrm>
          <a:custGeom>
            <a:avLst/>
            <a:gdLst/>
            <a:ahLst/>
            <a:cxnLst/>
            <a:rect r="r" b="b" t="t" l="l"/>
            <a:pathLst>
              <a:path h="10787589" w="10477445">
                <a:moveTo>
                  <a:pt x="0" y="0"/>
                </a:moveTo>
                <a:lnTo>
                  <a:pt x="10477445" y="0"/>
                </a:lnTo>
                <a:lnTo>
                  <a:pt x="10477445" y="10787589"/>
                </a:lnTo>
                <a:lnTo>
                  <a:pt x="0" y="10787589"/>
                </a:lnTo>
                <a:lnTo>
                  <a:pt x="0" y="0"/>
                </a:lnTo>
                <a:close/>
              </a:path>
            </a:pathLst>
          </a:custGeom>
          <a:blipFill>
            <a:blip r:embed="rId2"/>
            <a:stretch>
              <a:fillRect l="0" t="0" r="0" b="0"/>
            </a:stretch>
          </a:blipFill>
        </p:spPr>
      </p:sp>
      <p:grpSp>
        <p:nvGrpSpPr>
          <p:cNvPr name="Group 6" id="6"/>
          <p:cNvGrpSpPr/>
          <p:nvPr/>
        </p:nvGrpSpPr>
        <p:grpSpPr>
          <a:xfrm rot="0">
            <a:off x="5144915" y="6068892"/>
            <a:ext cx="291325" cy="291325"/>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C4EEFD"/>
            </a:solidFill>
          </p:spPr>
        </p:sp>
        <p:sp>
          <p:nvSpPr>
            <p:cNvPr name="TextBox 8" id="8"/>
            <p:cNvSpPr txBox="true"/>
            <p:nvPr/>
          </p:nvSpPr>
          <p:spPr>
            <a:xfrm>
              <a:off x="76200" y="28575"/>
              <a:ext cx="660400" cy="708025"/>
            </a:xfrm>
            <a:prstGeom prst="rect">
              <a:avLst/>
            </a:prstGeom>
          </p:spPr>
          <p:txBody>
            <a:bodyPr anchor="ctr" rtlCol="false" tIns="50800" lIns="50800" bIns="50800" rIns="50800"/>
            <a:lstStyle/>
            <a:p>
              <a:pPr algn="ctr">
                <a:lnSpc>
                  <a:spcPts val="3359"/>
                </a:lnSpc>
              </a:pPr>
            </a:p>
          </p:txBody>
        </p:sp>
      </p:grpSp>
      <p:sp>
        <p:nvSpPr>
          <p:cNvPr name="TextBox 9" id="9"/>
          <p:cNvSpPr txBox="true"/>
          <p:nvPr/>
        </p:nvSpPr>
        <p:spPr>
          <a:xfrm rot="0">
            <a:off x="869753" y="1139964"/>
            <a:ext cx="7171449" cy="2429995"/>
          </a:xfrm>
          <a:prstGeom prst="rect">
            <a:avLst/>
          </a:prstGeom>
        </p:spPr>
        <p:txBody>
          <a:bodyPr anchor="t" rtlCol="false" tIns="0" lIns="0" bIns="0" rIns="0">
            <a:spAutoFit/>
          </a:bodyPr>
          <a:lstStyle/>
          <a:p>
            <a:pPr algn="l">
              <a:lnSpc>
                <a:spcPts val="9600"/>
              </a:lnSpc>
            </a:pPr>
            <a:r>
              <a:rPr lang="en-US" sz="8000" b="true">
                <a:solidFill>
                  <a:srgbClr val="FFFFFF"/>
                </a:solidFill>
                <a:latin typeface="Century Gothic Paneuropean Heavy"/>
                <a:ea typeface="Century Gothic Paneuropean Heavy"/>
                <a:cs typeface="Century Gothic Paneuropean Heavy"/>
                <a:sym typeface="Century Gothic Paneuropean Heavy"/>
              </a:rPr>
              <a:t>Atmosphere</a:t>
            </a:r>
          </a:p>
          <a:p>
            <a:pPr algn="l" marL="0" indent="0" lvl="0">
              <a:lnSpc>
                <a:spcPts val="9600"/>
              </a:lnSpc>
              <a:spcBef>
                <a:spcPct val="0"/>
              </a:spcBef>
            </a:pPr>
            <a:r>
              <a:rPr lang="en-US" b="true" sz="8000">
                <a:solidFill>
                  <a:srgbClr val="FFBD00"/>
                </a:solidFill>
                <a:latin typeface="Century Gothic Paneuropean Heavy"/>
                <a:ea typeface="Century Gothic Paneuropean Heavy"/>
                <a:cs typeface="Century Gothic Paneuropean Heavy"/>
                <a:sym typeface="Century Gothic Paneuropean Heavy"/>
              </a:rPr>
              <a:t>Layers</a:t>
            </a:r>
          </a:p>
        </p:txBody>
      </p:sp>
      <p:grpSp>
        <p:nvGrpSpPr>
          <p:cNvPr name="Group 10" id="10"/>
          <p:cNvGrpSpPr/>
          <p:nvPr/>
        </p:nvGrpSpPr>
        <p:grpSpPr>
          <a:xfrm rot="0">
            <a:off x="13894375" y="1295748"/>
            <a:ext cx="3364925" cy="1228560"/>
            <a:chOff x="0" y="0"/>
            <a:chExt cx="4486566" cy="1638080"/>
          </a:xfrm>
        </p:grpSpPr>
        <p:sp>
          <p:nvSpPr>
            <p:cNvPr name="TextBox 11" id="11"/>
            <p:cNvSpPr txBox="true"/>
            <p:nvPr/>
          </p:nvSpPr>
          <p:spPr>
            <a:xfrm rot="0">
              <a:off x="0" y="0"/>
              <a:ext cx="4486566" cy="478118"/>
            </a:xfrm>
            <a:prstGeom prst="rect">
              <a:avLst/>
            </a:prstGeom>
          </p:spPr>
          <p:txBody>
            <a:bodyPr anchor="t" rtlCol="false" tIns="0" lIns="0" bIns="0" rIns="0">
              <a:spAutoFit/>
            </a:bodyPr>
            <a:lstStyle/>
            <a:p>
              <a:pPr algn="l" marL="0" indent="0" lvl="0">
                <a:lnSpc>
                  <a:spcPts val="2880"/>
                </a:lnSpc>
                <a:spcBef>
                  <a:spcPct val="0"/>
                </a:spcBef>
              </a:pPr>
              <a:r>
                <a:rPr lang="en-US" sz="2400" u="none">
                  <a:solidFill>
                    <a:srgbClr val="C4EEFD"/>
                  </a:solidFill>
                  <a:latin typeface="Open Sauce"/>
                  <a:ea typeface="Open Sauce"/>
                  <a:cs typeface="Open Sauce"/>
                  <a:sym typeface="Open Sauce"/>
                </a:rPr>
                <a:t>Add a main point</a:t>
              </a:r>
            </a:p>
          </p:txBody>
        </p:sp>
        <p:sp>
          <p:nvSpPr>
            <p:cNvPr name="TextBox 12" id="12"/>
            <p:cNvSpPr txBox="true"/>
            <p:nvPr/>
          </p:nvSpPr>
          <p:spPr>
            <a:xfrm rot="0">
              <a:off x="0" y="731835"/>
              <a:ext cx="4486566" cy="906244"/>
            </a:xfrm>
            <a:prstGeom prst="rect">
              <a:avLst/>
            </a:prstGeom>
          </p:spPr>
          <p:txBody>
            <a:bodyPr anchor="t" rtlCol="false" tIns="0" lIns="0" bIns="0" rIns="0">
              <a:spAutoFit/>
            </a:bodyPr>
            <a:lstStyle/>
            <a:p>
              <a:pPr algn="l" marL="0" indent="0" lvl="0">
                <a:lnSpc>
                  <a:spcPts val="2800"/>
                </a:lnSpc>
                <a:spcBef>
                  <a:spcPct val="0"/>
                </a:spcBef>
              </a:pPr>
              <a:r>
                <a:rPr lang="en-US" sz="2000">
                  <a:solidFill>
                    <a:srgbClr val="FFFFFF"/>
                  </a:solidFill>
                  <a:latin typeface="Open Sauce"/>
                  <a:ea typeface="Open Sauce"/>
                  <a:cs typeface="Open Sauce"/>
                  <a:sym typeface="Open Sauce"/>
                </a:rPr>
                <a:t>Elaborate on what you want to discuss.</a:t>
              </a:r>
              <a:r>
                <a:rPr lang="en-US" sz="2000">
                  <a:solidFill>
                    <a:srgbClr val="FFFFFF"/>
                  </a:solidFill>
                  <a:latin typeface="Open Sauce"/>
                  <a:ea typeface="Open Sauce"/>
                  <a:cs typeface="Open Sauce"/>
                  <a:sym typeface="Open Sauce"/>
                </a:rPr>
                <a:t> </a:t>
              </a:r>
            </a:p>
          </p:txBody>
        </p:sp>
      </p:grpSp>
      <p:grpSp>
        <p:nvGrpSpPr>
          <p:cNvPr name="Group 13" id="13"/>
          <p:cNvGrpSpPr/>
          <p:nvPr/>
        </p:nvGrpSpPr>
        <p:grpSpPr>
          <a:xfrm rot="0">
            <a:off x="13894375" y="3181533"/>
            <a:ext cx="3364925" cy="1228560"/>
            <a:chOff x="0" y="0"/>
            <a:chExt cx="4486566" cy="1638080"/>
          </a:xfrm>
        </p:grpSpPr>
        <p:sp>
          <p:nvSpPr>
            <p:cNvPr name="TextBox 14" id="14"/>
            <p:cNvSpPr txBox="true"/>
            <p:nvPr/>
          </p:nvSpPr>
          <p:spPr>
            <a:xfrm rot="0">
              <a:off x="0" y="0"/>
              <a:ext cx="4486566" cy="478118"/>
            </a:xfrm>
            <a:prstGeom prst="rect">
              <a:avLst/>
            </a:prstGeom>
          </p:spPr>
          <p:txBody>
            <a:bodyPr anchor="t" rtlCol="false" tIns="0" lIns="0" bIns="0" rIns="0">
              <a:spAutoFit/>
            </a:bodyPr>
            <a:lstStyle/>
            <a:p>
              <a:pPr algn="l" marL="0" indent="0" lvl="0">
                <a:lnSpc>
                  <a:spcPts val="2880"/>
                </a:lnSpc>
                <a:spcBef>
                  <a:spcPct val="0"/>
                </a:spcBef>
              </a:pPr>
              <a:r>
                <a:rPr lang="en-US" sz="2400" u="none">
                  <a:solidFill>
                    <a:srgbClr val="C4EEFD"/>
                  </a:solidFill>
                  <a:latin typeface="Open Sauce"/>
                  <a:ea typeface="Open Sauce"/>
                  <a:cs typeface="Open Sauce"/>
                  <a:sym typeface="Open Sauce"/>
                </a:rPr>
                <a:t>Add a main point</a:t>
              </a:r>
            </a:p>
          </p:txBody>
        </p:sp>
        <p:sp>
          <p:nvSpPr>
            <p:cNvPr name="TextBox 15" id="15"/>
            <p:cNvSpPr txBox="true"/>
            <p:nvPr/>
          </p:nvSpPr>
          <p:spPr>
            <a:xfrm rot="0">
              <a:off x="0" y="731835"/>
              <a:ext cx="4486566" cy="906244"/>
            </a:xfrm>
            <a:prstGeom prst="rect">
              <a:avLst/>
            </a:prstGeom>
          </p:spPr>
          <p:txBody>
            <a:bodyPr anchor="t" rtlCol="false" tIns="0" lIns="0" bIns="0" rIns="0">
              <a:spAutoFit/>
            </a:bodyPr>
            <a:lstStyle/>
            <a:p>
              <a:pPr algn="l" marL="0" indent="0" lvl="0">
                <a:lnSpc>
                  <a:spcPts val="2800"/>
                </a:lnSpc>
                <a:spcBef>
                  <a:spcPct val="0"/>
                </a:spcBef>
              </a:pPr>
              <a:r>
                <a:rPr lang="en-US" sz="2000">
                  <a:solidFill>
                    <a:srgbClr val="FFFFFF"/>
                  </a:solidFill>
                  <a:latin typeface="Open Sauce"/>
                  <a:ea typeface="Open Sauce"/>
                  <a:cs typeface="Open Sauce"/>
                  <a:sym typeface="Open Sauce"/>
                </a:rPr>
                <a:t>Elaborate on what you want to discuss.</a:t>
              </a:r>
              <a:r>
                <a:rPr lang="en-US" sz="2000">
                  <a:solidFill>
                    <a:srgbClr val="FFFFFF"/>
                  </a:solidFill>
                  <a:latin typeface="Open Sauce"/>
                  <a:ea typeface="Open Sauce"/>
                  <a:cs typeface="Open Sauce"/>
                  <a:sym typeface="Open Sauce"/>
                </a:rPr>
                <a:t> </a:t>
              </a:r>
            </a:p>
          </p:txBody>
        </p:sp>
      </p:grpSp>
      <p:grpSp>
        <p:nvGrpSpPr>
          <p:cNvPr name="Group 16" id="16"/>
          <p:cNvGrpSpPr/>
          <p:nvPr/>
        </p:nvGrpSpPr>
        <p:grpSpPr>
          <a:xfrm rot="0">
            <a:off x="13894375" y="5071720"/>
            <a:ext cx="3364925" cy="1228560"/>
            <a:chOff x="0" y="0"/>
            <a:chExt cx="4486566" cy="1638080"/>
          </a:xfrm>
        </p:grpSpPr>
        <p:sp>
          <p:nvSpPr>
            <p:cNvPr name="TextBox 17" id="17"/>
            <p:cNvSpPr txBox="true"/>
            <p:nvPr/>
          </p:nvSpPr>
          <p:spPr>
            <a:xfrm rot="0">
              <a:off x="0" y="0"/>
              <a:ext cx="4486566" cy="478118"/>
            </a:xfrm>
            <a:prstGeom prst="rect">
              <a:avLst/>
            </a:prstGeom>
          </p:spPr>
          <p:txBody>
            <a:bodyPr anchor="t" rtlCol="false" tIns="0" lIns="0" bIns="0" rIns="0">
              <a:spAutoFit/>
            </a:bodyPr>
            <a:lstStyle/>
            <a:p>
              <a:pPr algn="l" marL="0" indent="0" lvl="0">
                <a:lnSpc>
                  <a:spcPts val="2880"/>
                </a:lnSpc>
                <a:spcBef>
                  <a:spcPct val="0"/>
                </a:spcBef>
              </a:pPr>
              <a:r>
                <a:rPr lang="en-US" sz="2400" u="none">
                  <a:solidFill>
                    <a:srgbClr val="C4EEFD"/>
                  </a:solidFill>
                  <a:latin typeface="Open Sauce"/>
                  <a:ea typeface="Open Sauce"/>
                  <a:cs typeface="Open Sauce"/>
                  <a:sym typeface="Open Sauce"/>
                </a:rPr>
                <a:t>Add a main point</a:t>
              </a:r>
            </a:p>
          </p:txBody>
        </p:sp>
        <p:sp>
          <p:nvSpPr>
            <p:cNvPr name="TextBox 18" id="18"/>
            <p:cNvSpPr txBox="true"/>
            <p:nvPr/>
          </p:nvSpPr>
          <p:spPr>
            <a:xfrm rot="0">
              <a:off x="0" y="731835"/>
              <a:ext cx="4486566" cy="906244"/>
            </a:xfrm>
            <a:prstGeom prst="rect">
              <a:avLst/>
            </a:prstGeom>
          </p:spPr>
          <p:txBody>
            <a:bodyPr anchor="t" rtlCol="false" tIns="0" lIns="0" bIns="0" rIns="0">
              <a:spAutoFit/>
            </a:bodyPr>
            <a:lstStyle/>
            <a:p>
              <a:pPr algn="l" marL="0" indent="0" lvl="0">
                <a:lnSpc>
                  <a:spcPts val="2800"/>
                </a:lnSpc>
                <a:spcBef>
                  <a:spcPct val="0"/>
                </a:spcBef>
              </a:pPr>
              <a:r>
                <a:rPr lang="en-US" sz="2000">
                  <a:solidFill>
                    <a:srgbClr val="FFFFFF"/>
                  </a:solidFill>
                  <a:latin typeface="Open Sauce"/>
                  <a:ea typeface="Open Sauce"/>
                  <a:cs typeface="Open Sauce"/>
                  <a:sym typeface="Open Sauce"/>
                </a:rPr>
                <a:t>Elaborate on what you want to discuss.</a:t>
              </a:r>
              <a:r>
                <a:rPr lang="en-US" sz="2000">
                  <a:solidFill>
                    <a:srgbClr val="FFFFFF"/>
                  </a:solidFill>
                  <a:latin typeface="Open Sauce"/>
                  <a:ea typeface="Open Sauce"/>
                  <a:cs typeface="Open Sauce"/>
                  <a:sym typeface="Open Sauce"/>
                </a:rPr>
                <a:t> </a:t>
              </a:r>
            </a:p>
          </p:txBody>
        </p:sp>
      </p:grpSp>
      <p:grpSp>
        <p:nvGrpSpPr>
          <p:cNvPr name="Group 19" id="19"/>
          <p:cNvGrpSpPr/>
          <p:nvPr/>
        </p:nvGrpSpPr>
        <p:grpSpPr>
          <a:xfrm rot="0">
            <a:off x="5579061" y="6031679"/>
            <a:ext cx="3364925" cy="1228560"/>
            <a:chOff x="0" y="0"/>
            <a:chExt cx="4486566" cy="1638080"/>
          </a:xfrm>
        </p:grpSpPr>
        <p:sp>
          <p:nvSpPr>
            <p:cNvPr name="TextBox 20" id="20"/>
            <p:cNvSpPr txBox="true"/>
            <p:nvPr/>
          </p:nvSpPr>
          <p:spPr>
            <a:xfrm rot="0">
              <a:off x="0" y="0"/>
              <a:ext cx="4486566" cy="478118"/>
            </a:xfrm>
            <a:prstGeom prst="rect">
              <a:avLst/>
            </a:prstGeom>
          </p:spPr>
          <p:txBody>
            <a:bodyPr anchor="t" rtlCol="false" tIns="0" lIns="0" bIns="0" rIns="0">
              <a:spAutoFit/>
            </a:bodyPr>
            <a:lstStyle/>
            <a:p>
              <a:pPr algn="l" marL="0" indent="0" lvl="0">
                <a:lnSpc>
                  <a:spcPts val="2880"/>
                </a:lnSpc>
                <a:spcBef>
                  <a:spcPct val="0"/>
                </a:spcBef>
              </a:pPr>
              <a:r>
                <a:rPr lang="en-US" sz="2400" u="none">
                  <a:solidFill>
                    <a:srgbClr val="C4EEFD"/>
                  </a:solidFill>
                  <a:latin typeface="Open Sauce"/>
                  <a:ea typeface="Open Sauce"/>
                  <a:cs typeface="Open Sauce"/>
                  <a:sym typeface="Open Sauce"/>
                </a:rPr>
                <a:t>Add a main point</a:t>
              </a:r>
            </a:p>
          </p:txBody>
        </p:sp>
        <p:sp>
          <p:nvSpPr>
            <p:cNvPr name="TextBox 21" id="21"/>
            <p:cNvSpPr txBox="true"/>
            <p:nvPr/>
          </p:nvSpPr>
          <p:spPr>
            <a:xfrm rot="0">
              <a:off x="0" y="731835"/>
              <a:ext cx="4486566" cy="906244"/>
            </a:xfrm>
            <a:prstGeom prst="rect">
              <a:avLst/>
            </a:prstGeom>
          </p:spPr>
          <p:txBody>
            <a:bodyPr anchor="t" rtlCol="false" tIns="0" lIns="0" bIns="0" rIns="0">
              <a:spAutoFit/>
            </a:bodyPr>
            <a:lstStyle/>
            <a:p>
              <a:pPr algn="l" marL="0" indent="0" lvl="0">
                <a:lnSpc>
                  <a:spcPts val="2800"/>
                </a:lnSpc>
                <a:spcBef>
                  <a:spcPct val="0"/>
                </a:spcBef>
              </a:pPr>
              <a:r>
                <a:rPr lang="en-US" sz="2000">
                  <a:solidFill>
                    <a:srgbClr val="FFFFFF"/>
                  </a:solidFill>
                  <a:latin typeface="Open Sauce"/>
                  <a:ea typeface="Open Sauce"/>
                  <a:cs typeface="Open Sauce"/>
                  <a:sym typeface="Open Sauce"/>
                </a:rPr>
                <a:t>Elaborate on what you want to discuss.</a:t>
              </a:r>
              <a:r>
                <a:rPr lang="en-US" sz="2000">
                  <a:solidFill>
                    <a:srgbClr val="FFFFFF"/>
                  </a:solidFill>
                  <a:latin typeface="Open Sauce"/>
                  <a:ea typeface="Open Sauce"/>
                  <a:cs typeface="Open Sauce"/>
                  <a:sym typeface="Open Sauce"/>
                </a:rPr>
                <a:t> </a:t>
              </a:r>
            </a:p>
          </p:txBody>
        </p:sp>
      </p:grpSp>
      <p:grpSp>
        <p:nvGrpSpPr>
          <p:cNvPr name="Group 22" id="22"/>
          <p:cNvGrpSpPr/>
          <p:nvPr/>
        </p:nvGrpSpPr>
        <p:grpSpPr>
          <a:xfrm rot="0">
            <a:off x="5579061" y="7834478"/>
            <a:ext cx="3364925" cy="1228560"/>
            <a:chOff x="0" y="0"/>
            <a:chExt cx="4486566" cy="1638080"/>
          </a:xfrm>
        </p:grpSpPr>
        <p:sp>
          <p:nvSpPr>
            <p:cNvPr name="TextBox 23" id="23"/>
            <p:cNvSpPr txBox="true"/>
            <p:nvPr/>
          </p:nvSpPr>
          <p:spPr>
            <a:xfrm rot="0">
              <a:off x="0" y="0"/>
              <a:ext cx="4486566" cy="478118"/>
            </a:xfrm>
            <a:prstGeom prst="rect">
              <a:avLst/>
            </a:prstGeom>
          </p:spPr>
          <p:txBody>
            <a:bodyPr anchor="t" rtlCol="false" tIns="0" lIns="0" bIns="0" rIns="0">
              <a:spAutoFit/>
            </a:bodyPr>
            <a:lstStyle/>
            <a:p>
              <a:pPr algn="l" marL="0" indent="0" lvl="0">
                <a:lnSpc>
                  <a:spcPts val="2880"/>
                </a:lnSpc>
                <a:spcBef>
                  <a:spcPct val="0"/>
                </a:spcBef>
              </a:pPr>
              <a:r>
                <a:rPr lang="en-US" sz="2400" u="none">
                  <a:solidFill>
                    <a:srgbClr val="C4EEFD"/>
                  </a:solidFill>
                  <a:latin typeface="Open Sauce"/>
                  <a:ea typeface="Open Sauce"/>
                  <a:cs typeface="Open Sauce"/>
                  <a:sym typeface="Open Sauce"/>
                </a:rPr>
                <a:t>Add a main point</a:t>
              </a:r>
            </a:p>
          </p:txBody>
        </p:sp>
        <p:sp>
          <p:nvSpPr>
            <p:cNvPr name="TextBox 24" id="24"/>
            <p:cNvSpPr txBox="true"/>
            <p:nvPr/>
          </p:nvSpPr>
          <p:spPr>
            <a:xfrm rot="0">
              <a:off x="0" y="731835"/>
              <a:ext cx="4486566" cy="906244"/>
            </a:xfrm>
            <a:prstGeom prst="rect">
              <a:avLst/>
            </a:prstGeom>
          </p:spPr>
          <p:txBody>
            <a:bodyPr anchor="t" rtlCol="false" tIns="0" lIns="0" bIns="0" rIns="0">
              <a:spAutoFit/>
            </a:bodyPr>
            <a:lstStyle/>
            <a:p>
              <a:pPr algn="l" marL="0" indent="0" lvl="0">
                <a:lnSpc>
                  <a:spcPts val="2800"/>
                </a:lnSpc>
                <a:spcBef>
                  <a:spcPct val="0"/>
                </a:spcBef>
              </a:pPr>
              <a:r>
                <a:rPr lang="en-US" sz="2000">
                  <a:solidFill>
                    <a:srgbClr val="FFFFFF"/>
                  </a:solidFill>
                  <a:latin typeface="Open Sauce"/>
                  <a:ea typeface="Open Sauce"/>
                  <a:cs typeface="Open Sauce"/>
                  <a:sym typeface="Open Sauce"/>
                </a:rPr>
                <a:t>Elaborate on what you want to discuss.</a:t>
              </a:r>
              <a:r>
                <a:rPr lang="en-US" sz="2000">
                  <a:solidFill>
                    <a:srgbClr val="FFFFFF"/>
                  </a:solidFill>
                  <a:latin typeface="Open Sauce"/>
                  <a:ea typeface="Open Sauce"/>
                  <a:cs typeface="Open Sauce"/>
                  <a:sym typeface="Open Sauce"/>
                </a:rPr>
                <a:t> </a:t>
              </a:r>
            </a:p>
          </p:txBody>
        </p:sp>
      </p:grpSp>
      <p:grpSp>
        <p:nvGrpSpPr>
          <p:cNvPr name="Group 25" id="25"/>
          <p:cNvGrpSpPr/>
          <p:nvPr/>
        </p:nvGrpSpPr>
        <p:grpSpPr>
          <a:xfrm rot="0">
            <a:off x="5144915" y="7891628"/>
            <a:ext cx="291325" cy="291325"/>
            <a:chOff x="0" y="0"/>
            <a:chExt cx="812800" cy="812800"/>
          </a:xfrm>
        </p:grpSpPr>
        <p:sp>
          <p:nvSpPr>
            <p:cNvPr name="Freeform 26" id="26"/>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C4EEFD"/>
            </a:solidFill>
          </p:spPr>
        </p:sp>
        <p:sp>
          <p:nvSpPr>
            <p:cNvPr name="TextBox 27" id="27"/>
            <p:cNvSpPr txBox="true"/>
            <p:nvPr/>
          </p:nvSpPr>
          <p:spPr>
            <a:xfrm>
              <a:off x="76200" y="28575"/>
              <a:ext cx="660400" cy="708025"/>
            </a:xfrm>
            <a:prstGeom prst="rect">
              <a:avLst/>
            </a:prstGeom>
          </p:spPr>
          <p:txBody>
            <a:bodyPr anchor="ctr" rtlCol="false" tIns="50800" lIns="50800" bIns="50800" rIns="50800"/>
            <a:lstStyle/>
            <a:p>
              <a:pPr algn="ctr">
                <a:lnSpc>
                  <a:spcPts val="3359"/>
                </a:lnSpc>
              </a:pPr>
            </a:p>
          </p:txBody>
        </p:sp>
      </p:grpSp>
      <p:grpSp>
        <p:nvGrpSpPr>
          <p:cNvPr name="Group 28" id="28"/>
          <p:cNvGrpSpPr/>
          <p:nvPr/>
        </p:nvGrpSpPr>
        <p:grpSpPr>
          <a:xfrm rot="0">
            <a:off x="13449552" y="1322046"/>
            <a:ext cx="291325" cy="291325"/>
            <a:chOff x="0" y="0"/>
            <a:chExt cx="812800" cy="812800"/>
          </a:xfrm>
        </p:grpSpPr>
        <p:sp>
          <p:nvSpPr>
            <p:cNvPr name="Freeform 29" id="29"/>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C4EEFD"/>
            </a:solidFill>
          </p:spPr>
        </p:sp>
        <p:sp>
          <p:nvSpPr>
            <p:cNvPr name="TextBox 30" id="30"/>
            <p:cNvSpPr txBox="true"/>
            <p:nvPr/>
          </p:nvSpPr>
          <p:spPr>
            <a:xfrm>
              <a:off x="76200" y="28575"/>
              <a:ext cx="660400" cy="708025"/>
            </a:xfrm>
            <a:prstGeom prst="rect">
              <a:avLst/>
            </a:prstGeom>
          </p:spPr>
          <p:txBody>
            <a:bodyPr anchor="ctr" rtlCol="false" tIns="50800" lIns="50800" bIns="50800" rIns="50800"/>
            <a:lstStyle/>
            <a:p>
              <a:pPr algn="ctr">
                <a:lnSpc>
                  <a:spcPts val="3359"/>
                </a:lnSpc>
              </a:pPr>
            </a:p>
          </p:txBody>
        </p:sp>
      </p:grpSp>
      <p:grpSp>
        <p:nvGrpSpPr>
          <p:cNvPr name="Group 31" id="31"/>
          <p:cNvGrpSpPr/>
          <p:nvPr/>
        </p:nvGrpSpPr>
        <p:grpSpPr>
          <a:xfrm rot="0">
            <a:off x="13449552" y="3232622"/>
            <a:ext cx="291325" cy="291325"/>
            <a:chOff x="0" y="0"/>
            <a:chExt cx="812800" cy="812800"/>
          </a:xfrm>
        </p:grpSpPr>
        <p:sp>
          <p:nvSpPr>
            <p:cNvPr name="Freeform 32" id="32"/>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C4EEFD"/>
            </a:solidFill>
          </p:spPr>
        </p:sp>
        <p:sp>
          <p:nvSpPr>
            <p:cNvPr name="TextBox 33" id="33"/>
            <p:cNvSpPr txBox="true"/>
            <p:nvPr/>
          </p:nvSpPr>
          <p:spPr>
            <a:xfrm>
              <a:off x="76200" y="28575"/>
              <a:ext cx="660400" cy="708025"/>
            </a:xfrm>
            <a:prstGeom prst="rect">
              <a:avLst/>
            </a:prstGeom>
          </p:spPr>
          <p:txBody>
            <a:bodyPr anchor="ctr" rtlCol="false" tIns="50800" lIns="50800" bIns="50800" rIns="50800"/>
            <a:lstStyle/>
            <a:p>
              <a:pPr algn="ctr">
                <a:lnSpc>
                  <a:spcPts val="3359"/>
                </a:lnSpc>
              </a:pPr>
            </a:p>
          </p:txBody>
        </p:sp>
      </p:grpSp>
      <p:grpSp>
        <p:nvGrpSpPr>
          <p:cNvPr name="Group 34" id="34"/>
          <p:cNvGrpSpPr/>
          <p:nvPr/>
        </p:nvGrpSpPr>
        <p:grpSpPr>
          <a:xfrm rot="0">
            <a:off x="13449552" y="5095875"/>
            <a:ext cx="291325" cy="291325"/>
            <a:chOff x="0" y="0"/>
            <a:chExt cx="812800" cy="812800"/>
          </a:xfrm>
        </p:grpSpPr>
        <p:sp>
          <p:nvSpPr>
            <p:cNvPr name="Freeform 35" id="35"/>
            <p:cNvSpPr/>
            <p:nvPr/>
          </p:nvSpPr>
          <p:spPr>
            <a:xfrm flipH="false" flipV="false" rot="0">
              <a:off x="0" y="0"/>
              <a:ext cx="812800" cy="812800"/>
            </a:xfrm>
            <a:custGeom>
              <a:avLst/>
              <a:gdLst/>
              <a:ahLst/>
              <a:cxnLst/>
              <a:rect r="r" b="b" t="t" l="l"/>
              <a:pathLst>
                <a:path h="812800" w="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C4EEFD"/>
            </a:solidFill>
          </p:spPr>
        </p:sp>
        <p:sp>
          <p:nvSpPr>
            <p:cNvPr name="TextBox 36" id="36"/>
            <p:cNvSpPr txBox="true"/>
            <p:nvPr/>
          </p:nvSpPr>
          <p:spPr>
            <a:xfrm>
              <a:off x="76200" y="28575"/>
              <a:ext cx="660400" cy="708025"/>
            </a:xfrm>
            <a:prstGeom prst="rect">
              <a:avLst/>
            </a:prstGeom>
          </p:spPr>
          <p:txBody>
            <a:bodyPr anchor="ctr" rtlCol="false" tIns="50800" lIns="50800" bIns="50800" rIns="50800"/>
            <a:lstStyle/>
            <a:p>
              <a:pPr algn="ctr">
                <a:lnSpc>
                  <a:spcPts val="3359"/>
                </a:lnSpc>
              </a:pPr>
            </a:p>
          </p:txBody>
        </p:sp>
      </p:gr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0F1A38"/>
        </a:solidFill>
      </p:bgPr>
    </p:bg>
    <p:spTree>
      <p:nvGrpSpPr>
        <p:cNvPr id="1" name=""/>
        <p:cNvGrpSpPr/>
        <p:nvPr/>
      </p:nvGrpSpPr>
      <p:grpSpPr>
        <a:xfrm>
          <a:off x="0" y="0"/>
          <a:ext cx="0" cy="0"/>
          <a:chOff x="0" y="0"/>
          <a:chExt cx="0" cy="0"/>
        </a:xfrm>
      </p:grpSpPr>
      <p:sp>
        <p:nvSpPr>
          <p:cNvPr name="Freeform 2" id="2"/>
          <p:cNvSpPr/>
          <p:nvPr/>
        </p:nvSpPr>
        <p:spPr>
          <a:xfrm flipH="false" flipV="false" rot="-1316328">
            <a:off x="-7826633" y="-10460757"/>
            <a:ext cx="13549543" cy="13950624"/>
          </a:xfrm>
          <a:custGeom>
            <a:avLst/>
            <a:gdLst/>
            <a:ahLst/>
            <a:cxnLst/>
            <a:rect r="r" b="b" t="t" l="l"/>
            <a:pathLst>
              <a:path h="13950624" w="13549543">
                <a:moveTo>
                  <a:pt x="0" y="0"/>
                </a:moveTo>
                <a:lnTo>
                  <a:pt x="13549543" y="0"/>
                </a:lnTo>
                <a:lnTo>
                  <a:pt x="13549543" y="13950623"/>
                </a:lnTo>
                <a:lnTo>
                  <a:pt x="0" y="13950623"/>
                </a:lnTo>
                <a:lnTo>
                  <a:pt x="0" y="0"/>
                </a:lnTo>
                <a:close/>
              </a:path>
            </a:pathLst>
          </a:custGeom>
          <a:blipFill>
            <a:blip r:embed="rId2"/>
            <a:stretch>
              <a:fillRect l="0" t="0" r="0" b="0"/>
            </a:stretch>
          </a:blipFill>
        </p:spPr>
      </p:sp>
      <p:sp>
        <p:nvSpPr>
          <p:cNvPr name="Freeform 3" id="3"/>
          <p:cNvSpPr/>
          <p:nvPr/>
        </p:nvSpPr>
        <p:spPr>
          <a:xfrm flipH="false" flipV="false" rot="10222227">
            <a:off x="8909745" y="7971091"/>
            <a:ext cx="13549543" cy="13950624"/>
          </a:xfrm>
          <a:custGeom>
            <a:avLst/>
            <a:gdLst/>
            <a:ahLst/>
            <a:cxnLst/>
            <a:rect r="r" b="b" t="t" l="l"/>
            <a:pathLst>
              <a:path h="13950624" w="13549543">
                <a:moveTo>
                  <a:pt x="0" y="0"/>
                </a:moveTo>
                <a:lnTo>
                  <a:pt x="13549544" y="0"/>
                </a:lnTo>
                <a:lnTo>
                  <a:pt x="13549544" y="13950623"/>
                </a:lnTo>
                <a:lnTo>
                  <a:pt x="0" y="13950623"/>
                </a:lnTo>
                <a:lnTo>
                  <a:pt x="0" y="0"/>
                </a:lnTo>
                <a:close/>
              </a:path>
            </a:pathLst>
          </a:custGeom>
          <a:blipFill>
            <a:blip r:embed="rId2"/>
            <a:stretch>
              <a:fillRect l="0" t="0" r="0" b="0"/>
            </a:stretch>
          </a:blipFill>
        </p:spPr>
      </p:sp>
      <p:grpSp>
        <p:nvGrpSpPr>
          <p:cNvPr name="Group 4" id="4"/>
          <p:cNvGrpSpPr/>
          <p:nvPr/>
        </p:nvGrpSpPr>
        <p:grpSpPr>
          <a:xfrm rot="0">
            <a:off x="837347" y="802722"/>
            <a:ext cx="16599507" cy="8661967"/>
            <a:chOff x="0" y="0"/>
            <a:chExt cx="4371887" cy="2281341"/>
          </a:xfrm>
        </p:grpSpPr>
        <p:sp>
          <p:nvSpPr>
            <p:cNvPr name="Freeform 5" id="5"/>
            <p:cNvSpPr/>
            <p:nvPr/>
          </p:nvSpPr>
          <p:spPr>
            <a:xfrm flipH="false" flipV="false" rot="0">
              <a:off x="0" y="0"/>
              <a:ext cx="4371887" cy="2281341"/>
            </a:xfrm>
            <a:custGeom>
              <a:avLst/>
              <a:gdLst/>
              <a:ahLst/>
              <a:cxnLst/>
              <a:rect r="r" b="b" t="t" l="l"/>
              <a:pathLst>
                <a:path h="2281341" w="4371887">
                  <a:moveTo>
                    <a:pt x="0" y="0"/>
                  </a:moveTo>
                  <a:lnTo>
                    <a:pt x="4371887" y="0"/>
                  </a:lnTo>
                  <a:lnTo>
                    <a:pt x="4371887" y="2281341"/>
                  </a:lnTo>
                  <a:lnTo>
                    <a:pt x="0" y="2281341"/>
                  </a:lnTo>
                  <a:close/>
                </a:path>
              </a:pathLst>
            </a:custGeom>
            <a:solidFill>
              <a:srgbClr val="000000">
                <a:alpha val="0"/>
              </a:srgbClr>
            </a:solidFill>
            <a:ln w="19050" cap="sq">
              <a:solidFill>
                <a:srgbClr val="C4EEFD"/>
              </a:solidFill>
              <a:prstDash val="solid"/>
              <a:miter/>
            </a:ln>
          </p:spPr>
        </p:sp>
        <p:sp>
          <p:nvSpPr>
            <p:cNvPr name="TextBox 6" id="6"/>
            <p:cNvSpPr txBox="true"/>
            <p:nvPr/>
          </p:nvSpPr>
          <p:spPr>
            <a:xfrm>
              <a:off x="0" y="-47625"/>
              <a:ext cx="4371887" cy="2328966"/>
            </a:xfrm>
            <a:prstGeom prst="rect">
              <a:avLst/>
            </a:prstGeom>
          </p:spPr>
          <p:txBody>
            <a:bodyPr anchor="ctr" rtlCol="false" tIns="50800" lIns="50800" bIns="50800" rIns="50800"/>
            <a:lstStyle/>
            <a:p>
              <a:pPr algn="ctr">
                <a:lnSpc>
                  <a:spcPts val="3359"/>
                </a:lnSpc>
              </a:pPr>
            </a:p>
          </p:txBody>
        </p:sp>
      </p:grpSp>
      <p:sp>
        <p:nvSpPr>
          <p:cNvPr name="Freeform 7" id="7"/>
          <p:cNvSpPr/>
          <p:nvPr/>
        </p:nvSpPr>
        <p:spPr>
          <a:xfrm flipH="false" flipV="false" rot="-1968467">
            <a:off x="-4401376" y="6733438"/>
            <a:ext cx="10477445" cy="10787589"/>
          </a:xfrm>
          <a:custGeom>
            <a:avLst/>
            <a:gdLst/>
            <a:ahLst/>
            <a:cxnLst/>
            <a:rect r="r" b="b" t="t" l="l"/>
            <a:pathLst>
              <a:path h="10787589" w="10477445">
                <a:moveTo>
                  <a:pt x="0" y="0"/>
                </a:moveTo>
                <a:lnTo>
                  <a:pt x="10477445" y="0"/>
                </a:lnTo>
                <a:lnTo>
                  <a:pt x="10477445" y="10787589"/>
                </a:lnTo>
                <a:lnTo>
                  <a:pt x="0" y="10787589"/>
                </a:lnTo>
                <a:lnTo>
                  <a:pt x="0" y="0"/>
                </a:lnTo>
                <a:close/>
              </a:path>
            </a:pathLst>
          </a:custGeom>
          <a:blipFill>
            <a:blip r:embed="rId2"/>
            <a:stretch>
              <a:fillRect l="0" t="0" r="0" b="0"/>
            </a:stretch>
          </a:blipFill>
        </p:spPr>
      </p:sp>
      <p:sp>
        <p:nvSpPr>
          <p:cNvPr name="Freeform 8" id="8"/>
          <p:cNvSpPr/>
          <p:nvPr/>
        </p:nvSpPr>
        <p:spPr>
          <a:xfrm flipH="false" flipV="false" rot="0">
            <a:off x="12714702" y="-6584218"/>
            <a:ext cx="13257606" cy="13257606"/>
          </a:xfrm>
          <a:custGeom>
            <a:avLst/>
            <a:gdLst/>
            <a:ahLst/>
            <a:cxnLst/>
            <a:rect r="r" b="b" t="t" l="l"/>
            <a:pathLst>
              <a:path h="13257606" w="13257606">
                <a:moveTo>
                  <a:pt x="0" y="0"/>
                </a:moveTo>
                <a:lnTo>
                  <a:pt x="13257606" y="0"/>
                </a:lnTo>
                <a:lnTo>
                  <a:pt x="13257606" y="13257606"/>
                </a:lnTo>
                <a:lnTo>
                  <a:pt x="0" y="13257606"/>
                </a:lnTo>
                <a:lnTo>
                  <a:pt x="0" y="0"/>
                </a:lnTo>
                <a:close/>
              </a:path>
            </a:pathLst>
          </a:custGeom>
          <a:blipFill>
            <a:blip r:embed="rId3"/>
            <a:stretch>
              <a:fillRect l="0" t="0" r="0" b="0"/>
            </a:stretch>
          </a:blipFill>
        </p:spPr>
      </p:sp>
      <p:sp>
        <p:nvSpPr>
          <p:cNvPr name="TextBox 9" id="9"/>
          <p:cNvSpPr txBox="true"/>
          <p:nvPr/>
        </p:nvSpPr>
        <p:spPr>
          <a:xfrm rot="0">
            <a:off x="3000779" y="2219948"/>
            <a:ext cx="12804764" cy="4124325"/>
          </a:xfrm>
          <a:prstGeom prst="rect">
            <a:avLst/>
          </a:prstGeom>
        </p:spPr>
        <p:txBody>
          <a:bodyPr anchor="t" rtlCol="false" tIns="0" lIns="0" bIns="0" rIns="0">
            <a:spAutoFit/>
          </a:bodyPr>
          <a:lstStyle/>
          <a:p>
            <a:pPr algn="ctr">
              <a:lnSpc>
                <a:spcPts val="10800"/>
              </a:lnSpc>
            </a:pPr>
            <a:r>
              <a:rPr lang="en-US" b="true" sz="9000">
                <a:solidFill>
                  <a:srgbClr val="FFFFFF"/>
                </a:solidFill>
                <a:latin typeface="Century Gothic Paneuropean Heavy"/>
                <a:ea typeface="Century Gothic Paneuropean Heavy"/>
                <a:cs typeface="Century Gothic Paneuropean Heavy"/>
                <a:sym typeface="Century Gothic Paneuropean Heavy"/>
                <a:hlinkClick r:id="rId4" tooltip="https://www.riskaware.co.uk/insight/what-are-satellites-used-for-why-satellites-matter/"/>
              </a:rPr>
              <a:t>What are satellites used for</a:t>
            </a:r>
            <a:r>
              <a:rPr lang="en-US" b="true" sz="9000">
                <a:solidFill>
                  <a:srgbClr val="FFFFFF"/>
                </a:solidFill>
                <a:latin typeface="Century Gothic Paneuropean Heavy"/>
                <a:ea typeface="Century Gothic Paneuropean Heavy"/>
                <a:cs typeface="Century Gothic Paneuropean Heavy"/>
                <a:sym typeface="Century Gothic Paneuropean Heavy"/>
              </a:rPr>
              <a:t> </a:t>
            </a:r>
            <a:r>
              <a:rPr lang="en-US" b="true" sz="9000">
                <a:solidFill>
                  <a:srgbClr val="FFFFFF"/>
                </a:solidFill>
                <a:latin typeface="Century Gothic Paneuropean Heavy"/>
                <a:ea typeface="Century Gothic Paneuropean Heavy"/>
                <a:cs typeface="Century Gothic Paneuropean Heavy"/>
                <a:sym typeface="Century Gothic Paneuropean Heavy"/>
                <a:hlinkClick r:id="rId5" tooltip="https://www.riskaware.co.uk/insight/what-are-satellites-used-for-why-satellites-matter/"/>
              </a:rPr>
              <a:t>and why they matter</a:t>
            </a:r>
            <a:r>
              <a:rPr lang="en-US" b="true" sz="9000">
                <a:solidFill>
                  <a:srgbClr val="FFFFFF"/>
                </a:solidFill>
                <a:latin typeface="Century Gothic Paneuropean Heavy"/>
                <a:ea typeface="Century Gothic Paneuropean Heavy"/>
                <a:cs typeface="Century Gothic Paneuropean Heavy"/>
                <a:sym typeface="Century Gothic Paneuropean Heavy"/>
              </a:rPr>
              <a:t>?</a:t>
            </a:r>
          </a:p>
        </p:txBody>
      </p:sp>
      <p:sp>
        <p:nvSpPr>
          <p:cNvPr name="TextBox 10" id="10"/>
          <p:cNvSpPr txBox="true"/>
          <p:nvPr/>
        </p:nvSpPr>
        <p:spPr>
          <a:xfrm rot="0">
            <a:off x="2530947" y="6606713"/>
            <a:ext cx="12804764" cy="602764"/>
          </a:xfrm>
          <a:prstGeom prst="rect">
            <a:avLst/>
          </a:prstGeom>
        </p:spPr>
        <p:txBody>
          <a:bodyPr anchor="t" rtlCol="false" tIns="0" lIns="0" bIns="0" rIns="0">
            <a:spAutoFit/>
          </a:bodyPr>
          <a:lstStyle/>
          <a:p>
            <a:pPr algn="ctr" marL="0" indent="0" lvl="0">
              <a:lnSpc>
                <a:spcPts val="5040"/>
              </a:lnSpc>
              <a:spcBef>
                <a:spcPct val="0"/>
              </a:spcBef>
            </a:pPr>
            <a:r>
              <a:rPr lang="en-US" sz="3600">
                <a:solidFill>
                  <a:srgbClr val="C4EEFD"/>
                </a:solidFill>
                <a:latin typeface="Open Sauce"/>
                <a:ea typeface="Open Sauce"/>
                <a:cs typeface="Open Sauce"/>
                <a:sym typeface="Open Sauce"/>
              </a:rPr>
              <a:t>— Include a credit, citation, or supporting message</a:t>
            </a:r>
          </a:p>
        </p:txBody>
      </p:sp>
      <p:sp>
        <p:nvSpPr>
          <p:cNvPr name="Freeform 11" id="11"/>
          <p:cNvSpPr/>
          <p:nvPr/>
        </p:nvSpPr>
        <p:spPr>
          <a:xfrm flipH="false" flipV="false" rot="0">
            <a:off x="15524536" y="992160"/>
            <a:ext cx="1398412" cy="1396664"/>
          </a:xfrm>
          <a:custGeom>
            <a:avLst/>
            <a:gdLst/>
            <a:ahLst/>
            <a:cxnLst/>
            <a:rect r="r" b="b" t="t" l="l"/>
            <a:pathLst>
              <a:path h="1396664" w="1398412">
                <a:moveTo>
                  <a:pt x="0" y="0"/>
                </a:moveTo>
                <a:lnTo>
                  <a:pt x="1398411" y="0"/>
                </a:lnTo>
                <a:lnTo>
                  <a:pt x="1398411" y="1396664"/>
                </a:lnTo>
                <a:lnTo>
                  <a:pt x="0" y="1396664"/>
                </a:lnTo>
                <a:lnTo>
                  <a:pt x="0" y="0"/>
                </a:lnTo>
                <a:close/>
              </a:path>
            </a:pathLst>
          </a:custGeom>
          <a:blipFill>
            <a:blip r:embed="rId6"/>
            <a:stretch>
              <a:fillRect l="0" t="0" r="0" b="0"/>
            </a:stretch>
          </a:blipFill>
        </p:spPr>
      </p:sp>
      <p:sp>
        <p:nvSpPr>
          <p:cNvPr name="Freeform 12" id="12"/>
          <p:cNvSpPr/>
          <p:nvPr/>
        </p:nvSpPr>
        <p:spPr>
          <a:xfrm flipH="false" flipV="false" rot="0">
            <a:off x="1696861" y="1690492"/>
            <a:ext cx="1668173" cy="1668173"/>
          </a:xfrm>
          <a:custGeom>
            <a:avLst/>
            <a:gdLst/>
            <a:ahLst/>
            <a:cxnLst/>
            <a:rect r="r" b="b" t="t" l="l"/>
            <a:pathLst>
              <a:path h="1668173" w="1668173">
                <a:moveTo>
                  <a:pt x="0" y="0"/>
                </a:moveTo>
                <a:lnTo>
                  <a:pt x="1668173" y="0"/>
                </a:lnTo>
                <a:lnTo>
                  <a:pt x="1668173" y="1668173"/>
                </a:lnTo>
                <a:lnTo>
                  <a:pt x="0" y="1668173"/>
                </a:lnTo>
                <a:lnTo>
                  <a:pt x="0" y="0"/>
                </a:lnTo>
                <a:close/>
              </a:path>
            </a:pathLst>
          </a:custGeom>
          <a:blipFill>
            <a:blip r:embed="rId7"/>
            <a:stretch>
              <a:fillRect l="0" t="0" r="0" b="0"/>
            </a:stretch>
          </a:blipFill>
        </p:spPr>
      </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bg>
      <p:bgPr>
        <a:solidFill>
          <a:srgbClr val="0F1A38"/>
        </a:solidFill>
      </p:bgPr>
    </p:bg>
    <p:spTree>
      <p:nvGrpSpPr>
        <p:cNvPr id="1" name=""/>
        <p:cNvGrpSpPr/>
        <p:nvPr/>
      </p:nvGrpSpPr>
      <p:grpSpPr>
        <a:xfrm>
          <a:off x="0" y="0"/>
          <a:ext cx="0" cy="0"/>
          <a:chOff x="0" y="0"/>
          <a:chExt cx="0" cy="0"/>
        </a:xfrm>
      </p:grpSpPr>
      <p:sp>
        <p:nvSpPr>
          <p:cNvPr name="TextBox 2" id="2"/>
          <p:cNvSpPr txBox="true"/>
          <p:nvPr/>
        </p:nvSpPr>
        <p:spPr>
          <a:xfrm rot="0">
            <a:off x="1162050" y="1749292"/>
            <a:ext cx="5562600" cy="1143000"/>
          </a:xfrm>
          <a:prstGeom prst="rect">
            <a:avLst/>
          </a:prstGeom>
        </p:spPr>
        <p:txBody>
          <a:bodyPr anchor="t" rtlCol="false" tIns="0" lIns="0" bIns="0" rIns="0">
            <a:spAutoFit/>
          </a:bodyPr>
          <a:lstStyle/>
          <a:p>
            <a:pPr algn="l">
              <a:lnSpc>
                <a:spcPts val="9000"/>
              </a:lnSpc>
            </a:pPr>
            <a:r>
              <a:rPr lang="en-US" sz="7500" b="true">
                <a:solidFill>
                  <a:srgbClr val="FFFFFF"/>
                </a:solidFill>
                <a:latin typeface="Century Gothic Paneuropean Heavy"/>
                <a:ea typeface="Century Gothic Paneuropean Heavy"/>
                <a:cs typeface="Century Gothic Paneuropean Heavy"/>
                <a:sym typeface="Century Gothic Paneuropean Heavy"/>
              </a:rPr>
              <a:t>Contact Us</a:t>
            </a:r>
          </a:p>
        </p:txBody>
      </p:sp>
      <p:sp>
        <p:nvSpPr>
          <p:cNvPr name="Freeform 3" id="3"/>
          <p:cNvSpPr/>
          <p:nvPr/>
        </p:nvSpPr>
        <p:spPr>
          <a:xfrm flipH="false" flipV="false" rot="0">
            <a:off x="1420716" y="4012440"/>
            <a:ext cx="210121" cy="300173"/>
          </a:xfrm>
          <a:custGeom>
            <a:avLst/>
            <a:gdLst/>
            <a:ahLst/>
            <a:cxnLst/>
            <a:rect r="r" b="b" t="t" l="l"/>
            <a:pathLst>
              <a:path h="300173" w="210121">
                <a:moveTo>
                  <a:pt x="0" y="0"/>
                </a:moveTo>
                <a:lnTo>
                  <a:pt x="210121" y="0"/>
                </a:lnTo>
                <a:lnTo>
                  <a:pt x="210121" y="300174"/>
                </a:lnTo>
                <a:lnTo>
                  <a:pt x="0" y="30017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0">
            <a:off x="1394093" y="4964007"/>
            <a:ext cx="263367" cy="263367"/>
          </a:xfrm>
          <a:custGeom>
            <a:avLst/>
            <a:gdLst/>
            <a:ahLst/>
            <a:cxnLst/>
            <a:rect r="r" b="b" t="t" l="l"/>
            <a:pathLst>
              <a:path h="263367" w="263367">
                <a:moveTo>
                  <a:pt x="0" y="0"/>
                </a:moveTo>
                <a:lnTo>
                  <a:pt x="263367" y="0"/>
                </a:lnTo>
                <a:lnTo>
                  <a:pt x="263367" y="263367"/>
                </a:lnTo>
                <a:lnTo>
                  <a:pt x="0" y="26336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5" id="5"/>
          <p:cNvSpPr/>
          <p:nvPr/>
        </p:nvSpPr>
        <p:spPr>
          <a:xfrm flipH="false" flipV="false" rot="0">
            <a:off x="1402712" y="5914002"/>
            <a:ext cx="246129" cy="169214"/>
          </a:xfrm>
          <a:custGeom>
            <a:avLst/>
            <a:gdLst/>
            <a:ahLst/>
            <a:cxnLst/>
            <a:rect r="r" b="b" t="t" l="l"/>
            <a:pathLst>
              <a:path h="169214" w="246129">
                <a:moveTo>
                  <a:pt x="0" y="0"/>
                </a:moveTo>
                <a:lnTo>
                  <a:pt x="246129" y="0"/>
                </a:lnTo>
                <a:lnTo>
                  <a:pt x="246129" y="169214"/>
                </a:lnTo>
                <a:lnTo>
                  <a:pt x="0" y="16921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6" id="6"/>
          <p:cNvSpPr/>
          <p:nvPr/>
        </p:nvSpPr>
        <p:spPr>
          <a:xfrm flipH="false" flipV="false" rot="0">
            <a:off x="1389259" y="7657681"/>
            <a:ext cx="273035" cy="273035"/>
          </a:xfrm>
          <a:custGeom>
            <a:avLst/>
            <a:gdLst/>
            <a:ahLst/>
            <a:cxnLst/>
            <a:rect r="r" b="b" t="t" l="l"/>
            <a:pathLst>
              <a:path h="273035" w="273035">
                <a:moveTo>
                  <a:pt x="0" y="0"/>
                </a:moveTo>
                <a:lnTo>
                  <a:pt x="273035" y="0"/>
                </a:lnTo>
                <a:lnTo>
                  <a:pt x="273035" y="273036"/>
                </a:lnTo>
                <a:lnTo>
                  <a:pt x="0" y="273036"/>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7" id="7"/>
          <p:cNvSpPr/>
          <p:nvPr/>
        </p:nvSpPr>
        <p:spPr>
          <a:xfrm flipH="false" flipV="false" rot="0">
            <a:off x="1371402" y="6750960"/>
            <a:ext cx="308750" cy="277875"/>
          </a:xfrm>
          <a:custGeom>
            <a:avLst/>
            <a:gdLst/>
            <a:ahLst/>
            <a:cxnLst/>
            <a:rect r="r" b="b" t="t" l="l"/>
            <a:pathLst>
              <a:path h="277875" w="308750">
                <a:moveTo>
                  <a:pt x="0" y="0"/>
                </a:moveTo>
                <a:lnTo>
                  <a:pt x="308750" y="0"/>
                </a:lnTo>
                <a:lnTo>
                  <a:pt x="308750" y="277875"/>
                </a:lnTo>
                <a:lnTo>
                  <a:pt x="0" y="277875"/>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8" id="8"/>
          <p:cNvSpPr txBox="true"/>
          <p:nvPr/>
        </p:nvSpPr>
        <p:spPr>
          <a:xfrm rot="0">
            <a:off x="2058835" y="3971709"/>
            <a:ext cx="5801458" cy="405699"/>
          </a:xfrm>
          <a:prstGeom prst="rect">
            <a:avLst/>
          </a:prstGeom>
        </p:spPr>
        <p:txBody>
          <a:bodyPr anchor="t" rtlCol="false" tIns="0" lIns="0" bIns="0" rIns="0">
            <a:spAutoFit/>
          </a:bodyPr>
          <a:lstStyle/>
          <a:p>
            <a:pPr algn="l" marL="0" indent="0" lvl="0">
              <a:lnSpc>
                <a:spcPts val="3359"/>
              </a:lnSpc>
              <a:spcBef>
                <a:spcPct val="0"/>
              </a:spcBef>
            </a:pPr>
            <a:r>
              <a:rPr lang="en-US" sz="2400" u="none">
                <a:solidFill>
                  <a:srgbClr val="FFFFFF"/>
                </a:solidFill>
                <a:latin typeface="Open Sauce"/>
                <a:ea typeface="Open Sauce"/>
                <a:cs typeface="Open Sauce"/>
                <a:sym typeface="Open Sauce"/>
              </a:rPr>
              <a:t>123 Anywhere St., Any City,ST 12345</a:t>
            </a:r>
          </a:p>
        </p:txBody>
      </p:sp>
      <p:sp>
        <p:nvSpPr>
          <p:cNvPr name="TextBox 9" id="9"/>
          <p:cNvSpPr txBox="true"/>
          <p:nvPr/>
        </p:nvSpPr>
        <p:spPr>
          <a:xfrm rot="0">
            <a:off x="2058835" y="4897332"/>
            <a:ext cx="4892954" cy="405699"/>
          </a:xfrm>
          <a:prstGeom prst="rect">
            <a:avLst/>
          </a:prstGeom>
        </p:spPr>
        <p:txBody>
          <a:bodyPr anchor="t" rtlCol="false" tIns="0" lIns="0" bIns="0" rIns="0">
            <a:spAutoFit/>
          </a:bodyPr>
          <a:lstStyle/>
          <a:p>
            <a:pPr algn="l" marL="0" indent="0" lvl="0">
              <a:lnSpc>
                <a:spcPts val="3359"/>
              </a:lnSpc>
              <a:spcBef>
                <a:spcPct val="0"/>
              </a:spcBef>
            </a:pPr>
            <a:r>
              <a:rPr lang="en-US" sz="2400" u="none">
                <a:solidFill>
                  <a:srgbClr val="FFFFFF"/>
                </a:solidFill>
                <a:latin typeface="Open Sauce"/>
                <a:ea typeface="Open Sauce"/>
                <a:cs typeface="Open Sauce"/>
                <a:sym typeface="Open Sauce"/>
              </a:rPr>
              <a:t>123-456-7890</a:t>
            </a:r>
          </a:p>
        </p:txBody>
      </p:sp>
      <p:sp>
        <p:nvSpPr>
          <p:cNvPr name="TextBox 10" id="10"/>
          <p:cNvSpPr txBox="true"/>
          <p:nvPr/>
        </p:nvSpPr>
        <p:spPr>
          <a:xfrm rot="0">
            <a:off x="2058835" y="5785891"/>
            <a:ext cx="4892954" cy="405699"/>
          </a:xfrm>
          <a:prstGeom prst="rect">
            <a:avLst/>
          </a:prstGeom>
        </p:spPr>
        <p:txBody>
          <a:bodyPr anchor="t" rtlCol="false" tIns="0" lIns="0" bIns="0" rIns="0">
            <a:spAutoFit/>
          </a:bodyPr>
          <a:lstStyle/>
          <a:p>
            <a:pPr algn="l" marL="0" indent="0" lvl="0">
              <a:lnSpc>
                <a:spcPts val="3359"/>
              </a:lnSpc>
              <a:spcBef>
                <a:spcPct val="0"/>
              </a:spcBef>
            </a:pPr>
            <a:r>
              <a:rPr lang="en-US" sz="2400" u="none">
                <a:solidFill>
                  <a:srgbClr val="FFFFFF"/>
                </a:solidFill>
                <a:latin typeface="Open Sauce"/>
                <a:ea typeface="Open Sauce"/>
                <a:cs typeface="Open Sauce"/>
                <a:sym typeface="Open Sauce"/>
              </a:rPr>
              <a:t>hello@reallygreatsite.com</a:t>
            </a:r>
          </a:p>
        </p:txBody>
      </p:sp>
      <p:sp>
        <p:nvSpPr>
          <p:cNvPr name="TextBox 11" id="11"/>
          <p:cNvSpPr txBox="true"/>
          <p:nvPr/>
        </p:nvSpPr>
        <p:spPr>
          <a:xfrm rot="0">
            <a:off x="2058835" y="7567537"/>
            <a:ext cx="4892954" cy="405699"/>
          </a:xfrm>
          <a:prstGeom prst="rect">
            <a:avLst/>
          </a:prstGeom>
        </p:spPr>
        <p:txBody>
          <a:bodyPr anchor="t" rtlCol="false" tIns="0" lIns="0" bIns="0" rIns="0">
            <a:spAutoFit/>
          </a:bodyPr>
          <a:lstStyle/>
          <a:p>
            <a:pPr algn="l" marL="0" indent="0" lvl="0">
              <a:lnSpc>
                <a:spcPts val="3359"/>
              </a:lnSpc>
              <a:spcBef>
                <a:spcPct val="0"/>
              </a:spcBef>
            </a:pPr>
            <a:r>
              <a:rPr lang="en-US" sz="2400" u="none">
                <a:solidFill>
                  <a:srgbClr val="FFFFFF"/>
                </a:solidFill>
                <a:latin typeface="Open Sauce"/>
                <a:ea typeface="Open Sauce"/>
                <a:cs typeface="Open Sauce"/>
                <a:sym typeface="Open Sauce"/>
              </a:rPr>
              <a:t>reallygreatsite.com</a:t>
            </a:r>
          </a:p>
        </p:txBody>
      </p:sp>
      <p:sp>
        <p:nvSpPr>
          <p:cNvPr name="TextBox 12" id="12"/>
          <p:cNvSpPr txBox="true"/>
          <p:nvPr/>
        </p:nvSpPr>
        <p:spPr>
          <a:xfrm rot="0">
            <a:off x="2058835" y="6663235"/>
            <a:ext cx="4892954" cy="405699"/>
          </a:xfrm>
          <a:prstGeom prst="rect">
            <a:avLst/>
          </a:prstGeom>
        </p:spPr>
        <p:txBody>
          <a:bodyPr anchor="t" rtlCol="false" tIns="0" lIns="0" bIns="0" rIns="0">
            <a:spAutoFit/>
          </a:bodyPr>
          <a:lstStyle/>
          <a:p>
            <a:pPr algn="l" marL="0" indent="0" lvl="0">
              <a:lnSpc>
                <a:spcPts val="3359"/>
              </a:lnSpc>
              <a:spcBef>
                <a:spcPct val="0"/>
              </a:spcBef>
            </a:pPr>
            <a:r>
              <a:rPr lang="en-US" sz="2400" u="none">
                <a:solidFill>
                  <a:srgbClr val="FFFFFF"/>
                </a:solidFill>
                <a:latin typeface="Open Sauce"/>
                <a:ea typeface="Open Sauce"/>
                <a:cs typeface="Open Sauce"/>
                <a:sym typeface="Open Sauce"/>
              </a:rPr>
              <a:t>@reallygreatsite</a:t>
            </a:r>
          </a:p>
        </p:txBody>
      </p:sp>
      <p:sp>
        <p:nvSpPr>
          <p:cNvPr name="Freeform 13" id="13"/>
          <p:cNvSpPr/>
          <p:nvPr/>
        </p:nvSpPr>
        <p:spPr>
          <a:xfrm flipH="false" flipV="false" rot="-1316328">
            <a:off x="-7826633" y="-10460757"/>
            <a:ext cx="13549543" cy="13950624"/>
          </a:xfrm>
          <a:custGeom>
            <a:avLst/>
            <a:gdLst/>
            <a:ahLst/>
            <a:cxnLst/>
            <a:rect r="r" b="b" t="t" l="l"/>
            <a:pathLst>
              <a:path h="13950624" w="13549543">
                <a:moveTo>
                  <a:pt x="0" y="0"/>
                </a:moveTo>
                <a:lnTo>
                  <a:pt x="13549543" y="0"/>
                </a:lnTo>
                <a:lnTo>
                  <a:pt x="13549543" y="13950623"/>
                </a:lnTo>
                <a:lnTo>
                  <a:pt x="0" y="13950623"/>
                </a:lnTo>
                <a:lnTo>
                  <a:pt x="0" y="0"/>
                </a:lnTo>
                <a:close/>
              </a:path>
            </a:pathLst>
          </a:custGeom>
          <a:blipFill>
            <a:blip r:embed="rId12"/>
            <a:stretch>
              <a:fillRect l="0" t="0" r="0" b="0"/>
            </a:stretch>
          </a:blipFill>
        </p:spPr>
      </p:sp>
      <p:sp>
        <p:nvSpPr>
          <p:cNvPr name="Freeform 14" id="14"/>
          <p:cNvSpPr/>
          <p:nvPr/>
        </p:nvSpPr>
        <p:spPr>
          <a:xfrm flipH="false" flipV="false" rot="10222227">
            <a:off x="9206942" y="8688677"/>
            <a:ext cx="13549543" cy="13950624"/>
          </a:xfrm>
          <a:custGeom>
            <a:avLst/>
            <a:gdLst/>
            <a:ahLst/>
            <a:cxnLst/>
            <a:rect r="r" b="b" t="t" l="l"/>
            <a:pathLst>
              <a:path h="13950624" w="13549543">
                <a:moveTo>
                  <a:pt x="0" y="0"/>
                </a:moveTo>
                <a:lnTo>
                  <a:pt x="13549543" y="0"/>
                </a:lnTo>
                <a:lnTo>
                  <a:pt x="13549543" y="13950623"/>
                </a:lnTo>
                <a:lnTo>
                  <a:pt x="0" y="13950623"/>
                </a:lnTo>
                <a:lnTo>
                  <a:pt x="0" y="0"/>
                </a:lnTo>
                <a:close/>
              </a:path>
            </a:pathLst>
          </a:custGeom>
          <a:blipFill>
            <a:blip r:embed="rId12"/>
            <a:stretch>
              <a:fillRect l="0" t="0" r="0" b="0"/>
            </a:stretch>
          </a:blipFill>
        </p:spPr>
      </p:sp>
      <p:sp>
        <p:nvSpPr>
          <p:cNvPr name="Freeform 15" id="15"/>
          <p:cNvSpPr/>
          <p:nvPr/>
        </p:nvSpPr>
        <p:spPr>
          <a:xfrm flipH="false" flipV="false" rot="-1968467">
            <a:off x="-6732466" y="7121609"/>
            <a:ext cx="10477445" cy="10787589"/>
          </a:xfrm>
          <a:custGeom>
            <a:avLst/>
            <a:gdLst/>
            <a:ahLst/>
            <a:cxnLst/>
            <a:rect r="r" b="b" t="t" l="l"/>
            <a:pathLst>
              <a:path h="10787589" w="10477445">
                <a:moveTo>
                  <a:pt x="0" y="0"/>
                </a:moveTo>
                <a:lnTo>
                  <a:pt x="10477446" y="0"/>
                </a:lnTo>
                <a:lnTo>
                  <a:pt x="10477446" y="10787589"/>
                </a:lnTo>
                <a:lnTo>
                  <a:pt x="0" y="10787589"/>
                </a:lnTo>
                <a:lnTo>
                  <a:pt x="0" y="0"/>
                </a:lnTo>
                <a:close/>
              </a:path>
            </a:pathLst>
          </a:custGeom>
          <a:blipFill>
            <a:blip r:embed="rId12"/>
            <a:stretch>
              <a:fillRect l="0" t="0" r="0" b="0"/>
            </a:stretch>
          </a:blipFill>
        </p:spPr>
      </p:sp>
      <p:sp>
        <p:nvSpPr>
          <p:cNvPr name="Freeform 16" id="16"/>
          <p:cNvSpPr/>
          <p:nvPr/>
        </p:nvSpPr>
        <p:spPr>
          <a:xfrm flipH="false" flipV="false" rot="8100000">
            <a:off x="14157449" y="-8254450"/>
            <a:ext cx="13257606" cy="13257606"/>
          </a:xfrm>
          <a:custGeom>
            <a:avLst/>
            <a:gdLst/>
            <a:ahLst/>
            <a:cxnLst/>
            <a:rect r="r" b="b" t="t" l="l"/>
            <a:pathLst>
              <a:path h="13257606" w="13257606">
                <a:moveTo>
                  <a:pt x="0" y="0"/>
                </a:moveTo>
                <a:lnTo>
                  <a:pt x="13257606" y="0"/>
                </a:lnTo>
                <a:lnTo>
                  <a:pt x="13257606" y="13257607"/>
                </a:lnTo>
                <a:lnTo>
                  <a:pt x="0" y="13257607"/>
                </a:lnTo>
                <a:lnTo>
                  <a:pt x="0" y="0"/>
                </a:lnTo>
                <a:close/>
              </a:path>
            </a:pathLst>
          </a:custGeom>
          <a:blipFill>
            <a:blip r:embed="rId13"/>
            <a:stretch>
              <a:fillRect l="0" t="0" r="0" b="0"/>
            </a:stretch>
          </a:blipFill>
        </p:spPr>
      </p:sp>
      <p:sp>
        <p:nvSpPr>
          <p:cNvPr name="Freeform 17" id="17"/>
          <p:cNvSpPr/>
          <p:nvPr/>
        </p:nvSpPr>
        <p:spPr>
          <a:xfrm flipH="false" flipV="false" rot="-777153">
            <a:off x="7990357" y="2679538"/>
            <a:ext cx="8844406" cy="4792060"/>
          </a:xfrm>
          <a:custGeom>
            <a:avLst/>
            <a:gdLst/>
            <a:ahLst/>
            <a:cxnLst/>
            <a:rect r="r" b="b" t="t" l="l"/>
            <a:pathLst>
              <a:path h="4792060" w="8844406">
                <a:moveTo>
                  <a:pt x="0" y="0"/>
                </a:moveTo>
                <a:lnTo>
                  <a:pt x="8844406" y="0"/>
                </a:lnTo>
                <a:lnTo>
                  <a:pt x="8844406" y="4792060"/>
                </a:lnTo>
                <a:lnTo>
                  <a:pt x="0" y="479206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sp>
        <p:nvSpPr>
          <p:cNvPr name="Freeform 18" id="18"/>
          <p:cNvSpPr/>
          <p:nvPr/>
        </p:nvSpPr>
        <p:spPr>
          <a:xfrm flipH="false" flipV="false" rot="0">
            <a:off x="15981713" y="7748897"/>
            <a:ext cx="1010729" cy="1009465"/>
          </a:xfrm>
          <a:custGeom>
            <a:avLst/>
            <a:gdLst/>
            <a:ahLst/>
            <a:cxnLst/>
            <a:rect r="r" b="b" t="t" l="l"/>
            <a:pathLst>
              <a:path h="1009465" w="1010729">
                <a:moveTo>
                  <a:pt x="0" y="0"/>
                </a:moveTo>
                <a:lnTo>
                  <a:pt x="1010729" y="0"/>
                </a:lnTo>
                <a:lnTo>
                  <a:pt x="1010729" y="1009465"/>
                </a:lnTo>
                <a:lnTo>
                  <a:pt x="0" y="1009465"/>
                </a:lnTo>
                <a:lnTo>
                  <a:pt x="0" y="0"/>
                </a:lnTo>
                <a:close/>
              </a:path>
            </a:pathLst>
          </a:custGeom>
          <a:blipFill>
            <a:blip r:embed="rId16"/>
            <a:stretch>
              <a:fillRect l="0" t="0" r="0" b="0"/>
            </a:stretch>
          </a:blipFill>
        </p:spPr>
      </p:sp>
      <p:sp>
        <p:nvSpPr>
          <p:cNvPr name="Freeform 19" id="19"/>
          <p:cNvSpPr/>
          <p:nvPr/>
        </p:nvSpPr>
        <p:spPr>
          <a:xfrm flipH="false" flipV="false" rot="0">
            <a:off x="10117736" y="1028700"/>
            <a:ext cx="969841" cy="969841"/>
          </a:xfrm>
          <a:custGeom>
            <a:avLst/>
            <a:gdLst/>
            <a:ahLst/>
            <a:cxnLst/>
            <a:rect r="r" b="b" t="t" l="l"/>
            <a:pathLst>
              <a:path h="969841" w="969841">
                <a:moveTo>
                  <a:pt x="0" y="0"/>
                </a:moveTo>
                <a:lnTo>
                  <a:pt x="969841" y="0"/>
                </a:lnTo>
                <a:lnTo>
                  <a:pt x="969841" y="969841"/>
                </a:lnTo>
                <a:lnTo>
                  <a:pt x="0" y="969841"/>
                </a:lnTo>
                <a:lnTo>
                  <a:pt x="0" y="0"/>
                </a:lnTo>
                <a:close/>
              </a:path>
            </a:pathLst>
          </a:custGeom>
          <a:blipFill>
            <a:blip r:embed="rId17"/>
            <a:stretch>
              <a:fillRect l="0" t="0" r="0" b="0"/>
            </a:stretch>
          </a:blipFill>
        </p:spPr>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bg>
      <p:bgPr>
        <a:solidFill>
          <a:srgbClr val="0F1A38"/>
        </a:solidFill>
      </p:bgPr>
    </p:bg>
    <p:spTree>
      <p:nvGrpSpPr>
        <p:cNvPr id="1" name=""/>
        <p:cNvGrpSpPr/>
        <p:nvPr/>
      </p:nvGrpSpPr>
      <p:grpSpPr>
        <a:xfrm>
          <a:off x="0" y="0"/>
          <a:ext cx="0" cy="0"/>
          <a:chOff x="0" y="0"/>
          <a:chExt cx="0" cy="0"/>
        </a:xfrm>
      </p:grpSpPr>
      <p:sp>
        <p:nvSpPr>
          <p:cNvPr name="Freeform 2" id="2"/>
          <p:cNvSpPr/>
          <p:nvPr/>
        </p:nvSpPr>
        <p:spPr>
          <a:xfrm flipH="false" flipV="false" rot="-1316328">
            <a:off x="-7826633" y="-10460757"/>
            <a:ext cx="13549543" cy="13950624"/>
          </a:xfrm>
          <a:custGeom>
            <a:avLst/>
            <a:gdLst/>
            <a:ahLst/>
            <a:cxnLst/>
            <a:rect r="r" b="b" t="t" l="l"/>
            <a:pathLst>
              <a:path h="13950624" w="13549543">
                <a:moveTo>
                  <a:pt x="0" y="0"/>
                </a:moveTo>
                <a:lnTo>
                  <a:pt x="13549543" y="0"/>
                </a:lnTo>
                <a:lnTo>
                  <a:pt x="13549543" y="13950623"/>
                </a:lnTo>
                <a:lnTo>
                  <a:pt x="0" y="13950623"/>
                </a:lnTo>
                <a:lnTo>
                  <a:pt x="0" y="0"/>
                </a:lnTo>
                <a:close/>
              </a:path>
            </a:pathLst>
          </a:custGeom>
          <a:blipFill>
            <a:blip r:embed="rId2"/>
            <a:stretch>
              <a:fillRect l="0" t="0" r="0" b="0"/>
            </a:stretch>
          </a:blipFill>
        </p:spPr>
      </p:sp>
      <p:sp>
        <p:nvSpPr>
          <p:cNvPr name="TextBox 3" id="3"/>
          <p:cNvSpPr txBox="true"/>
          <p:nvPr/>
        </p:nvSpPr>
        <p:spPr>
          <a:xfrm rot="0">
            <a:off x="1028700" y="775276"/>
            <a:ext cx="5059131" cy="2286000"/>
          </a:xfrm>
          <a:prstGeom prst="rect">
            <a:avLst/>
          </a:prstGeom>
        </p:spPr>
        <p:txBody>
          <a:bodyPr anchor="t" rtlCol="false" tIns="0" lIns="0" bIns="0" rIns="0">
            <a:spAutoFit/>
          </a:bodyPr>
          <a:lstStyle/>
          <a:p>
            <a:pPr algn="l">
              <a:lnSpc>
                <a:spcPts val="9000"/>
              </a:lnSpc>
            </a:pPr>
            <a:r>
              <a:rPr lang="en-US" sz="7500" b="true">
                <a:solidFill>
                  <a:srgbClr val="FFFFFF"/>
                </a:solidFill>
                <a:latin typeface="Century Gothic Paneuropean Heavy"/>
                <a:ea typeface="Century Gothic Paneuropean Heavy"/>
                <a:cs typeface="Century Gothic Paneuropean Heavy"/>
                <a:sym typeface="Century Gothic Paneuropean Heavy"/>
              </a:rPr>
              <a:t>Resource </a:t>
            </a:r>
          </a:p>
          <a:p>
            <a:pPr algn="l">
              <a:lnSpc>
                <a:spcPts val="9000"/>
              </a:lnSpc>
            </a:pPr>
            <a:r>
              <a:rPr lang="en-US" sz="7500" b="true">
                <a:solidFill>
                  <a:srgbClr val="FFFFFF"/>
                </a:solidFill>
                <a:latin typeface="Century Gothic Paneuropean Heavy"/>
                <a:ea typeface="Century Gothic Paneuropean Heavy"/>
                <a:cs typeface="Century Gothic Paneuropean Heavy"/>
                <a:sym typeface="Century Gothic Paneuropean Heavy"/>
              </a:rPr>
              <a:t>Page</a:t>
            </a:r>
          </a:p>
        </p:txBody>
      </p:sp>
      <p:sp>
        <p:nvSpPr>
          <p:cNvPr name="TextBox 4" id="4"/>
          <p:cNvSpPr txBox="true"/>
          <p:nvPr/>
        </p:nvSpPr>
        <p:spPr>
          <a:xfrm rot="0">
            <a:off x="1028700" y="3545205"/>
            <a:ext cx="5059131" cy="5713095"/>
          </a:xfrm>
          <a:prstGeom prst="rect">
            <a:avLst/>
          </a:prstGeom>
        </p:spPr>
        <p:txBody>
          <a:bodyPr anchor="t" rtlCol="false" tIns="0" lIns="0" bIns="0" rIns="0">
            <a:spAutoFit/>
          </a:bodyPr>
          <a:lstStyle/>
          <a:p>
            <a:pPr algn="l">
              <a:lnSpc>
                <a:spcPts val="3120"/>
              </a:lnSpc>
            </a:pPr>
            <a:r>
              <a:rPr lang="en-US" sz="2400">
                <a:solidFill>
                  <a:srgbClr val="FFFFFF"/>
                </a:solidFill>
                <a:latin typeface="Open Sauce"/>
                <a:ea typeface="Open Sauce"/>
                <a:cs typeface="Open Sauce"/>
                <a:sym typeface="Open Sauce"/>
              </a:rPr>
              <a:t>Use these design resources in your Canva Presentation.</a:t>
            </a:r>
          </a:p>
          <a:p>
            <a:pPr algn="l">
              <a:lnSpc>
                <a:spcPts val="3120"/>
              </a:lnSpc>
            </a:pPr>
          </a:p>
          <a:p>
            <a:pPr algn="l">
              <a:lnSpc>
                <a:spcPts val="3120"/>
              </a:lnSpc>
            </a:pPr>
          </a:p>
          <a:p>
            <a:pPr algn="l">
              <a:lnSpc>
                <a:spcPts val="3120"/>
              </a:lnSpc>
            </a:pPr>
          </a:p>
          <a:p>
            <a:pPr algn="l">
              <a:lnSpc>
                <a:spcPts val="3120"/>
              </a:lnSpc>
            </a:pPr>
          </a:p>
          <a:p>
            <a:pPr algn="l">
              <a:lnSpc>
                <a:spcPts val="3120"/>
              </a:lnSpc>
            </a:pPr>
          </a:p>
          <a:p>
            <a:pPr algn="l">
              <a:lnSpc>
                <a:spcPts val="3120"/>
              </a:lnSpc>
            </a:pPr>
          </a:p>
          <a:p>
            <a:pPr algn="l">
              <a:lnSpc>
                <a:spcPts val="3120"/>
              </a:lnSpc>
            </a:pPr>
          </a:p>
          <a:p>
            <a:pPr algn="l">
              <a:lnSpc>
                <a:spcPts val="3120"/>
              </a:lnSpc>
            </a:pPr>
          </a:p>
          <a:p>
            <a:pPr algn="l">
              <a:lnSpc>
                <a:spcPts val="3120"/>
              </a:lnSpc>
            </a:pPr>
            <a:r>
              <a:rPr lang="en-US" sz="2400">
                <a:solidFill>
                  <a:srgbClr val="FFFFFF"/>
                </a:solidFill>
                <a:latin typeface="Open Sauce"/>
                <a:ea typeface="Open Sauce"/>
                <a:cs typeface="Open Sauce"/>
                <a:sym typeface="Open Sauce"/>
              </a:rPr>
              <a:t>You can find these fonts online too. Happy designing! </a:t>
            </a:r>
          </a:p>
          <a:p>
            <a:pPr algn="l">
              <a:lnSpc>
                <a:spcPts val="3120"/>
              </a:lnSpc>
            </a:pPr>
          </a:p>
          <a:p>
            <a:pPr algn="l">
              <a:lnSpc>
                <a:spcPts val="3120"/>
              </a:lnSpc>
            </a:pPr>
            <a:r>
              <a:rPr lang="en-US" sz="2400">
                <a:solidFill>
                  <a:srgbClr val="FFFFFF"/>
                </a:solidFill>
                <a:latin typeface="Open Sauce"/>
                <a:ea typeface="Open Sauce"/>
                <a:cs typeface="Open Sauce"/>
                <a:sym typeface="Open Sauce"/>
              </a:rPr>
              <a:t>Don't forget to delete this page before presenting.</a:t>
            </a:r>
            <a:r>
              <a:rPr lang="en-US" sz="2400">
                <a:solidFill>
                  <a:srgbClr val="FFFFFF"/>
                </a:solidFill>
                <a:latin typeface="Open Sauce"/>
                <a:ea typeface="Open Sauce"/>
                <a:cs typeface="Open Sauce"/>
                <a:sym typeface="Open Sauce"/>
              </a:rPr>
              <a:t> </a:t>
            </a:r>
          </a:p>
        </p:txBody>
      </p:sp>
      <p:sp>
        <p:nvSpPr>
          <p:cNvPr name="TextBox 5" id="5"/>
          <p:cNvSpPr txBox="true"/>
          <p:nvPr/>
        </p:nvSpPr>
        <p:spPr>
          <a:xfrm rot="0">
            <a:off x="1028700" y="4704016"/>
            <a:ext cx="4676765" cy="749449"/>
          </a:xfrm>
          <a:prstGeom prst="rect">
            <a:avLst/>
          </a:prstGeom>
        </p:spPr>
        <p:txBody>
          <a:bodyPr anchor="t" rtlCol="false" tIns="0" lIns="0" bIns="0" rIns="0">
            <a:spAutoFit/>
          </a:bodyPr>
          <a:lstStyle/>
          <a:p>
            <a:pPr algn="l" marL="0" indent="0" lvl="0">
              <a:lnSpc>
                <a:spcPts val="3025"/>
              </a:lnSpc>
              <a:spcBef>
                <a:spcPct val="0"/>
              </a:spcBef>
            </a:pPr>
            <a:r>
              <a:rPr lang="en-US" sz="2327">
                <a:solidFill>
                  <a:srgbClr val="FFFFFF"/>
                </a:solidFill>
                <a:latin typeface="Open Sauce"/>
                <a:ea typeface="Open Sauce"/>
                <a:cs typeface="Open Sauce"/>
                <a:sym typeface="Open Sauce"/>
              </a:rPr>
              <a:t>This presentation template uses the following free fonts:</a:t>
            </a:r>
          </a:p>
        </p:txBody>
      </p:sp>
      <p:sp>
        <p:nvSpPr>
          <p:cNvPr name="TextBox 6" id="6"/>
          <p:cNvSpPr txBox="true"/>
          <p:nvPr/>
        </p:nvSpPr>
        <p:spPr>
          <a:xfrm rot="0">
            <a:off x="1028700" y="5955744"/>
            <a:ext cx="5059131" cy="869939"/>
          </a:xfrm>
          <a:prstGeom prst="rect">
            <a:avLst/>
          </a:prstGeom>
        </p:spPr>
        <p:txBody>
          <a:bodyPr anchor="t" rtlCol="false" tIns="0" lIns="0" bIns="0" rIns="0">
            <a:spAutoFit/>
          </a:bodyPr>
          <a:lstStyle/>
          <a:p>
            <a:pPr algn="l" marL="358866" indent="-179433" lvl="1">
              <a:lnSpc>
                <a:spcPts val="2327"/>
              </a:lnSpc>
              <a:buAutoNum type="arabicPeriod" startAt="1"/>
            </a:pPr>
            <a:r>
              <a:rPr lang="en-US" sz="1662">
                <a:solidFill>
                  <a:srgbClr val="FFFFFF"/>
                </a:solidFill>
                <a:latin typeface="Open Sauce"/>
                <a:ea typeface="Open Sauce"/>
                <a:cs typeface="Open Sauce"/>
                <a:sym typeface="Open Sauce"/>
              </a:rPr>
              <a:t>Titles: Century Gothic Paneurop</a:t>
            </a:r>
          </a:p>
          <a:p>
            <a:pPr algn="l" marL="358866" indent="-179433" lvl="1">
              <a:lnSpc>
                <a:spcPts val="2327"/>
              </a:lnSpc>
              <a:buAutoNum type="arabicPeriod" startAt="1"/>
            </a:pPr>
            <a:r>
              <a:rPr lang="en-US" sz="1662">
                <a:solidFill>
                  <a:srgbClr val="FFFFFF"/>
                </a:solidFill>
                <a:latin typeface="Open Sauce"/>
                <a:ea typeface="Open Sauce"/>
                <a:cs typeface="Open Sauce"/>
                <a:sym typeface="Open Sauce"/>
              </a:rPr>
              <a:t>Headers: Open Sauce</a:t>
            </a:r>
          </a:p>
          <a:p>
            <a:pPr algn="l" marL="358866" indent="-179433" lvl="1">
              <a:lnSpc>
                <a:spcPts val="2327"/>
              </a:lnSpc>
              <a:buAutoNum type="arabicPeriod" startAt="1"/>
            </a:pPr>
            <a:r>
              <a:rPr lang="en-US" sz="1662">
                <a:solidFill>
                  <a:srgbClr val="FFFFFF"/>
                </a:solidFill>
                <a:latin typeface="Open Sauce"/>
                <a:ea typeface="Open Sauce"/>
                <a:cs typeface="Open Sauce"/>
                <a:sym typeface="Open Sauce"/>
              </a:rPr>
              <a:t>Body Copy: Open Sauce</a:t>
            </a:r>
          </a:p>
        </p:txBody>
      </p:sp>
      <p:sp>
        <p:nvSpPr>
          <p:cNvPr name="Freeform 7" id="7"/>
          <p:cNvSpPr/>
          <p:nvPr/>
        </p:nvSpPr>
        <p:spPr>
          <a:xfrm flipH="false" flipV="false" rot="0">
            <a:off x="7593157" y="5453465"/>
            <a:ext cx="1307226" cy="1535655"/>
          </a:xfrm>
          <a:custGeom>
            <a:avLst/>
            <a:gdLst/>
            <a:ahLst/>
            <a:cxnLst/>
            <a:rect r="r" b="b" t="t" l="l"/>
            <a:pathLst>
              <a:path h="1535655" w="1307226">
                <a:moveTo>
                  <a:pt x="0" y="0"/>
                </a:moveTo>
                <a:lnTo>
                  <a:pt x="1307226" y="0"/>
                </a:lnTo>
                <a:lnTo>
                  <a:pt x="1307226" y="1535655"/>
                </a:lnTo>
                <a:lnTo>
                  <a:pt x="0" y="1535655"/>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Freeform 8" id="8"/>
          <p:cNvSpPr/>
          <p:nvPr/>
        </p:nvSpPr>
        <p:spPr>
          <a:xfrm flipH="false" flipV="false" rot="0">
            <a:off x="12304253" y="5663778"/>
            <a:ext cx="1734302" cy="1349602"/>
          </a:xfrm>
          <a:custGeom>
            <a:avLst/>
            <a:gdLst/>
            <a:ahLst/>
            <a:cxnLst/>
            <a:rect r="r" b="b" t="t" l="l"/>
            <a:pathLst>
              <a:path h="1349602" w="1734302">
                <a:moveTo>
                  <a:pt x="0" y="0"/>
                </a:moveTo>
                <a:lnTo>
                  <a:pt x="1734302" y="0"/>
                </a:lnTo>
                <a:lnTo>
                  <a:pt x="1734302" y="1349602"/>
                </a:lnTo>
                <a:lnTo>
                  <a:pt x="0" y="1349602"/>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Freeform 9" id="9"/>
          <p:cNvSpPr/>
          <p:nvPr/>
        </p:nvSpPr>
        <p:spPr>
          <a:xfrm flipH="false" flipV="false" rot="0">
            <a:off x="7214926" y="1261613"/>
            <a:ext cx="2222549" cy="1313324"/>
          </a:xfrm>
          <a:custGeom>
            <a:avLst/>
            <a:gdLst/>
            <a:ahLst/>
            <a:cxnLst/>
            <a:rect r="r" b="b" t="t" l="l"/>
            <a:pathLst>
              <a:path h="1313324" w="2222549">
                <a:moveTo>
                  <a:pt x="0" y="0"/>
                </a:moveTo>
                <a:lnTo>
                  <a:pt x="2222549" y="0"/>
                </a:lnTo>
                <a:lnTo>
                  <a:pt x="2222549" y="1313325"/>
                </a:lnTo>
                <a:lnTo>
                  <a:pt x="0" y="1313325"/>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
        <p:nvSpPr>
          <p:cNvPr name="Freeform 10" id="10"/>
          <p:cNvSpPr/>
          <p:nvPr/>
        </p:nvSpPr>
        <p:spPr>
          <a:xfrm flipH="false" flipV="false" rot="0">
            <a:off x="10543613" y="3604013"/>
            <a:ext cx="1257920" cy="1257920"/>
          </a:xfrm>
          <a:custGeom>
            <a:avLst/>
            <a:gdLst/>
            <a:ahLst/>
            <a:cxnLst/>
            <a:rect r="r" b="b" t="t" l="l"/>
            <a:pathLst>
              <a:path h="1257920" w="1257920">
                <a:moveTo>
                  <a:pt x="0" y="0"/>
                </a:moveTo>
                <a:lnTo>
                  <a:pt x="1257921" y="0"/>
                </a:lnTo>
                <a:lnTo>
                  <a:pt x="1257921" y="1257921"/>
                </a:lnTo>
                <a:lnTo>
                  <a:pt x="0" y="1257921"/>
                </a:lnTo>
                <a:lnTo>
                  <a:pt x="0" y="0"/>
                </a:lnTo>
                <a:close/>
              </a:path>
            </a:pathLst>
          </a:custGeom>
          <a:blipFill>
            <a:blip r:embed="rId9">
              <a:extLst>
                <a:ext uri="{96DAC541-7B7A-43D3-8B79-37D633B846F1}">
                  <asvg:svgBlip xmlns:asvg="http://schemas.microsoft.com/office/drawing/2016/SVG/main" r:embed="rId10"/>
                </a:ext>
              </a:extLst>
            </a:blip>
            <a:stretch>
              <a:fillRect l="0" t="0" r="0" b="0"/>
            </a:stretch>
          </a:blipFill>
        </p:spPr>
      </p:sp>
      <p:sp>
        <p:nvSpPr>
          <p:cNvPr name="Freeform 11" id="11"/>
          <p:cNvSpPr/>
          <p:nvPr/>
        </p:nvSpPr>
        <p:spPr>
          <a:xfrm flipH="false" flipV="false" rot="0">
            <a:off x="7099185" y="3779840"/>
            <a:ext cx="2730053" cy="1082094"/>
          </a:xfrm>
          <a:custGeom>
            <a:avLst/>
            <a:gdLst/>
            <a:ahLst/>
            <a:cxnLst/>
            <a:rect r="r" b="b" t="t" l="l"/>
            <a:pathLst>
              <a:path h="1082094" w="2730053">
                <a:moveTo>
                  <a:pt x="0" y="0"/>
                </a:moveTo>
                <a:lnTo>
                  <a:pt x="2730053" y="0"/>
                </a:lnTo>
                <a:lnTo>
                  <a:pt x="2730053" y="1082094"/>
                </a:lnTo>
                <a:lnTo>
                  <a:pt x="0" y="1082094"/>
                </a:lnTo>
                <a:lnTo>
                  <a:pt x="0" y="0"/>
                </a:lnTo>
                <a:close/>
              </a:path>
            </a:pathLst>
          </a:custGeom>
          <a:blipFill>
            <a:blip r:embed="rId11">
              <a:extLst>
                <a:ext uri="{96DAC541-7B7A-43D3-8B79-37D633B846F1}">
                  <asvg:svgBlip xmlns:asvg="http://schemas.microsoft.com/office/drawing/2016/SVG/main" r:embed="rId12"/>
                </a:ext>
              </a:extLst>
            </a:blip>
            <a:stretch>
              <a:fillRect l="0" t="0" r="0" b="0"/>
            </a:stretch>
          </a:blipFill>
        </p:spPr>
      </p:sp>
      <p:sp>
        <p:nvSpPr>
          <p:cNvPr name="Freeform 12" id="12"/>
          <p:cNvSpPr/>
          <p:nvPr/>
        </p:nvSpPr>
        <p:spPr>
          <a:xfrm flipH="false" flipV="false" rot="0">
            <a:off x="12418956" y="3465146"/>
            <a:ext cx="2020598" cy="1535655"/>
          </a:xfrm>
          <a:custGeom>
            <a:avLst/>
            <a:gdLst/>
            <a:ahLst/>
            <a:cxnLst/>
            <a:rect r="r" b="b" t="t" l="l"/>
            <a:pathLst>
              <a:path h="1535655" w="2020598">
                <a:moveTo>
                  <a:pt x="0" y="0"/>
                </a:moveTo>
                <a:lnTo>
                  <a:pt x="2020599" y="0"/>
                </a:lnTo>
                <a:lnTo>
                  <a:pt x="2020599" y="1535655"/>
                </a:lnTo>
                <a:lnTo>
                  <a:pt x="0" y="1535655"/>
                </a:lnTo>
                <a:lnTo>
                  <a:pt x="0" y="0"/>
                </a:lnTo>
                <a:close/>
              </a:path>
            </a:pathLst>
          </a:custGeom>
          <a:blipFill>
            <a:blip r:embed="rId13">
              <a:extLst>
                <a:ext uri="{96DAC541-7B7A-43D3-8B79-37D633B846F1}">
                  <asvg:svgBlip xmlns:asvg="http://schemas.microsoft.com/office/drawing/2016/SVG/main" r:embed="rId14"/>
                </a:ext>
              </a:extLst>
            </a:blip>
            <a:stretch>
              <a:fillRect l="0" t="0" r="0" b="0"/>
            </a:stretch>
          </a:blipFill>
        </p:spPr>
      </p:sp>
      <p:sp>
        <p:nvSpPr>
          <p:cNvPr name="Freeform 13" id="13"/>
          <p:cNvSpPr/>
          <p:nvPr/>
        </p:nvSpPr>
        <p:spPr>
          <a:xfrm flipH="false" flipV="false" rot="0">
            <a:off x="15128709" y="1175907"/>
            <a:ext cx="2320357" cy="1535655"/>
          </a:xfrm>
          <a:custGeom>
            <a:avLst/>
            <a:gdLst/>
            <a:ahLst/>
            <a:cxnLst/>
            <a:rect r="r" b="b" t="t" l="l"/>
            <a:pathLst>
              <a:path h="1535655" w="2320357">
                <a:moveTo>
                  <a:pt x="0" y="0"/>
                </a:moveTo>
                <a:lnTo>
                  <a:pt x="2320357" y="0"/>
                </a:lnTo>
                <a:lnTo>
                  <a:pt x="2320357" y="1535654"/>
                </a:lnTo>
                <a:lnTo>
                  <a:pt x="0" y="1535654"/>
                </a:lnTo>
                <a:lnTo>
                  <a:pt x="0" y="0"/>
                </a:lnTo>
                <a:close/>
              </a:path>
            </a:pathLst>
          </a:custGeom>
          <a:blipFill>
            <a:blip r:embed="rId15">
              <a:extLst>
                <a:ext uri="{96DAC541-7B7A-43D3-8B79-37D633B846F1}">
                  <asvg:svgBlip xmlns:asvg="http://schemas.microsoft.com/office/drawing/2016/SVG/main" r:embed="rId16"/>
                </a:ext>
              </a:extLst>
            </a:blip>
            <a:stretch>
              <a:fillRect l="0" t="0" r="0" b="0"/>
            </a:stretch>
          </a:blipFill>
        </p:spPr>
      </p:sp>
      <p:sp>
        <p:nvSpPr>
          <p:cNvPr name="Freeform 14" id="14"/>
          <p:cNvSpPr/>
          <p:nvPr/>
        </p:nvSpPr>
        <p:spPr>
          <a:xfrm flipH="false" flipV="false" rot="0">
            <a:off x="15417566" y="7983602"/>
            <a:ext cx="1905120" cy="1274698"/>
          </a:xfrm>
          <a:custGeom>
            <a:avLst/>
            <a:gdLst/>
            <a:ahLst/>
            <a:cxnLst/>
            <a:rect r="r" b="b" t="t" l="l"/>
            <a:pathLst>
              <a:path h="1274698" w="1905120">
                <a:moveTo>
                  <a:pt x="0" y="0"/>
                </a:moveTo>
                <a:lnTo>
                  <a:pt x="1905120" y="0"/>
                </a:lnTo>
                <a:lnTo>
                  <a:pt x="1905120" y="1274698"/>
                </a:lnTo>
                <a:lnTo>
                  <a:pt x="0" y="1274698"/>
                </a:lnTo>
                <a:lnTo>
                  <a:pt x="0" y="0"/>
                </a:lnTo>
                <a:close/>
              </a:path>
            </a:pathLst>
          </a:custGeom>
          <a:blipFill>
            <a:blip r:embed="rId17">
              <a:extLst>
                <a:ext uri="{96DAC541-7B7A-43D3-8B79-37D633B846F1}">
                  <asvg:svgBlip xmlns:asvg="http://schemas.microsoft.com/office/drawing/2016/SVG/main" r:embed="rId18"/>
                </a:ext>
              </a:extLst>
            </a:blip>
            <a:stretch>
              <a:fillRect l="0" t="0" r="0" b="0"/>
            </a:stretch>
          </a:blipFill>
        </p:spPr>
      </p:sp>
      <p:sp>
        <p:nvSpPr>
          <p:cNvPr name="Freeform 15" id="15"/>
          <p:cNvSpPr/>
          <p:nvPr/>
        </p:nvSpPr>
        <p:spPr>
          <a:xfrm flipH="false" flipV="false" rot="0">
            <a:off x="10080585" y="5593896"/>
            <a:ext cx="1426763" cy="1535655"/>
          </a:xfrm>
          <a:custGeom>
            <a:avLst/>
            <a:gdLst/>
            <a:ahLst/>
            <a:cxnLst/>
            <a:rect r="r" b="b" t="t" l="l"/>
            <a:pathLst>
              <a:path h="1535655" w="1426763">
                <a:moveTo>
                  <a:pt x="0" y="0"/>
                </a:moveTo>
                <a:lnTo>
                  <a:pt x="1426763" y="0"/>
                </a:lnTo>
                <a:lnTo>
                  <a:pt x="1426763" y="1535654"/>
                </a:lnTo>
                <a:lnTo>
                  <a:pt x="0" y="1535654"/>
                </a:lnTo>
                <a:lnTo>
                  <a:pt x="0" y="0"/>
                </a:lnTo>
                <a:close/>
              </a:path>
            </a:pathLst>
          </a:custGeom>
          <a:blipFill>
            <a:blip r:embed="rId19">
              <a:extLst>
                <a:ext uri="{96DAC541-7B7A-43D3-8B79-37D633B846F1}">
                  <asvg:svgBlip xmlns:asvg="http://schemas.microsoft.com/office/drawing/2016/SVG/main" r:embed="rId20"/>
                </a:ext>
              </a:extLst>
            </a:blip>
            <a:stretch>
              <a:fillRect l="0" t="0" r="0" b="0"/>
            </a:stretch>
          </a:blipFill>
        </p:spPr>
      </p:sp>
      <p:sp>
        <p:nvSpPr>
          <p:cNvPr name="Freeform 16" id="16"/>
          <p:cNvSpPr/>
          <p:nvPr/>
        </p:nvSpPr>
        <p:spPr>
          <a:xfrm flipH="false" flipV="false" rot="0">
            <a:off x="12531352" y="1515180"/>
            <a:ext cx="2454926" cy="888237"/>
          </a:xfrm>
          <a:custGeom>
            <a:avLst/>
            <a:gdLst/>
            <a:ahLst/>
            <a:cxnLst/>
            <a:rect r="r" b="b" t="t" l="l"/>
            <a:pathLst>
              <a:path h="888237" w="2454926">
                <a:moveTo>
                  <a:pt x="0" y="0"/>
                </a:moveTo>
                <a:lnTo>
                  <a:pt x="2454925" y="0"/>
                </a:lnTo>
                <a:lnTo>
                  <a:pt x="2454925" y="888236"/>
                </a:lnTo>
                <a:lnTo>
                  <a:pt x="0" y="888236"/>
                </a:lnTo>
                <a:lnTo>
                  <a:pt x="0" y="0"/>
                </a:lnTo>
                <a:close/>
              </a:path>
            </a:pathLst>
          </a:custGeom>
          <a:blipFill>
            <a:blip r:embed="rId21">
              <a:extLst>
                <a:ext uri="{96DAC541-7B7A-43D3-8B79-37D633B846F1}">
                  <asvg:svgBlip xmlns:asvg="http://schemas.microsoft.com/office/drawing/2016/SVG/main" r:embed="rId22"/>
                </a:ext>
              </a:extLst>
            </a:blip>
            <a:stretch>
              <a:fillRect l="0" t="0" r="0" b="0"/>
            </a:stretch>
          </a:blipFill>
        </p:spPr>
      </p:sp>
      <p:sp>
        <p:nvSpPr>
          <p:cNvPr name="Freeform 17" id="17"/>
          <p:cNvSpPr/>
          <p:nvPr/>
        </p:nvSpPr>
        <p:spPr>
          <a:xfrm flipH="false" flipV="false" rot="0">
            <a:off x="13332154" y="7680130"/>
            <a:ext cx="706401" cy="1535655"/>
          </a:xfrm>
          <a:custGeom>
            <a:avLst/>
            <a:gdLst/>
            <a:ahLst/>
            <a:cxnLst/>
            <a:rect r="r" b="b" t="t" l="l"/>
            <a:pathLst>
              <a:path h="1535655" w="706401">
                <a:moveTo>
                  <a:pt x="0" y="0"/>
                </a:moveTo>
                <a:lnTo>
                  <a:pt x="706401" y="0"/>
                </a:lnTo>
                <a:lnTo>
                  <a:pt x="706401" y="1535655"/>
                </a:lnTo>
                <a:lnTo>
                  <a:pt x="0" y="1535655"/>
                </a:lnTo>
                <a:lnTo>
                  <a:pt x="0" y="0"/>
                </a:lnTo>
                <a:close/>
              </a:path>
            </a:pathLst>
          </a:custGeom>
          <a:blipFill>
            <a:blip r:embed="rId23">
              <a:extLst>
                <a:ext uri="{96DAC541-7B7A-43D3-8B79-37D633B846F1}">
                  <asvg:svgBlip xmlns:asvg="http://schemas.microsoft.com/office/drawing/2016/SVG/main" r:embed="rId24"/>
                </a:ext>
              </a:extLst>
            </a:blip>
            <a:stretch>
              <a:fillRect l="0" t="0" r="0" b="0"/>
            </a:stretch>
          </a:blipFill>
        </p:spPr>
      </p:sp>
      <p:sp>
        <p:nvSpPr>
          <p:cNvPr name="Freeform 18" id="18"/>
          <p:cNvSpPr/>
          <p:nvPr/>
        </p:nvSpPr>
        <p:spPr>
          <a:xfrm flipH="false" flipV="false" rot="0">
            <a:off x="15153930" y="3387730"/>
            <a:ext cx="2295136" cy="1535655"/>
          </a:xfrm>
          <a:custGeom>
            <a:avLst/>
            <a:gdLst/>
            <a:ahLst/>
            <a:cxnLst/>
            <a:rect r="r" b="b" t="t" l="l"/>
            <a:pathLst>
              <a:path h="1535655" w="2295136">
                <a:moveTo>
                  <a:pt x="0" y="0"/>
                </a:moveTo>
                <a:lnTo>
                  <a:pt x="2295136" y="0"/>
                </a:lnTo>
                <a:lnTo>
                  <a:pt x="2295136" y="1535655"/>
                </a:lnTo>
                <a:lnTo>
                  <a:pt x="0" y="1535655"/>
                </a:lnTo>
                <a:lnTo>
                  <a:pt x="0" y="0"/>
                </a:lnTo>
                <a:close/>
              </a:path>
            </a:pathLst>
          </a:custGeom>
          <a:blipFill>
            <a:blip r:embed="rId25">
              <a:extLst>
                <a:ext uri="{96DAC541-7B7A-43D3-8B79-37D633B846F1}">
                  <asvg:svgBlip xmlns:asvg="http://schemas.microsoft.com/office/drawing/2016/SVG/main" r:embed="rId26"/>
                </a:ext>
              </a:extLst>
            </a:blip>
            <a:stretch>
              <a:fillRect l="0" t="0" r="0" b="0"/>
            </a:stretch>
          </a:blipFill>
        </p:spPr>
      </p:sp>
      <p:sp>
        <p:nvSpPr>
          <p:cNvPr name="Freeform 19" id="19"/>
          <p:cNvSpPr/>
          <p:nvPr/>
        </p:nvSpPr>
        <p:spPr>
          <a:xfrm flipH="false" flipV="false" rot="0">
            <a:off x="15262489" y="5761585"/>
            <a:ext cx="2215274" cy="1200276"/>
          </a:xfrm>
          <a:custGeom>
            <a:avLst/>
            <a:gdLst/>
            <a:ahLst/>
            <a:cxnLst/>
            <a:rect r="r" b="b" t="t" l="l"/>
            <a:pathLst>
              <a:path h="1200276" w="2215274">
                <a:moveTo>
                  <a:pt x="0" y="0"/>
                </a:moveTo>
                <a:lnTo>
                  <a:pt x="2215274" y="0"/>
                </a:lnTo>
                <a:lnTo>
                  <a:pt x="2215274" y="1200276"/>
                </a:lnTo>
                <a:lnTo>
                  <a:pt x="0" y="1200276"/>
                </a:lnTo>
                <a:lnTo>
                  <a:pt x="0" y="0"/>
                </a:lnTo>
                <a:close/>
              </a:path>
            </a:pathLst>
          </a:custGeom>
          <a:blipFill>
            <a:blip r:embed="rId27">
              <a:extLst>
                <a:ext uri="{96DAC541-7B7A-43D3-8B79-37D633B846F1}">
                  <asvg:svgBlip xmlns:asvg="http://schemas.microsoft.com/office/drawing/2016/SVG/main" r:embed="rId28"/>
                </a:ext>
              </a:extLst>
            </a:blip>
            <a:stretch>
              <a:fillRect l="0" t="0" r="0" b="0"/>
            </a:stretch>
          </a:blipFill>
        </p:spPr>
      </p:sp>
      <p:sp>
        <p:nvSpPr>
          <p:cNvPr name="Freeform 20" id="20"/>
          <p:cNvSpPr/>
          <p:nvPr/>
        </p:nvSpPr>
        <p:spPr>
          <a:xfrm flipH="false" flipV="false" rot="0">
            <a:off x="7565353" y="7722645"/>
            <a:ext cx="1521694" cy="1535655"/>
          </a:xfrm>
          <a:custGeom>
            <a:avLst/>
            <a:gdLst/>
            <a:ahLst/>
            <a:cxnLst/>
            <a:rect r="r" b="b" t="t" l="l"/>
            <a:pathLst>
              <a:path h="1535655" w="1521694">
                <a:moveTo>
                  <a:pt x="0" y="0"/>
                </a:moveTo>
                <a:lnTo>
                  <a:pt x="1521695" y="0"/>
                </a:lnTo>
                <a:lnTo>
                  <a:pt x="1521695" y="1535655"/>
                </a:lnTo>
                <a:lnTo>
                  <a:pt x="0" y="1535655"/>
                </a:lnTo>
                <a:lnTo>
                  <a:pt x="0" y="0"/>
                </a:lnTo>
                <a:close/>
              </a:path>
            </a:pathLst>
          </a:custGeom>
          <a:blipFill>
            <a:blip r:embed="rId29">
              <a:extLst>
                <a:ext uri="{96DAC541-7B7A-43D3-8B79-37D633B846F1}">
                  <asvg:svgBlip xmlns:asvg="http://schemas.microsoft.com/office/drawing/2016/SVG/main" r:embed="rId30"/>
                </a:ext>
              </a:extLst>
            </a:blip>
            <a:stretch>
              <a:fillRect l="0" t="0" r="0" b="0"/>
            </a:stretch>
          </a:blipFill>
        </p:spPr>
      </p:sp>
      <p:sp>
        <p:nvSpPr>
          <p:cNvPr name="Freeform 21" id="21"/>
          <p:cNvSpPr/>
          <p:nvPr/>
        </p:nvSpPr>
        <p:spPr>
          <a:xfrm flipH="false" flipV="false" rot="1723711">
            <a:off x="10785266" y="7722645"/>
            <a:ext cx="689649" cy="1535655"/>
          </a:xfrm>
          <a:custGeom>
            <a:avLst/>
            <a:gdLst/>
            <a:ahLst/>
            <a:cxnLst/>
            <a:rect r="r" b="b" t="t" l="l"/>
            <a:pathLst>
              <a:path h="1535655" w="689649">
                <a:moveTo>
                  <a:pt x="0" y="0"/>
                </a:moveTo>
                <a:lnTo>
                  <a:pt x="689649" y="0"/>
                </a:lnTo>
                <a:lnTo>
                  <a:pt x="689649" y="1535655"/>
                </a:lnTo>
                <a:lnTo>
                  <a:pt x="0" y="1535655"/>
                </a:lnTo>
                <a:lnTo>
                  <a:pt x="0" y="0"/>
                </a:lnTo>
                <a:close/>
              </a:path>
            </a:pathLst>
          </a:custGeom>
          <a:blipFill>
            <a:blip r:embed="rId31">
              <a:extLst>
                <a:ext uri="{96DAC541-7B7A-43D3-8B79-37D633B846F1}">
                  <asvg:svgBlip xmlns:asvg="http://schemas.microsoft.com/office/drawing/2016/SVG/main" r:embed="rId32"/>
                </a:ext>
              </a:extLst>
            </a:blip>
            <a:stretch>
              <a:fillRect l="0" t="0" r="0" b="0"/>
            </a:stretch>
          </a:blipFill>
        </p:spPr>
      </p:sp>
      <p:sp>
        <p:nvSpPr>
          <p:cNvPr name="Freeform 22" id="22"/>
          <p:cNvSpPr/>
          <p:nvPr/>
        </p:nvSpPr>
        <p:spPr>
          <a:xfrm flipH="false" flipV="false" rot="-10800000">
            <a:off x="10344281" y="1429365"/>
            <a:ext cx="1282196" cy="1282196"/>
          </a:xfrm>
          <a:custGeom>
            <a:avLst/>
            <a:gdLst/>
            <a:ahLst/>
            <a:cxnLst/>
            <a:rect r="r" b="b" t="t" l="l"/>
            <a:pathLst>
              <a:path h="1282196" w="1282196">
                <a:moveTo>
                  <a:pt x="0" y="0"/>
                </a:moveTo>
                <a:lnTo>
                  <a:pt x="1282196" y="0"/>
                </a:lnTo>
                <a:lnTo>
                  <a:pt x="1282196" y="1282196"/>
                </a:lnTo>
                <a:lnTo>
                  <a:pt x="0" y="1282196"/>
                </a:lnTo>
                <a:lnTo>
                  <a:pt x="0" y="0"/>
                </a:lnTo>
                <a:close/>
              </a:path>
            </a:pathLst>
          </a:custGeom>
          <a:blipFill>
            <a:blip r:embed="rId33"/>
            <a:stretch>
              <a:fillRect l="0" t="0" r="0" b="0"/>
            </a:stretch>
          </a:blipFill>
        </p:spPr>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bg>
      <p:bgPr>
        <a:solidFill>
          <a:srgbClr val="0F1A38"/>
        </a:solidFill>
      </p:bgPr>
    </p:bg>
    <p:spTree>
      <p:nvGrpSpPr>
        <p:cNvPr id="1" name=""/>
        <p:cNvGrpSpPr/>
        <p:nvPr/>
      </p:nvGrpSpPr>
      <p:grpSpPr>
        <a:xfrm>
          <a:off x="0" y="0"/>
          <a:ext cx="0" cy="0"/>
          <a:chOff x="0" y="0"/>
          <a:chExt cx="0" cy="0"/>
        </a:xfrm>
      </p:grpSpPr>
      <p:sp>
        <p:nvSpPr>
          <p:cNvPr name="TextBox 2" id="2"/>
          <p:cNvSpPr txBox="true"/>
          <p:nvPr/>
        </p:nvSpPr>
        <p:spPr>
          <a:xfrm rot="0">
            <a:off x="5280936" y="1195181"/>
            <a:ext cx="7726128" cy="1029112"/>
          </a:xfrm>
          <a:prstGeom prst="rect">
            <a:avLst/>
          </a:prstGeom>
        </p:spPr>
        <p:txBody>
          <a:bodyPr anchor="t" rtlCol="false" tIns="0" lIns="0" bIns="0" rIns="0">
            <a:spAutoFit/>
          </a:bodyPr>
          <a:lstStyle/>
          <a:p>
            <a:pPr algn="ctr" marL="0" indent="0" lvl="0">
              <a:lnSpc>
                <a:spcPts val="8028"/>
              </a:lnSpc>
              <a:spcBef>
                <a:spcPct val="0"/>
              </a:spcBef>
            </a:pPr>
            <a:r>
              <a:rPr lang="en-US" sz="6690">
                <a:solidFill>
                  <a:srgbClr val="FFFFFF"/>
                </a:solidFill>
                <a:latin typeface="Open Sauce"/>
                <a:ea typeface="Open Sauce"/>
                <a:cs typeface="Open Sauce"/>
                <a:sym typeface="Open Sauce"/>
              </a:rPr>
              <a:t>Credits</a:t>
            </a:r>
          </a:p>
        </p:txBody>
      </p:sp>
      <p:sp>
        <p:nvSpPr>
          <p:cNvPr name="TextBox 3" id="3"/>
          <p:cNvSpPr txBox="true"/>
          <p:nvPr/>
        </p:nvSpPr>
        <p:spPr>
          <a:xfrm rot="0">
            <a:off x="3143698" y="5102950"/>
            <a:ext cx="11810379" cy="1380490"/>
          </a:xfrm>
          <a:prstGeom prst="rect">
            <a:avLst/>
          </a:prstGeom>
        </p:spPr>
        <p:txBody>
          <a:bodyPr anchor="t" rtlCol="false" tIns="0" lIns="0" bIns="0" rIns="0">
            <a:spAutoFit/>
          </a:bodyPr>
          <a:lstStyle/>
          <a:p>
            <a:pPr algn="ctr" marL="0" indent="0" lvl="0">
              <a:lnSpc>
                <a:spcPts val="5589"/>
              </a:lnSpc>
              <a:spcBef>
                <a:spcPct val="0"/>
              </a:spcBef>
            </a:pPr>
            <a:r>
              <a:rPr lang="en-US" sz="4299">
                <a:solidFill>
                  <a:srgbClr val="FFFFFF"/>
                </a:solidFill>
                <a:latin typeface="Open Sauce"/>
                <a:ea typeface="Open Sauce"/>
                <a:cs typeface="Open Sauce"/>
                <a:sym typeface="Open Sauce"/>
              </a:rPr>
              <a:t>This presentation template is free for everyone to use thanks to the following:</a:t>
            </a:r>
          </a:p>
        </p:txBody>
      </p:sp>
      <p:sp>
        <p:nvSpPr>
          <p:cNvPr name="TextBox 4" id="4"/>
          <p:cNvSpPr txBox="true"/>
          <p:nvPr/>
        </p:nvSpPr>
        <p:spPr>
          <a:xfrm rot="0">
            <a:off x="2818025" y="7261888"/>
            <a:ext cx="12651949" cy="847725"/>
          </a:xfrm>
          <a:prstGeom prst="rect">
            <a:avLst/>
          </a:prstGeom>
        </p:spPr>
        <p:txBody>
          <a:bodyPr anchor="t" rtlCol="false" tIns="0" lIns="0" bIns="0" rIns="0">
            <a:spAutoFit/>
          </a:bodyPr>
          <a:lstStyle/>
          <a:p>
            <a:pPr algn="ctr">
              <a:lnSpc>
                <a:spcPts val="3499"/>
              </a:lnSpc>
            </a:pPr>
            <a:r>
              <a:rPr lang="en-US" sz="2499">
                <a:solidFill>
                  <a:srgbClr val="FFFFFF"/>
                </a:solidFill>
                <a:latin typeface="Open Sauce"/>
                <a:ea typeface="Open Sauce"/>
                <a:cs typeface="Open Sauce"/>
                <a:sym typeface="Open Sauce"/>
              </a:rPr>
              <a:t>SlidesCarnival for the presentation template</a:t>
            </a:r>
          </a:p>
          <a:p>
            <a:pPr algn="ctr">
              <a:lnSpc>
                <a:spcPts val="3500"/>
              </a:lnSpc>
            </a:pPr>
            <a:r>
              <a:rPr lang="en-US" sz="2500">
                <a:solidFill>
                  <a:srgbClr val="FFFFFF"/>
                </a:solidFill>
                <a:latin typeface="Open Sauce"/>
                <a:ea typeface="Open Sauce"/>
                <a:cs typeface="Open Sauce"/>
                <a:sym typeface="Open Sauce"/>
              </a:rPr>
              <a:t>Pexels for the photos</a:t>
            </a:r>
          </a:p>
        </p:txBody>
      </p:sp>
      <p:sp>
        <p:nvSpPr>
          <p:cNvPr name="TextBox 5" id="5"/>
          <p:cNvSpPr txBox="true"/>
          <p:nvPr/>
        </p:nvSpPr>
        <p:spPr>
          <a:xfrm rot="0">
            <a:off x="2818025" y="8700163"/>
            <a:ext cx="12651949" cy="555625"/>
          </a:xfrm>
          <a:prstGeom prst="rect">
            <a:avLst/>
          </a:prstGeom>
        </p:spPr>
        <p:txBody>
          <a:bodyPr anchor="t" rtlCol="false" tIns="0" lIns="0" bIns="0" rIns="0">
            <a:spAutoFit/>
          </a:bodyPr>
          <a:lstStyle/>
          <a:p>
            <a:pPr algn="ctr" marL="0" indent="0" lvl="0">
              <a:lnSpc>
                <a:spcPts val="4550"/>
              </a:lnSpc>
              <a:spcBef>
                <a:spcPct val="0"/>
              </a:spcBef>
            </a:pPr>
            <a:r>
              <a:rPr lang="en-US" sz="3500">
                <a:solidFill>
                  <a:srgbClr val="C4EEFD"/>
                </a:solidFill>
                <a:latin typeface="Open Sauce"/>
                <a:ea typeface="Open Sauce"/>
                <a:cs typeface="Open Sauce"/>
                <a:sym typeface="Open Sauce"/>
              </a:rPr>
              <a:t>Happy designing! </a:t>
            </a:r>
          </a:p>
        </p:txBody>
      </p:sp>
      <p:sp>
        <p:nvSpPr>
          <p:cNvPr name="Freeform 6" id="6"/>
          <p:cNvSpPr/>
          <p:nvPr/>
        </p:nvSpPr>
        <p:spPr>
          <a:xfrm flipH="false" flipV="false" rot="0">
            <a:off x="6131256" y="2929828"/>
            <a:ext cx="6025487" cy="1506372"/>
          </a:xfrm>
          <a:custGeom>
            <a:avLst/>
            <a:gdLst/>
            <a:ahLst/>
            <a:cxnLst/>
            <a:rect r="r" b="b" t="t" l="l"/>
            <a:pathLst>
              <a:path h="1506372" w="6025487">
                <a:moveTo>
                  <a:pt x="0" y="0"/>
                </a:moveTo>
                <a:lnTo>
                  <a:pt x="6025488" y="0"/>
                </a:lnTo>
                <a:lnTo>
                  <a:pt x="6025488" y="1506372"/>
                </a:lnTo>
                <a:lnTo>
                  <a:pt x="0" y="1506372"/>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1316328">
            <a:off x="-7826633" y="-10460757"/>
            <a:ext cx="13549543" cy="13950624"/>
          </a:xfrm>
          <a:custGeom>
            <a:avLst/>
            <a:gdLst/>
            <a:ahLst/>
            <a:cxnLst/>
            <a:rect r="r" b="b" t="t" l="l"/>
            <a:pathLst>
              <a:path h="13950624" w="13549543">
                <a:moveTo>
                  <a:pt x="0" y="0"/>
                </a:moveTo>
                <a:lnTo>
                  <a:pt x="13549543" y="0"/>
                </a:lnTo>
                <a:lnTo>
                  <a:pt x="13549543" y="13950623"/>
                </a:lnTo>
                <a:lnTo>
                  <a:pt x="0" y="13950623"/>
                </a:lnTo>
                <a:lnTo>
                  <a:pt x="0" y="0"/>
                </a:lnTo>
                <a:close/>
              </a:path>
            </a:pathLst>
          </a:custGeom>
          <a:blipFill>
            <a:blip r:embed="rId4"/>
            <a:stretch>
              <a:fillRect l="0" t="0" r="0" b="0"/>
            </a:stretch>
          </a:blipFill>
        </p:spPr>
      </p:sp>
      <p:sp>
        <p:nvSpPr>
          <p:cNvPr name="Freeform 8" id="8"/>
          <p:cNvSpPr/>
          <p:nvPr/>
        </p:nvSpPr>
        <p:spPr>
          <a:xfrm flipH="false" flipV="false" rot="10222227">
            <a:off x="10484528" y="7949456"/>
            <a:ext cx="13549543" cy="13950624"/>
          </a:xfrm>
          <a:custGeom>
            <a:avLst/>
            <a:gdLst/>
            <a:ahLst/>
            <a:cxnLst/>
            <a:rect r="r" b="b" t="t" l="l"/>
            <a:pathLst>
              <a:path h="13950624" w="13549543">
                <a:moveTo>
                  <a:pt x="0" y="0"/>
                </a:moveTo>
                <a:lnTo>
                  <a:pt x="13549544" y="0"/>
                </a:lnTo>
                <a:lnTo>
                  <a:pt x="13549544" y="13950623"/>
                </a:lnTo>
                <a:lnTo>
                  <a:pt x="0" y="13950623"/>
                </a:lnTo>
                <a:lnTo>
                  <a:pt x="0" y="0"/>
                </a:lnTo>
                <a:close/>
              </a:path>
            </a:pathLst>
          </a:custGeom>
          <a:blipFill>
            <a:blip r:embed="rId4"/>
            <a:stretch>
              <a:fillRect l="0" t="0" r="0" b="0"/>
            </a:stretch>
          </a:blipFill>
        </p:spPr>
      </p:sp>
      <p:sp>
        <p:nvSpPr>
          <p:cNvPr name="Freeform 9" id="9"/>
          <p:cNvSpPr/>
          <p:nvPr/>
        </p:nvSpPr>
        <p:spPr>
          <a:xfrm flipH="false" flipV="false" rot="374232">
            <a:off x="-5424724" y="6607488"/>
            <a:ext cx="10477445" cy="10787589"/>
          </a:xfrm>
          <a:custGeom>
            <a:avLst/>
            <a:gdLst/>
            <a:ahLst/>
            <a:cxnLst/>
            <a:rect r="r" b="b" t="t" l="l"/>
            <a:pathLst>
              <a:path h="10787589" w="10477445">
                <a:moveTo>
                  <a:pt x="0" y="0"/>
                </a:moveTo>
                <a:lnTo>
                  <a:pt x="10477446" y="0"/>
                </a:lnTo>
                <a:lnTo>
                  <a:pt x="10477446" y="10787589"/>
                </a:lnTo>
                <a:lnTo>
                  <a:pt x="0" y="10787589"/>
                </a:lnTo>
                <a:lnTo>
                  <a:pt x="0" y="0"/>
                </a:lnTo>
                <a:close/>
              </a:path>
            </a:pathLst>
          </a:custGeom>
          <a:blipFill>
            <a:blip r:embed="rId4"/>
            <a:stretch>
              <a:fillRect l="0" t="0" r="0" b="0"/>
            </a:stretch>
          </a:blipFill>
        </p:spPr>
      </p:sp>
      <p:sp>
        <p:nvSpPr>
          <p:cNvPr name="Freeform 10" id="10"/>
          <p:cNvSpPr/>
          <p:nvPr/>
        </p:nvSpPr>
        <p:spPr>
          <a:xfrm flipH="false" flipV="false" rot="-7251871">
            <a:off x="13098639" y="-5291209"/>
            <a:ext cx="9930578" cy="9930578"/>
          </a:xfrm>
          <a:custGeom>
            <a:avLst/>
            <a:gdLst/>
            <a:ahLst/>
            <a:cxnLst/>
            <a:rect r="r" b="b" t="t" l="l"/>
            <a:pathLst>
              <a:path h="9930578" w="9930578">
                <a:moveTo>
                  <a:pt x="0" y="0"/>
                </a:moveTo>
                <a:lnTo>
                  <a:pt x="9930578" y="0"/>
                </a:lnTo>
                <a:lnTo>
                  <a:pt x="9930578" y="9930578"/>
                </a:lnTo>
                <a:lnTo>
                  <a:pt x="0" y="9930578"/>
                </a:lnTo>
                <a:lnTo>
                  <a:pt x="0" y="0"/>
                </a:lnTo>
                <a:close/>
              </a:path>
            </a:pathLst>
          </a:custGeom>
          <a:blipFill>
            <a:blip r:embed="rId5"/>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DAG3TWXvXT0</dc:identifier>
  <dcterms:modified xsi:type="dcterms:W3CDTF">2011-08-01T06:04:30Z</dcterms:modified>
  <cp:revision>1</cp:revision>
  <dc:title>From Launch to Litter: Orbital Overload</dc:title>
</cp:coreProperties>
</file>