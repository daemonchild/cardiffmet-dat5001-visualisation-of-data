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s/_rels/slide9.xml.rels" ContentType="application/vnd.openxmlformats-package.relationships+xml"/>
  <Override PartName="/ppt/slides/_rels/slide11.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10.xml.rels" ContentType="application/vnd.openxmlformats-package.relationships+xml"/>
  <Override PartName="/ppt/slides/_rels/slide8.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_rels/presentation.xml.rels" ContentType="application/vnd.openxmlformats-package.relationships+xml"/>
  <Override PartName="/ppt/media/image12.png" ContentType="image/png"/>
  <Override PartName="/ppt/media/image3.png" ContentType="image/png"/>
  <Override PartName="/ppt/media/image8.svg" ContentType="image/svg"/>
  <Override PartName="/ppt/media/image13.png" ContentType="image/png"/>
  <Override PartName="/ppt/media/image9.png" ContentType="image/png"/>
  <Override PartName="/ppt/media/image18.png" ContentType="image/png"/>
  <Override PartName="/ppt/media/image20.png" ContentType="image/png"/>
  <Override PartName="/ppt/media/image6.svg" ContentType="image/svg"/>
  <Override PartName="/ppt/media/image5.png" ContentType="image/png"/>
  <Override PartName="/ppt/media/image14.png" ContentType="image/png"/>
  <Override PartName="/ppt/media/image23.png" ContentType="image/png"/>
  <Override PartName="/ppt/media/image4.svg" ContentType="image/svg"/>
  <Override PartName="/ppt/media/image22.png" ContentType="image/png"/>
  <Override PartName="/ppt/media/image1.jpeg" ContentType="image/jpeg"/>
  <Override PartName="/ppt/media/image10.png" ContentType="image/png"/>
  <Override PartName="/ppt/media/image21.png" ContentType="image/png"/>
  <Override PartName="/ppt/media/image19.png" ContentType="image/png"/>
  <Override PartName="/ppt/media/image11.png" ContentType="image/png"/>
  <Override PartName="/ppt/media/image2.png" ContentType="image/png"/>
  <Override PartName="/ppt/media/image17.png" ContentType="image/png"/>
  <Override PartName="/ppt/media/image15.png" ContentType="image/png"/>
  <Override PartName="/ppt/media/image7.png" ContentType="image/png"/>
  <Override PartName="/ppt/media/image16.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Lst>
  <p:sldSz cx="18288000" cy="10287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 name="PlaceHolder 2"/>
          <p:cNvSpPr>
            <a:spLocks noGrp="1"/>
          </p:cNvSpPr>
          <p:nvPr>
            <p:ph type="subTitle"/>
          </p:nvPr>
        </p:nvSpPr>
        <p:spPr>
          <a:xfrm>
            <a:off x="914400" y="2406960"/>
            <a:ext cx="16458840" cy="596592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3FEC978C-BC05-4031-8C8E-5B843554887E}"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A1AE1D23-D968-4240-8DDA-D789422E89FE}"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E235F30A-489B-42E9-BF7D-DA4543821A64}" type="slidenum">
              <a:t>&lt;#&gt;</a:t>
            </a:fld>
          </a:p>
        </p:txBody>
      </p:sp>
      <p:sp>
        <p:nvSpPr>
          <p:cNvPr id="4" name="PlaceHolder 3"/>
          <p:cNvSpPr>
            <a:spLocks noGrp="1"/>
          </p:cNvSpPr>
          <p:nvPr>
            <p:ph type="dt" idx="9"/>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8" name="PlaceHolder 2"/>
          <p:cNvSpPr>
            <a:spLocks noGrp="1"/>
          </p:cNvSpPr>
          <p:nvPr>
            <p:ph/>
          </p:nvPr>
        </p:nvSpPr>
        <p:spPr>
          <a:xfrm>
            <a:off x="914400" y="2406960"/>
            <a:ext cx="16458840" cy="59659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90708870-3FB5-4D6A-9564-8F3BEA3522E8}"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p>
            <a:r>
              <a:t>Footer</a:t>
            </a:r>
          </a:p>
        </p:txBody>
      </p:sp>
      <p:sp>
        <p:nvSpPr>
          <p:cNvPr id="3" name="PlaceHolder 2"/>
          <p:cNvSpPr>
            <a:spLocks noGrp="1"/>
          </p:cNvSpPr>
          <p:nvPr>
            <p:ph type="sldNum" idx="14"/>
          </p:nvPr>
        </p:nvSpPr>
        <p:spPr/>
        <p:txBody>
          <a:bodyPr/>
          <a:p>
            <a:fld id="{3DEC0E41-D046-4105-A5B7-843AA19A9121}" type="slidenum">
              <a:t>&lt;#&gt;</a:t>
            </a:fld>
          </a:p>
        </p:txBody>
      </p:sp>
      <p:sp>
        <p:nvSpPr>
          <p:cNvPr id="4" name="PlaceHolder 3"/>
          <p:cNvSpPr>
            <a:spLocks noGrp="1"/>
          </p:cNvSpPr>
          <p:nvPr>
            <p:ph type="dt" idx="15"/>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28"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 name="PlaceHolder 2"/>
          <p:cNvSpPr>
            <a:spLocks noGrp="1"/>
          </p:cNvSpPr>
          <p:nvPr>
            <p:ph/>
          </p:nvPr>
        </p:nvSpPr>
        <p:spPr>
          <a:xfrm>
            <a:off x="914400" y="2406960"/>
            <a:ext cx="8031600" cy="59659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 name="PlaceHolder 3"/>
          <p:cNvSpPr>
            <a:spLocks noGrp="1"/>
          </p:cNvSpPr>
          <p:nvPr>
            <p:ph/>
          </p:nvPr>
        </p:nvSpPr>
        <p:spPr>
          <a:xfrm>
            <a:off x="9348120" y="2406960"/>
            <a:ext cx="8031600" cy="59659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B1568C54-7E3E-4ACF-98CA-6966289A88E9}"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7384D0DD-B40B-4642-AEC1-F7AD27A7179F}" type="slidenum">
              <a:t>&lt;#&gt;</a:t>
            </a:fld>
          </a:p>
        </p:txBody>
      </p:sp>
      <p:sp>
        <p:nvSpPr>
          <p:cNvPr id="4" name="PlaceHolder 3"/>
          <p:cNvSpPr>
            <a:spLocks noGrp="1"/>
          </p:cNvSpPr>
          <p:nvPr>
            <p:ph type="dt" idx="21"/>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8"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0D33A0C0-FA1E-48C0-A5EB-63AFFD4809F0}"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p>
            <a:r>
              <a:t>Footer</a:t>
            </a:r>
          </a:p>
        </p:txBody>
      </p:sp>
      <p:sp>
        <p:nvSpPr>
          <p:cNvPr id="3" name="PlaceHolder 2"/>
          <p:cNvSpPr>
            <a:spLocks noGrp="1"/>
          </p:cNvSpPr>
          <p:nvPr>
            <p:ph type="sldNum" idx="26"/>
          </p:nvPr>
        </p:nvSpPr>
        <p:spPr/>
        <p:txBody>
          <a:bodyPr/>
          <a:p>
            <a:fld id="{DC6B6ECF-7A83-442A-A81A-FC8677827384}" type="slidenum">
              <a:t>&lt;#&gt;</a:t>
            </a:fld>
          </a:p>
        </p:txBody>
      </p:sp>
      <p:sp>
        <p:nvSpPr>
          <p:cNvPr id="4" name="PlaceHolder 3"/>
          <p:cNvSpPr>
            <a:spLocks noGrp="1"/>
          </p:cNvSpPr>
          <p:nvPr>
            <p:ph type="dt" idx="27"/>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2D44D404-1E0F-4B7C-B617-D6FC62A7390C}" type="slidenum">
              <a:t>&lt;#&gt;</a:t>
            </a:fld>
          </a:p>
        </p:txBody>
      </p:sp>
      <p:sp>
        <p:nvSpPr>
          <p:cNvPr id="4" name="PlaceHolder 3"/>
          <p:cNvSpPr>
            <a:spLocks noGrp="1"/>
          </p:cNvSpPr>
          <p:nvPr>
            <p:ph type="dt" idx="30"/>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5A5D7641-5049-4C1B-AEBF-B650FBA2414D}" type="slidenum">
              <a:t>&lt;#&gt;</a:t>
            </a:fld>
          </a:p>
        </p:txBody>
      </p:sp>
      <p:sp>
        <p:nvSpPr>
          <p:cNvPr id="4" name="PlaceHolder 3"/>
          <p:cNvSpPr>
            <a:spLocks noGrp="1"/>
          </p:cNvSpPr>
          <p:nvPr>
            <p:ph type="dt" idx="33"/>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914400" y="410400"/>
            <a:ext cx="16458480" cy="171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 name="PlaceHolder 2"/>
          <p:cNvSpPr>
            <a:spLocks noGrp="1"/>
          </p:cNvSpPr>
          <p:nvPr>
            <p:ph type="ftr" idx="1"/>
          </p:nvPr>
        </p:nvSpPr>
        <p:spPr>
          <a:xfrm>
            <a:off x="3124080" y="6356520"/>
            <a:ext cx="2893680" cy="3632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 name="PlaceHolder 3"/>
          <p:cNvSpPr>
            <a:spLocks noGrp="1"/>
          </p:cNvSpPr>
          <p:nvPr>
            <p:ph type="sldNum" idx="2"/>
          </p:nvPr>
        </p:nvSpPr>
        <p:spPr>
          <a:xfrm>
            <a:off x="6553080" y="6356520"/>
            <a:ext cx="2131920" cy="3632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6BDC22EF-76C9-4B66-9E81-F834A15288A1}"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 name="PlaceHolder 4"/>
          <p:cNvSpPr>
            <a:spLocks noGrp="1"/>
          </p:cNvSpPr>
          <p:nvPr>
            <p:ph type="dt" idx="3"/>
          </p:nvPr>
        </p:nvSpPr>
        <p:spPr>
          <a:xfrm>
            <a:off x="457200" y="6356520"/>
            <a:ext cx="2131920" cy="36324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ftr" idx="4"/>
          </p:nvPr>
        </p:nvSpPr>
        <p:spPr>
          <a:xfrm>
            <a:off x="3124080" y="6356520"/>
            <a:ext cx="2893680" cy="3632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 name="PlaceHolder 2"/>
          <p:cNvSpPr>
            <a:spLocks noGrp="1"/>
          </p:cNvSpPr>
          <p:nvPr>
            <p:ph type="sldNum" idx="5"/>
          </p:nvPr>
        </p:nvSpPr>
        <p:spPr>
          <a:xfrm>
            <a:off x="6553080" y="6356520"/>
            <a:ext cx="2131920" cy="3632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004BD7A1-FD6F-440A-8498-88320F656A8D}"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8" name="PlaceHolder 3"/>
          <p:cNvSpPr>
            <a:spLocks noGrp="1"/>
          </p:cNvSpPr>
          <p:nvPr>
            <p:ph type="dt" idx="6"/>
          </p:nvPr>
        </p:nvSpPr>
        <p:spPr>
          <a:xfrm>
            <a:off x="457200" y="6356520"/>
            <a:ext cx="2131920" cy="36324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 name="PlaceHolder 1"/>
          <p:cNvSpPr>
            <a:spLocks noGrp="1"/>
          </p:cNvSpPr>
          <p:nvPr>
            <p:ph type="ftr" idx="7"/>
          </p:nvPr>
        </p:nvSpPr>
        <p:spPr>
          <a:xfrm>
            <a:off x="3124080" y="6356520"/>
            <a:ext cx="2893680" cy="3632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 name="PlaceHolder 2"/>
          <p:cNvSpPr>
            <a:spLocks noGrp="1"/>
          </p:cNvSpPr>
          <p:nvPr>
            <p:ph type="sldNum" idx="8"/>
          </p:nvPr>
        </p:nvSpPr>
        <p:spPr>
          <a:xfrm>
            <a:off x="6553080" y="6356520"/>
            <a:ext cx="2131920" cy="3632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BE4CFAF5-3315-4E54-A8D3-ED11B6136839}"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11" name="PlaceHolder 3"/>
          <p:cNvSpPr>
            <a:spLocks noGrp="1"/>
          </p:cNvSpPr>
          <p:nvPr>
            <p:ph type="dt" idx="9"/>
          </p:nvPr>
        </p:nvSpPr>
        <p:spPr>
          <a:xfrm>
            <a:off x="457200" y="6356520"/>
            <a:ext cx="2131920" cy="36324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914400" y="410400"/>
            <a:ext cx="16458480" cy="171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3" name="PlaceHolder 2"/>
          <p:cNvSpPr>
            <a:spLocks noGrp="1"/>
          </p:cNvSpPr>
          <p:nvPr>
            <p:ph type="body"/>
          </p:nvPr>
        </p:nvSpPr>
        <p:spPr>
          <a:xfrm>
            <a:off x="914400" y="2406960"/>
            <a:ext cx="16458480" cy="59655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4" name="PlaceHolder 3"/>
          <p:cNvSpPr>
            <a:spLocks noGrp="1"/>
          </p:cNvSpPr>
          <p:nvPr>
            <p:ph type="ftr" idx="10"/>
          </p:nvPr>
        </p:nvSpPr>
        <p:spPr>
          <a:xfrm>
            <a:off x="3124080" y="6356520"/>
            <a:ext cx="2893680" cy="3632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5" name="PlaceHolder 4"/>
          <p:cNvSpPr>
            <a:spLocks noGrp="1"/>
          </p:cNvSpPr>
          <p:nvPr>
            <p:ph type="sldNum" idx="11"/>
          </p:nvPr>
        </p:nvSpPr>
        <p:spPr>
          <a:xfrm>
            <a:off x="6553080" y="6356520"/>
            <a:ext cx="2131920" cy="3632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A594DDDC-1009-4EF4-BA4A-499AC5CD4F05}"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16" name="PlaceHolder 5"/>
          <p:cNvSpPr>
            <a:spLocks noGrp="1"/>
          </p:cNvSpPr>
          <p:nvPr>
            <p:ph type="dt" idx="12"/>
          </p:nvPr>
        </p:nvSpPr>
        <p:spPr>
          <a:xfrm>
            <a:off x="457200" y="6356520"/>
            <a:ext cx="2131920" cy="36324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 name="PlaceHolder 1"/>
          <p:cNvSpPr>
            <a:spLocks noGrp="1"/>
          </p:cNvSpPr>
          <p:nvPr>
            <p:ph type="ftr" idx="13"/>
          </p:nvPr>
        </p:nvSpPr>
        <p:spPr>
          <a:xfrm>
            <a:off x="3124080" y="6356520"/>
            <a:ext cx="2893680" cy="3632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 name="PlaceHolder 2"/>
          <p:cNvSpPr>
            <a:spLocks noGrp="1"/>
          </p:cNvSpPr>
          <p:nvPr>
            <p:ph type="sldNum" idx="14"/>
          </p:nvPr>
        </p:nvSpPr>
        <p:spPr>
          <a:xfrm>
            <a:off x="6553080" y="6356520"/>
            <a:ext cx="2131920" cy="3632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BBC10478-B92B-44C9-BFFA-4B43819B0A74}"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21" name="PlaceHolder 3"/>
          <p:cNvSpPr>
            <a:spLocks noGrp="1"/>
          </p:cNvSpPr>
          <p:nvPr>
            <p:ph type="dt" idx="15"/>
          </p:nvPr>
        </p:nvSpPr>
        <p:spPr>
          <a:xfrm>
            <a:off x="457200" y="6356520"/>
            <a:ext cx="2131920" cy="36324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914400" y="410400"/>
            <a:ext cx="16458480" cy="171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3" name="PlaceHolder 2"/>
          <p:cNvSpPr>
            <a:spLocks noGrp="1"/>
          </p:cNvSpPr>
          <p:nvPr>
            <p:ph type="body"/>
          </p:nvPr>
        </p:nvSpPr>
        <p:spPr>
          <a:xfrm>
            <a:off x="914400" y="2406960"/>
            <a:ext cx="8031240" cy="59655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4" name="PlaceHolder 3"/>
          <p:cNvSpPr>
            <a:spLocks noGrp="1"/>
          </p:cNvSpPr>
          <p:nvPr>
            <p:ph type="body"/>
          </p:nvPr>
        </p:nvSpPr>
        <p:spPr>
          <a:xfrm>
            <a:off x="9348120" y="2406960"/>
            <a:ext cx="8031240" cy="59655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5" name="PlaceHolder 4"/>
          <p:cNvSpPr>
            <a:spLocks noGrp="1"/>
          </p:cNvSpPr>
          <p:nvPr>
            <p:ph type="ftr" idx="16"/>
          </p:nvPr>
        </p:nvSpPr>
        <p:spPr>
          <a:xfrm>
            <a:off x="3124080" y="6356520"/>
            <a:ext cx="2893680" cy="3632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6" name="PlaceHolder 5"/>
          <p:cNvSpPr>
            <a:spLocks noGrp="1"/>
          </p:cNvSpPr>
          <p:nvPr>
            <p:ph type="sldNum" idx="17"/>
          </p:nvPr>
        </p:nvSpPr>
        <p:spPr>
          <a:xfrm>
            <a:off x="6553080" y="6356520"/>
            <a:ext cx="2131920" cy="3632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99B49829-0F8F-4C27-B599-5C9565197D9B}"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27" name="PlaceHolder 6"/>
          <p:cNvSpPr>
            <a:spLocks noGrp="1"/>
          </p:cNvSpPr>
          <p:nvPr>
            <p:ph type="dt" idx="18"/>
          </p:nvPr>
        </p:nvSpPr>
        <p:spPr>
          <a:xfrm>
            <a:off x="457200" y="6356520"/>
            <a:ext cx="2131920" cy="36324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1" name="PlaceHolder 1"/>
          <p:cNvSpPr>
            <a:spLocks noGrp="1"/>
          </p:cNvSpPr>
          <p:nvPr>
            <p:ph type="ftr" idx="19"/>
          </p:nvPr>
        </p:nvSpPr>
        <p:spPr>
          <a:xfrm>
            <a:off x="3124080" y="6356520"/>
            <a:ext cx="2893680" cy="3632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2" name="PlaceHolder 2"/>
          <p:cNvSpPr>
            <a:spLocks noGrp="1"/>
          </p:cNvSpPr>
          <p:nvPr>
            <p:ph type="sldNum" idx="20"/>
          </p:nvPr>
        </p:nvSpPr>
        <p:spPr>
          <a:xfrm>
            <a:off x="6553080" y="6356520"/>
            <a:ext cx="2131920" cy="3632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6DCE5F5C-37DD-4C67-B20A-8627B65AEF1D}"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3" name="PlaceHolder 3"/>
          <p:cNvSpPr>
            <a:spLocks noGrp="1"/>
          </p:cNvSpPr>
          <p:nvPr>
            <p:ph type="dt" idx="21"/>
          </p:nvPr>
        </p:nvSpPr>
        <p:spPr>
          <a:xfrm>
            <a:off x="457200" y="6356520"/>
            <a:ext cx="2131920" cy="36324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914400" y="410400"/>
            <a:ext cx="16458480" cy="171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35" name="PlaceHolder 2"/>
          <p:cNvSpPr>
            <a:spLocks noGrp="1"/>
          </p:cNvSpPr>
          <p:nvPr>
            <p:ph type="ftr" idx="22"/>
          </p:nvPr>
        </p:nvSpPr>
        <p:spPr>
          <a:xfrm>
            <a:off x="3124080" y="6356520"/>
            <a:ext cx="2893680" cy="3632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6" name="PlaceHolder 3"/>
          <p:cNvSpPr>
            <a:spLocks noGrp="1"/>
          </p:cNvSpPr>
          <p:nvPr>
            <p:ph type="sldNum" idx="23"/>
          </p:nvPr>
        </p:nvSpPr>
        <p:spPr>
          <a:xfrm>
            <a:off x="6553080" y="6356520"/>
            <a:ext cx="2131920" cy="3632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A2E73DD1-A5E7-4787-98FB-C5AE314B9A75}"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7" name="PlaceHolder 4"/>
          <p:cNvSpPr>
            <a:spLocks noGrp="1"/>
          </p:cNvSpPr>
          <p:nvPr>
            <p:ph type="dt" idx="24"/>
          </p:nvPr>
        </p:nvSpPr>
        <p:spPr>
          <a:xfrm>
            <a:off x="457200" y="6356520"/>
            <a:ext cx="2131920" cy="36324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 name="PlaceHolder 1"/>
          <p:cNvSpPr>
            <a:spLocks noGrp="1"/>
          </p:cNvSpPr>
          <p:nvPr>
            <p:ph type="ftr" idx="25"/>
          </p:nvPr>
        </p:nvSpPr>
        <p:spPr>
          <a:xfrm>
            <a:off x="3124080" y="6356520"/>
            <a:ext cx="2893680" cy="3632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0" name="PlaceHolder 2"/>
          <p:cNvSpPr>
            <a:spLocks noGrp="1"/>
          </p:cNvSpPr>
          <p:nvPr>
            <p:ph type="sldNum" idx="26"/>
          </p:nvPr>
        </p:nvSpPr>
        <p:spPr>
          <a:xfrm>
            <a:off x="6553080" y="6356520"/>
            <a:ext cx="2131920" cy="3632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B6B54B92-C26B-4B1D-BBC7-726E7263B43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1" name="PlaceHolder 3"/>
          <p:cNvSpPr>
            <a:spLocks noGrp="1"/>
          </p:cNvSpPr>
          <p:nvPr>
            <p:ph type="dt" idx="27"/>
          </p:nvPr>
        </p:nvSpPr>
        <p:spPr>
          <a:xfrm>
            <a:off x="457200" y="6356520"/>
            <a:ext cx="2131920" cy="36324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2" name="PlaceHolder 4"/>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3" name="PlaceHolder 5"/>
          <p:cNvSpPr>
            <a:spLocks noGrp="1"/>
          </p:cNvSpPr>
          <p:nvPr>
            <p:ph type="body"/>
          </p:nvPr>
        </p:nvSpPr>
        <p:spPr>
          <a:xfrm>
            <a:off x="914400" y="2406960"/>
            <a:ext cx="16458840" cy="5965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ftr" idx="28"/>
          </p:nvPr>
        </p:nvSpPr>
        <p:spPr>
          <a:xfrm>
            <a:off x="3124080" y="6356520"/>
            <a:ext cx="2893680" cy="3632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5" name="PlaceHolder 2"/>
          <p:cNvSpPr>
            <a:spLocks noGrp="1"/>
          </p:cNvSpPr>
          <p:nvPr>
            <p:ph type="sldNum" idx="29"/>
          </p:nvPr>
        </p:nvSpPr>
        <p:spPr>
          <a:xfrm>
            <a:off x="6553080" y="6356520"/>
            <a:ext cx="2131920" cy="3632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CE81FC3C-0D77-4A19-934D-1653A2CA6D8C}"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6" name="PlaceHolder 3"/>
          <p:cNvSpPr>
            <a:spLocks noGrp="1"/>
          </p:cNvSpPr>
          <p:nvPr>
            <p:ph type="dt" idx="30"/>
          </p:nvPr>
        </p:nvSpPr>
        <p:spPr>
          <a:xfrm>
            <a:off x="457200" y="6356520"/>
            <a:ext cx="2131920" cy="36324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7" name="PlaceHolder 1"/>
          <p:cNvSpPr>
            <a:spLocks noGrp="1"/>
          </p:cNvSpPr>
          <p:nvPr>
            <p:ph type="ftr" idx="31"/>
          </p:nvPr>
        </p:nvSpPr>
        <p:spPr>
          <a:xfrm>
            <a:off x="3124080" y="6356520"/>
            <a:ext cx="2893680" cy="3632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8" name="PlaceHolder 2"/>
          <p:cNvSpPr>
            <a:spLocks noGrp="1"/>
          </p:cNvSpPr>
          <p:nvPr>
            <p:ph type="sldNum" idx="32"/>
          </p:nvPr>
        </p:nvSpPr>
        <p:spPr>
          <a:xfrm>
            <a:off x="6553080" y="6356520"/>
            <a:ext cx="2131920" cy="3632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524C68A3-AA9E-4E33-8B8E-02670655E4FA}"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9" name="PlaceHolder 3"/>
          <p:cNvSpPr>
            <a:spLocks noGrp="1"/>
          </p:cNvSpPr>
          <p:nvPr>
            <p:ph type="dt" idx="33"/>
          </p:nvPr>
        </p:nvSpPr>
        <p:spPr>
          <a:xfrm>
            <a:off x="457200" y="6356520"/>
            <a:ext cx="2131920" cy="36324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png"/><Relationship Id="rId3" Type="http://schemas.openxmlformats.org/officeDocument/2006/relationships/slideLayout" Target="../slideLayouts/slideLayout9.xml"/>
</Relationships>
</file>

<file path=ppt/slides/_rels/slide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svg"/><Relationship Id="rId3" Type="http://schemas.openxmlformats.org/officeDocument/2006/relationships/image" Target="../media/image5.png"/><Relationship Id="rId4" Type="http://schemas.openxmlformats.org/officeDocument/2006/relationships/image" Target="../media/image6.svg"/><Relationship Id="rId5" Type="http://schemas.openxmlformats.org/officeDocument/2006/relationships/image" Target="../media/image7.png"/><Relationship Id="rId6" Type="http://schemas.openxmlformats.org/officeDocument/2006/relationships/image" Target="../media/image8.svg"/><Relationship Id="rId7" Type="http://schemas.openxmlformats.org/officeDocument/2006/relationships/slideLayout" Target="../slideLayouts/slideLayout9.xml"/>
</Relationships>
</file>

<file path=ppt/slides/_rels/slide3.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svg"/><Relationship Id="rId3" Type="http://schemas.openxmlformats.org/officeDocument/2006/relationships/image" Target="../media/image7.png"/><Relationship Id="rId4" Type="http://schemas.openxmlformats.org/officeDocument/2006/relationships/image" Target="../media/image8.svg"/><Relationship Id="rId5" Type="http://schemas.openxmlformats.org/officeDocument/2006/relationships/image" Target="../media/image7.png"/><Relationship Id="rId6" Type="http://schemas.openxmlformats.org/officeDocument/2006/relationships/image" Target="../media/image8.svg"/><Relationship Id="rId7" Type="http://schemas.openxmlformats.org/officeDocument/2006/relationships/image" Target="../media/image7.png"/><Relationship Id="rId8" Type="http://schemas.openxmlformats.org/officeDocument/2006/relationships/image" Target="../media/image8.svg"/><Relationship Id="rId9" Type="http://schemas.openxmlformats.org/officeDocument/2006/relationships/image" Target="../media/image7.png"/><Relationship Id="rId10" Type="http://schemas.openxmlformats.org/officeDocument/2006/relationships/image" Target="../media/image8.svg"/><Relationship Id="rId11" Type="http://schemas.openxmlformats.org/officeDocument/2006/relationships/image" Target="../media/image7.png"/><Relationship Id="rId12" Type="http://schemas.openxmlformats.org/officeDocument/2006/relationships/image" Target="../media/image8.svg"/><Relationship Id="rId13" Type="http://schemas.openxmlformats.org/officeDocument/2006/relationships/image" Target="../media/image7.png"/><Relationship Id="rId14" Type="http://schemas.openxmlformats.org/officeDocument/2006/relationships/image" Target="../media/image8.svg"/><Relationship Id="rId15" Type="http://schemas.openxmlformats.org/officeDocument/2006/relationships/image" Target="../media/image7.png"/><Relationship Id="rId16" Type="http://schemas.openxmlformats.org/officeDocument/2006/relationships/image" Target="../media/image8.svg"/><Relationship Id="rId17" Type="http://schemas.openxmlformats.org/officeDocument/2006/relationships/slideLayout" Target="../slideLayouts/slideLayout9.xml"/>
</Relationships>
</file>

<file path=ppt/slides/_rels/slide4.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9.xml"/>
</Relationships>
</file>

<file path=ppt/slides/_rels/slide5.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slideLayout" Target="../slideLayouts/slideLayout9.xml"/>
</Relationships>
</file>

<file path=ppt/slides/_rels/slide6.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slideLayout" Target="../slideLayouts/slideLayout9.xml"/>
</Relationships>
</file>

<file path=ppt/slides/_rels/slide7.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slideLayout" Target="../slideLayouts/slideLayout9.xml"/>
</Relationships>
</file>

<file path=ppt/slides/_rels/slide8.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9.xml"/>
</Relationships>
</file>

<file path=ppt/slides/_rels/slide9.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4.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9.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grpSp>
        <p:nvGrpSpPr>
          <p:cNvPr id="50" name="Group 2"/>
          <p:cNvGrpSpPr/>
          <p:nvPr/>
        </p:nvGrpSpPr>
        <p:grpSpPr>
          <a:xfrm>
            <a:off x="0" y="0"/>
            <a:ext cx="18286200" cy="10285200"/>
            <a:chOff x="0" y="0"/>
            <a:chExt cx="18286200" cy="10285200"/>
          </a:xfrm>
        </p:grpSpPr>
        <p:sp>
          <p:nvSpPr>
            <p:cNvPr id="51" name="Freeform 3"/>
            <p:cNvSpPr/>
            <p:nvPr/>
          </p:nvSpPr>
          <p:spPr>
            <a:xfrm>
              <a:off x="0" y="0"/>
              <a:ext cx="18286200" cy="10285200"/>
            </a:xfrm>
            <a:custGeom>
              <a:avLst/>
              <a:gdLst>
                <a:gd name="textAreaLeft" fmla="*/ 0 w 18286200"/>
                <a:gd name="textAreaRight" fmla="*/ 18288000 w 18286200"/>
                <a:gd name="textAreaTop" fmla="*/ 0 h 10285200"/>
                <a:gd name="textAreaBottom" fmla="*/ 10287000 h 10285200"/>
              </a:gdLst>
              <a:ahLst/>
              <a:rect l="textAreaLeft" t="textAreaTop" r="textAreaRight" b="textAreaBottom"/>
              <a:pathLst>
                <a:path w="24384000" h="13716000">
                  <a:moveTo>
                    <a:pt x="0" y="0"/>
                  </a:moveTo>
                  <a:lnTo>
                    <a:pt x="24384000" y="0"/>
                  </a:lnTo>
                  <a:lnTo>
                    <a:pt x="24384000" y="13716000"/>
                  </a:lnTo>
                  <a:lnTo>
                    <a:pt x="0" y="137160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grpSp>
          <p:nvGrpSpPr>
            <p:cNvPr id="52" name="Group 4"/>
            <p:cNvGrpSpPr/>
            <p:nvPr/>
          </p:nvGrpSpPr>
          <p:grpSpPr>
            <a:xfrm>
              <a:off x="13716000" y="1589760"/>
              <a:ext cx="1331640" cy="1848600"/>
              <a:chOff x="13716000" y="1589760"/>
              <a:chExt cx="1331640" cy="1848600"/>
            </a:xfrm>
          </p:grpSpPr>
          <p:sp>
            <p:nvSpPr>
              <p:cNvPr id="53" name="Freeform 5"/>
              <p:cNvSpPr/>
              <p:nvPr/>
            </p:nvSpPr>
            <p:spPr>
              <a:xfrm>
                <a:off x="13716000" y="1770480"/>
                <a:ext cx="1331640" cy="1667880"/>
              </a:xfrm>
              <a:custGeom>
                <a:avLst/>
                <a:gdLst>
                  <a:gd name="textAreaLeft" fmla="*/ 0 w 1331640"/>
                  <a:gd name="textAreaRight" fmla="*/ 1333440 w 1331640"/>
                  <a:gd name="textAreaTop" fmla="*/ 0 h 1667880"/>
                  <a:gd name="textAreaBottom" fmla="*/ 1669680 h 1667880"/>
                </a:gdLst>
                <a:ahLst/>
                <a:rect l="textAreaLeft" t="textAreaTop" r="textAreaRight" b="textAreaBottom"/>
                <a:pathLst>
                  <a:path w="351210" h="439750">
                    <a:moveTo>
                      <a:pt x="0" y="0"/>
                    </a:moveTo>
                    <a:lnTo>
                      <a:pt x="351210" y="0"/>
                    </a:lnTo>
                    <a:lnTo>
                      <a:pt x="351210" y="439750"/>
                    </a:lnTo>
                    <a:lnTo>
                      <a:pt x="0" y="439750"/>
                    </a:lnTo>
                    <a:close/>
                  </a:path>
                </a:pathLst>
              </a:custGeom>
              <a:solidFill>
                <a:srgbClr val="000000"/>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54" name="TextBox 6"/>
              <p:cNvSpPr/>
              <p:nvPr/>
            </p:nvSpPr>
            <p:spPr>
              <a:xfrm>
                <a:off x="13716000" y="1589760"/>
                <a:ext cx="1331640" cy="184860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359"/>
                  </a:lnSpc>
                </a:pPr>
                <a:endParaRPr b="0" lang="en-US" sz="1800" spc="-1" strike="noStrike">
                  <a:solidFill>
                    <a:schemeClr val="dk1"/>
                  </a:solidFill>
                  <a:latin typeface="Calibri"/>
                </a:endParaRPr>
              </a:p>
            </p:txBody>
          </p:sp>
        </p:grpSp>
      </p:grpSp>
      <p:sp>
        <p:nvSpPr>
          <p:cNvPr id="55" name="TextBox 7"/>
          <p:cNvSpPr/>
          <p:nvPr/>
        </p:nvSpPr>
        <p:spPr>
          <a:xfrm>
            <a:off x="4486320" y="593640"/>
            <a:ext cx="9313560" cy="5486040"/>
          </a:xfrm>
          <a:prstGeom prst="rect">
            <a:avLst/>
          </a:prstGeom>
          <a:noFill/>
          <a:ln w="0">
            <a:noFill/>
          </a:ln>
        </p:spPr>
        <p:style>
          <a:lnRef idx="0"/>
          <a:fillRef idx="0"/>
          <a:effectRef idx="0"/>
          <a:fontRef idx="minor"/>
        </p:style>
        <p:txBody>
          <a:bodyPr lIns="0" rIns="0" tIns="0" bIns="0" anchor="t">
            <a:spAutoFit/>
          </a:bodyPr>
          <a:p>
            <a:pPr algn="ctr" defTabSz="914400">
              <a:lnSpc>
                <a:spcPts val="10800"/>
              </a:lnSpc>
            </a:pPr>
            <a:r>
              <a:rPr b="1" lang="en-US" sz="9000" spc="-1" strike="noStrike">
                <a:solidFill>
                  <a:srgbClr val="ffffff"/>
                </a:solidFill>
                <a:latin typeface="Century Gothic Paneuropean Heavy"/>
                <a:ea typeface="Century Gothic Paneuropean Heavy"/>
              </a:rPr>
              <a:t>From Launch </a:t>
            </a:r>
            <a:endParaRPr b="0" lang="en-US" sz="9000" spc="-1" strike="noStrike">
              <a:solidFill>
                <a:srgbClr val="ffffff"/>
              </a:solidFill>
              <a:latin typeface="Arial"/>
            </a:endParaRPr>
          </a:p>
          <a:p>
            <a:pPr algn="ctr" defTabSz="914400">
              <a:lnSpc>
                <a:spcPts val="10800"/>
              </a:lnSpc>
            </a:pPr>
            <a:r>
              <a:rPr b="1" lang="en-US" sz="9000" spc="-1" strike="noStrike">
                <a:solidFill>
                  <a:srgbClr val="ffffff"/>
                </a:solidFill>
                <a:latin typeface="Century Gothic Paneuropean Heavy"/>
                <a:ea typeface="Century Gothic Paneuropean Heavy"/>
              </a:rPr>
              <a:t>to Litter:</a:t>
            </a:r>
            <a:endParaRPr b="0" lang="en-US" sz="9000" spc="-1" strike="noStrike">
              <a:solidFill>
                <a:srgbClr val="ffffff"/>
              </a:solidFill>
              <a:latin typeface="Arial"/>
            </a:endParaRPr>
          </a:p>
          <a:p>
            <a:pPr algn="ctr" defTabSz="914400">
              <a:lnSpc>
                <a:spcPts val="10800"/>
              </a:lnSpc>
            </a:pPr>
            <a:r>
              <a:rPr b="1" lang="en-US" sz="9000" spc="-1" strike="noStrike">
                <a:solidFill>
                  <a:srgbClr val="ffbd00"/>
                </a:solidFill>
                <a:latin typeface="Century Gothic Paneuropean Heavy"/>
                <a:ea typeface="Century Gothic Paneuropean Heavy"/>
              </a:rPr>
              <a:t>Orbital Overload </a:t>
            </a:r>
            <a:endParaRPr b="0" lang="en-US" sz="9000" spc="-1" strike="noStrike">
              <a:solidFill>
                <a:srgbClr val="ffffff"/>
              </a:solidFill>
              <a:latin typeface="Arial"/>
            </a:endParaRPr>
          </a:p>
        </p:txBody>
      </p:sp>
      <p:sp>
        <p:nvSpPr>
          <p:cNvPr id="56" name="Freeform 8"/>
          <p:cNvSpPr/>
          <p:nvPr/>
        </p:nvSpPr>
        <p:spPr>
          <a:xfrm>
            <a:off x="8751960" y="4398840"/>
            <a:ext cx="10916640" cy="4611240"/>
          </a:xfrm>
          <a:custGeom>
            <a:avLst/>
            <a:gdLst>
              <a:gd name="textAreaLeft" fmla="*/ 0 w 10916640"/>
              <a:gd name="textAreaRight" fmla="*/ 10918440 w 10916640"/>
              <a:gd name="textAreaTop" fmla="*/ 0 h 4611240"/>
              <a:gd name="textAreaBottom" fmla="*/ 4613040 h 4611240"/>
            </a:gdLst>
            <a:ahLst/>
            <a:rect l="textAreaLeft" t="textAreaTop" r="textAreaRight" b="textAreaBottom"/>
            <a:pathLst>
              <a:path w="10918450" h="4613045">
                <a:moveTo>
                  <a:pt x="0" y="0"/>
                </a:moveTo>
                <a:lnTo>
                  <a:pt x="10918450" y="0"/>
                </a:lnTo>
                <a:lnTo>
                  <a:pt x="10918450" y="4613045"/>
                </a:lnTo>
                <a:lnTo>
                  <a:pt x="0" y="4613045"/>
                </a:lnTo>
                <a:lnTo>
                  <a:pt x="0" y="0"/>
                </a:lnTo>
                <a:close/>
              </a:path>
            </a:pathLst>
          </a:custGeom>
          <a:blipFill rotWithShape="0">
            <a:blip r:embed="rId2"/>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57" name="TextBox 9"/>
          <p:cNvSpPr/>
          <p:nvPr/>
        </p:nvSpPr>
        <p:spPr>
          <a:xfrm>
            <a:off x="15163920" y="9487080"/>
            <a:ext cx="3122280" cy="6382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1800" spc="-1" strike="noStrike">
                <a:solidFill>
                  <a:srgbClr val="9ad3f3"/>
                </a:solidFill>
                <a:latin typeface="Century Gothic Paneuropean Heavy"/>
              </a:rPr>
              <a:t>Tom Rowan, ST20285213</a:t>
            </a:r>
            <a:endParaRPr b="0" lang="en-US" sz="1800" spc="-1" strike="noStrike">
              <a:solidFill>
                <a:srgbClr val="ffffff"/>
              </a:solidFill>
              <a:latin typeface="Arial"/>
            </a:endParaRPr>
          </a:p>
          <a:p>
            <a:pPr defTabSz="914400">
              <a:lnSpc>
                <a:spcPct val="100000"/>
              </a:lnSpc>
            </a:pPr>
            <a:r>
              <a:rPr b="1" lang="en-US" sz="1800" spc="-1" strike="noStrike">
                <a:solidFill>
                  <a:srgbClr val="9ad3f3"/>
                </a:solidFill>
                <a:latin typeface="Century Gothic Paneuropean Heavy"/>
              </a:rPr>
              <a:t>DAT5001_S2_25 PRES1</a:t>
            </a: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58" name="TextBox 2"/>
          <p:cNvSpPr/>
          <p:nvPr/>
        </p:nvSpPr>
        <p:spPr>
          <a:xfrm>
            <a:off x="890280" y="1028880"/>
            <a:ext cx="16505640" cy="1340640"/>
          </a:xfrm>
          <a:prstGeom prst="rect">
            <a:avLst/>
          </a:prstGeom>
          <a:noFill/>
          <a:ln w="0">
            <a:noFill/>
          </a:ln>
        </p:spPr>
        <p:style>
          <a:lnRef idx="0"/>
          <a:fillRef idx="0"/>
          <a:effectRef idx="0"/>
          <a:fontRef idx="minor"/>
        </p:style>
        <p:txBody>
          <a:bodyPr lIns="0" rIns="0" tIns="0" bIns="0" anchor="t">
            <a:spAutoFit/>
          </a:bodyPr>
          <a:p>
            <a:pPr algn="ctr" defTabSz="914400">
              <a:lnSpc>
                <a:spcPts val="10559"/>
              </a:lnSpc>
              <a:tabLst>
                <a:tab algn="l" pos="0"/>
              </a:tabLst>
            </a:pPr>
            <a:r>
              <a:rPr b="1" lang="en-US" sz="8800" spc="-369" strike="noStrike">
                <a:solidFill>
                  <a:srgbClr val="ffffff"/>
                </a:solidFill>
                <a:latin typeface="Century Gothic Paneuropean Heavy"/>
                <a:ea typeface="Century Gothic Paneuropean Heavy"/>
              </a:rPr>
              <a:t>Table Of </a:t>
            </a:r>
            <a:r>
              <a:rPr b="1" lang="en-US" sz="8800" spc="-369" strike="noStrike">
                <a:solidFill>
                  <a:srgbClr val="ffbd00"/>
                </a:solidFill>
                <a:latin typeface="Century Gothic Paneuropean Heavy"/>
                <a:ea typeface="Century Gothic Paneuropean Heavy"/>
              </a:rPr>
              <a:t>Contents</a:t>
            </a:r>
            <a:endParaRPr b="0" lang="en-US" sz="8800" spc="-1" strike="noStrike">
              <a:solidFill>
                <a:srgbClr val="ffffff"/>
              </a:solidFill>
              <a:latin typeface="Arial"/>
            </a:endParaRPr>
          </a:p>
        </p:txBody>
      </p:sp>
      <p:sp>
        <p:nvSpPr>
          <p:cNvPr id="59" name="TextBox 3"/>
          <p:cNvSpPr/>
          <p:nvPr/>
        </p:nvSpPr>
        <p:spPr>
          <a:xfrm>
            <a:off x="7848720" y="7772400"/>
            <a:ext cx="3684960" cy="426240"/>
          </a:xfrm>
          <a:prstGeom prst="rect">
            <a:avLst/>
          </a:prstGeom>
          <a:noFill/>
          <a:ln w="0">
            <a:noFill/>
          </a:ln>
        </p:spPr>
        <p:style>
          <a:lnRef idx="0"/>
          <a:fillRef idx="0"/>
          <a:effectRef idx="0"/>
          <a:fontRef idx="minor"/>
        </p:style>
        <p:txBody>
          <a:bodyPr lIns="0" rIns="0" tIns="0" bIns="0" anchor="t">
            <a:spAutoFit/>
          </a:bodyPr>
          <a:p>
            <a:pPr algn="ctr" defTabSz="914400">
              <a:lnSpc>
                <a:spcPts val="3359"/>
              </a:lnSpc>
              <a:tabLst>
                <a:tab algn="l" pos="0"/>
              </a:tabLst>
            </a:pPr>
            <a:r>
              <a:rPr b="0" lang="en-US" sz="2400" spc="-1" strike="noStrike">
                <a:solidFill>
                  <a:srgbClr val="ffffff"/>
                </a:solidFill>
                <a:latin typeface="Arial"/>
                <a:ea typeface="Open Sauce"/>
              </a:rPr>
              <a:t>Looking at what’s in orbit. </a:t>
            </a:r>
            <a:endParaRPr b="0" lang="en-US" sz="2400" spc="-1" strike="noStrike">
              <a:solidFill>
                <a:srgbClr val="ffffff"/>
              </a:solidFill>
              <a:latin typeface="Arial"/>
            </a:endParaRPr>
          </a:p>
        </p:txBody>
      </p:sp>
      <p:sp>
        <p:nvSpPr>
          <p:cNvPr id="60" name="TextBox 4"/>
          <p:cNvSpPr/>
          <p:nvPr/>
        </p:nvSpPr>
        <p:spPr>
          <a:xfrm>
            <a:off x="7848720" y="6591240"/>
            <a:ext cx="3684960" cy="975240"/>
          </a:xfrm>
          <a:prstGeom prst="rect">
            <a:avLst/>
          </a:prstGeom>
          <a:noFill/>
          <a:ln w="0">
            <a:noFill/>
          </a:ln>
        </p:spPr>
        <p:style>
          <a:lnRef idx="0"/>
          <a:fillRef idx="0"/>
          <a:effectRef idx="0"/>
          <a:fontRef idx="minor"/>
        </p:style>
        <p:txBody>
          <a:bodyPr lIns="0" rIns="0" tIns="0" bIns="0" anchor="t">
            <a:spAutoFit/>
          </a:bodyPr>
          <a:p>
            <a:pPr algn="ctr" defTabSz="914400">
              <a:lnSpc>
                <a:spcPts val="3841"/>
              </a:lnSpc>
              <a:tabLst>
                <a:tab algn="l" pos="0"/>
              </a:tabLst>
            </a:pPr>
            <a:r>
              <a:rPr b="1" lang="en-US" sz="3200" spc="-1" strike="noStrike">
                <a:solidFill>
                  <a:srgbClr val="ffbd00"/>
                </a:solidFill>
                <a:latin typeface="Open Sauce Semi-Bold"/>
                <a:ea typeface="Open Sauce Semi-Bold"/>
              </a:rPr>
              <a:t>Exploring </a:t>
            </a:r>
            <a:br>
              <a:rPr sz="3200"/>
            </a:br>
            <a:r>
              <a:rPr b="1" lang="en-US" sz="3200" spc="-1" strike="noStrike">
                <a:solidFill>
                  <a:srgbClr val="ffbd00"/>
                </a:solidFill>
                <a:latin typeface="Open Sauce Semi-Bold"/>
                <a:ea typeface="Open Sauce Semi-Bold"/>
              </a:rPr>
              <a:t>the Data</a:t>
            </a:r>
            <a:endParaRPr b="0" lang="en-US" sz="3200" spc="-1" strike="noStrike">
              <a:solidFill>
                <a:srgbClr val="ffffff"/>
              </a:solidFill>
              <a:latin typeface="Arial"/>
            </a:endParaRPr>
          </a:p>
        </p:txBody>
      </p:sp>
      <p:sp>
        <p:nvSpPr>
          <p:cNvPr id="61" name="Freeform 5"/>
          <p:cNvSpPr/>
          <p:nvPr/>
        </p:nvSpPr>
        <p:spPr>
          <a:xfrm>
            <a:off x="8336520" y="3328560"/>
            <a:ext cx="2320560" cy="2709720"/>
          </a:xfrm>
          <a:custGeom>
            <a:avLst/>
            <a:gdLst>
              <a:gd name="textAreaLeft" fmla="*/ 0 w 2320560"/>
              <a:gd name="textAreaRight" fmla="*/ 2322360 w 2320560"/>
              <a:gd name="textAreaTop" fmla="*/ 0 h 2709720"/>
              <a:gd name="textAreaBottom" fmla="*/ 2711520 h 2709720"/>
            </a:gdLst>
            <a:ahLst/>
            <a:rect l="textAreaLeft" t="textAreaTop" r="textAreaRight" b="textAreaBottom"/>
            <a:pathLst>
              <a:path w="2322193" h="2711690">
                <a:moveTo>
                  <a:pt x="0" y="0"/>
                </a:moveTo>
                <a:lnTo>
                  <a:pt x="2322193" y="0"/>
                </a:lnTo>
                <a:lnTo>
                  <a:pt x="2322193" y="2711690"/>
                </a:lnTo>
                <a:lnTo>
                  <a:pt x="0" y="2711690"/>
                </a:lnTo>
                <a:lnTo>
                  <a:pt x="0" y="0"/>
                </a:lnTo>
                <a:close/>
              </a:path>
            </a:pathLst>
          </a:custGeom>
          <a:blipFill rotWithShape="0">
            <a:blip r:embed="rId1">
              <a:extLst>
                <a:ext uri="{96DAC541-7B7A-43D3-8B79-37D633B846F1}">
                  <asvg:svgBlip xmlns:asvg="http://schemas.microsoft.com/office/drawing/2016/SVG/main" r:embed="rId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62" name="TextBox 6"/>
          <p:cNvSpPr/>
          <p:nvPr/>
        </p:nvSpPr>
        <p:spPr>
          <a:xfrm>
            <a:off x="12313800" y="6606000"/>
            <a:ext cx="3792600" cy="975240"/>
          </a:xfrm>
          <a:prstGeom prst="rect">
            <a:avLst/>
          </a:prstGeom>
          <a:noFill/>
          <a:ln w="0">
            <a:noFill/>
          </a:ln>
        </p:spPr>
        <p:style>
          <a:lnRef idx="0"/>
          <a:fillRef idx="0"/>
          <a:effectRef idx="0"/>
          <a:fontRef idx="minor"/>
        </p:style>
        <p:txBody>
          <a:bodyPr lIns="0" rIns="0" tIns="0" bIns="0" anchor="t">
            <a:spAutoFit/>
          </a:bodyPr>
          <a:p>
            <a:pPr algn="ctr" defTabSz="914400">
              <a:lnSpc>
                <a:spcPts val="3841"/>
              </a:lnSpc>
              <a:tabLst>
                <a:tab algn="l" pos="0"/>
              </a:tabLst>
            </a:pPr>
            <a:r>
              <a:rPr b="1" lang="en-US" sz="3200" spc="-1" strike="noStrike">
                <a:solidFill>
                  <a:srgbClr val="ffbd00"/>
                </a:solidFill>
                <a:latin typeface="Open Sauce Semi-Bold"/>
                <a:ea typeface="Open Sauce Semi-Bold"/>
              </a:rPr>
              <a:t>Planning for</a:t>
            </a:r>
            <a:endParaRPr b="0" lang="en-US" sz="3200" spc="-1" strike="noStrike">
              <a:solidFill>
                <a:srgbClr val="ffffff"/>
              </a:solidFill>
              <a:latin typeface="Arial"/>
            </a:endParaRPr>
          </a:p>
          <a:p>
            <a:pPr algn="ctr" defTabSz="914400">
              <a:lnSpc>
                <a:spcPts val="3841"/>
              </a:lnSpc>
              <a:tabLst>
                <a:tab algn="l" pos="0"/>
              </a:tabLst>
            </a:pPr>
            <a:r>
              <a:rPr b="1" lang="en-US" sz="3200" spc="-1" strike="noStrike">
                <a:solidFill>
                  <a:srgbClr val="ffbd00"/>
                </a:solidFill>
                <a:latin typeface="Open Sauce Semi-Bold"/>
                <a:ea typeface="Open Sauce Semi-Bold"/>
              </a:rPr>
              <a:t>The Future</a:t>
            </a:r>
            <a:endParaRPr b="0" lang="en-US" sz="3200" spc="-1" strike="noStrike">
              <a:solidFill>
                <a:srgbClr val="ffffff"/>
              </a:solidFill>
              <a:latin typeface="Arial"/>
            </a:endParaRPr>
          </a:p>
        </p:txBody>
      </p:sp>
      <p:sp>
        <p:nvSpPr>
          <p:cNvPr id="63" name="TextBox 7"/>
          <p:cNvSpPr/>
          <p:nvPr/>
        </p:nvSpPr>
        <p:spPr>
          <a:xfrm>
            <a:off x="12496680" y="7772400"/>
            <a:ext cx="3304440" cy="852840"/>
          </a:xfrm>
          <a:prstGeom prst="rect">
            <a:avLst/>
          </a:prstGeom>
          <a:noFill/>
          <a:ln w="0">
            <a:noFill/>
          </a:ln>
        </p:spPr>
        <p:style>
          <a:lnRef idx="0"/>
          <a:fillRef idx="0"/>
          <a:effectRef idx="0"/>
          <a:fontRef idx="minor"/>
        </p:style>
        <p:txBody>
          <a:bodyPr lIns="0" rIns="0" tIns="0" bIns="0" anchor="t">
            <a:spAutoFit/>
          </a:bodyPr>
          <a:p>
            <a:pPr algn="ctr" defTabSz="914400">
              <a:lnSpc>
                <a:spcPts val="3359"/>
              </a:lnSpc>
              <a:tabLst>
                <a:tab algn="l" pos="0"/>
              </a:tabLst>
            </a:pPr>
            <a:r>
              <a:rPr b="0" lang="en-US" sz="2400" spc="-1" strike="noStrike">
                <a:solidFill>
                  <a:srgbClr val="ffffff"/>
                </a:solidFill>
                <a:latin typeface="Open Sauce"/>
                <a:ea typeface="Open Sauce"/>
              </a:rPr>
              <a:t>How can we avoid a disaster?</a:t>
            </a:r>
            <a:endParaRPr b="0" lang="en-US" sz="2400" spc="-1" strike="noStrike">
              <a:solidFill>
                <a:srgbClr val="ffffff"/>
              </a:solidFill>
              <a:latin typeface="Arial"/>
            </a:endParaRPr>
          </a:p>
        </p:txBody>
      </p:sp>
      <p:sp>
        <p:nvSpPr>
          <p:cNvPr id="64" name="Freeform 8"/>
          <p:cNvSpPr/>
          <p:nvPr/>
        </p:nvSpPr>
        <p:spPr>
          <a:xfrm>
            <a:off x="12557880" y="3328560"/>
            <a:ext cx="2760120" cy="2709720"/>
          </a:xfrm>
          <a:custGeom>
            <a:avLst/>
            <a:gdLst>
              <a:gd name="textAreaLeft" fmla="*/ 0 w 2760120"/>
              <a:gd name="textAreaRight" fmla="*/ 2761920 w 2760120"/>
              <a:gd name="textAreaTop" fmla="*/ 0 h 2709720"/>
              <a:gd name="textAreaBottom" fmla="*/ 2711520 h 2709720"/>
            </a:gdLst>
            <a:ahLst/>
            <a:rect l="textAreaLeft" t="textAreaTop" r="textAreaRight" b="textAreaBottom"/>
            <a:pathLst>
              <a:path w="2761907" h="2711690">
                <a:moveTo>
                  <a:pt x="0" y="0"/>
                </a:moveTo>
                <a:lnTo>
                  <a:pt x="2761906" y="0"/>
                </a:lnTo>
                <a:lnTo>
                  <a:pt x="2761906" y="2711690"/>
                </a:lnTo>
                <a:lnTo>
                  <a:pt x="0" y="2711690"/>
                </a:lnTo>
                <a:lnTo>
                  <a:pt x="0" y="0"/>
                </a:lnTo>
                <a:close/>
              </a:path>
            </a:pathLst>
          </a:custGeom>
          <a:blipFill rotWithShape="0">
            <a:blip r:embed="rId3">
              <a:extLst>
                <a:ext uri="{96DAC541-7B7A-43D3-8B79-37D633B846F1}">
                  <asvg:svgBlip xmlns:asvg="http://schemas.microsoft.com/office/drawing/2016/SVG/main" r:embed="rId4"/>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65" name="Freeform 10"/>
          <p:cNvSpPr/>
          <p:nvPr/>
        </p:nvSpPr>
        <p:spPr>
          <a:xfrm>
            <a:off x="2902680" y="3444120"/>
            <a:ext cx="2916360" cy="2916360"/>
          </a:xfrm>
          <a:custGeom>
            <a:avLst/>
            <a:gdLst>
              <a:gd name="textAreaLeft" fmla="*/ 0 w 2916360"/>
              <a:gd name="textAreaRight" fmla="*/ 2918160 w 2916360"/>
              <a:gd name="textAreaTop" fmla="*/ 0 h 2916360"/>
              <a:gd name="textAreaBottom" fmla="*/ 2918160 h 291636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5">
              <a:extLst>
                <a:ext uri="{96DAC541-7B7A-43D3-8B79-37D633B846F1}">
                  <asvg:svgBlip xmlns:asvg="http://schemas.microsoft.com/office/drawing/2016/SVG/main" r:embed="rId6"/>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66" name="TextBox 11"/>
          <p:cNvSpPr/>
          <p:nvPr/>
        </p:nvSpPr>
        <p:spPr>
          <a:xfrm>
            <a:off x="1988280" y="6629400"/>
            <a:ext cx="4869000" cy="975240"/>
          </a:xfrm>
          <a:prstGeom prst="rect">
            <a:avLst/>
          </a:prstGeom>
          <a:noFill/>
          <a:ln w="0">
            <a:noFill/>
          </a:ln>
        </p:spPr>
        <p:style>
          <a:lnRef idx="0"/>
          <a:fillRef idx="0"/>
          <a:effectRef idx="0"/>
          <a:fontRef idx="minor"/>
        </p:style>
        <p:txBody>
          <a:bodyPr lIns="0" rIns="0" tIns="0" bIns="0" anchor="t">
            <a:spAutoFit/>
          </a:bodyPr>
          <a:p>
            <a:pPr algn="ctr" defTabSz="914400">
              <a:lnSpc>
                <a:spcPts val="3841"/>
              </a:lnSpc>
              <a:tabLst>
                <a:tab algn="l" pos="0"/>
              </a:tabLst>
            </a:pPr>
            <a:r>
              <a:rPr b="1" lang="en-US" sz="3200" spc="-1" strike="noStrike">
                <a:solidFill>
                  <a:srgbClr val="ffbd00"/>
                </a:solidFill>
                <a:latin typeface="Open Sauce Semi-Bold"/>
                <a:ea typeface="Open Sauce Semi-Bold"/>
              </a:rPr>
              <a:t>What is the Kessler Syndrome?</a:t>
            </a:r>
            <a:endParaRPr b="0" lang="en-US" sz="3200" spc="-1" strike="noStrike">
              <a:solidFill>
                <a:srgbClr val="ffffff"/>
              </a:solidFill>
              <a:latin typeface="Arial"/>
            </a:endParaRPr>
          </a:p>
        </p:txBody>
      </p:sp>
      <p:sp>
        <p:nvSpPr>
          <p:cNvPr id="67" name="TextBox 12"/>
          <p:cNvSpPr/>
          <p:nvPr/>
        </p:nvSpPr>
        <p:spPr>
          <a:xfrm>
            <a:off x="2743200" y="7772400"/>
            <a:ext cx="3304440" cy="852840"/>
          </a:xfrm>
          <a:prstGeom prst="rect">
            <a:avLst/>
          </a:prstGeom>
          <a:noFill/>
          <a:ln w="0">
            <a:noFill/>
          </a:ln>
        </p:spPr>
        <p:style>
          <a:lnRef idx="0"/>
          <a:fillRef idx="0"/>
          <a:effectRef idx="0"/>
          <a:fontRef idx="minor"/>
        </p:style>
        <p:txBody>
          <a:bodyPr lIns="0" rIns="0" tIns="0" bIns="0" anchor="t">
            <a:spAutoFit/>
          </a:bodyPr>
          <a:p>
            <a:pPr algn="ctr" defTabSz="914400">
              <a:lnSpc>
                <a:spcPts val="3359"/>
              </a:lnSpc>
              <a:tabLst>
                <a:tab algn="l" pos="0"/>
              </a:tabLst>
            </a:pPr>
            <a:r>
              <a:rPr b="0" lang="en-US" sz="2400" spc="-1" strike="noStrike">
                <a:solidFill>
                  <a:srgbClr val="ffffff"/>
                </a:solidFill>
                <a:latin typeface="Open Sauce"/>
                <a:ea typeface="Open Sauce"/>
              </a:rPr>
              <a:t>And its potential impact on civilization.</a:t>
            </a:r>
            <a:endParaRPr b="0" lang="en-US"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68" name="Freeform 10"/>
          <p:cNvSpPr/>
          <p:nvPr/>
        </p:nvSpPr>
        <p:spPr>
          <a:xfrm>
            <a:off x="12801600" y="6515280"/>
            <a:ext cx="1141200" cy="1141200"/>
          </a:xfrm>
          <a:custGeom>
            <a:avLst/>
            <a:gdLst>
              <a:gd name="textAreaLeft" fmla="*/ 0 w 1141200"/>
              <a:gd name="textAreaRight" fmla="*/ 1143000 w 1141200"/>
              <a:gd name="textAreaTop" fmla="*/ 0 h 1141200"/>
              <a:gd name="textAreaBottom" fmla="*/ 1143000 h 114120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1">
              <a:extLst>
                <a:ext uri="{96DAC541-7B7A-43D3-8B79-37D633B846F1}">
                  <asvg:svgBlip xmlns:asvg="http://schemas.microsoft.com/office/drawing/2016/SVG/main" r:embed="rId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69" name="Freeform 10"/>
          <p:cNvSpPr/>
          <p:nvPr/>
        </p:nvSpPr>
        <p:spPr>
          <a:xfrm>
            <a:off x="12801600" y="4305240"/>
            <a:ext cx="1141200" cy="1141200"/>
          </a:xfrm>
          <a:custGeom>
            <a:avLst/>
            <a:gdLst>
              <a:gd name="textAreaLeft" fmla="*/ 0 w 1141200"/>
              <a:gd name="textAreaRight" fmla="*/ 1143000 w 1141200"/>
              <a:gd name="textAreaTop" fmla="*/ 0 h 1141200"/>
              <a:gd name="textAreaBottom" fmla="*/ 1143000 h 114120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3">
              <a:extLst>
                <a:ext uri="{96DAC541-7B7A-43D3-8B79-37D633B846F1}">
                  <asvg:svgBlip xmlns:asvg="http://schemas.microsoft.com/office/drawing/2016/SVG/main" r:embed="rId4"/>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grpSp>
        <p:nvGrpSpPr>
          <p:cNvPr id="70" name="Group 53"/>
          <p:cNvGrpSpPr/>
          <p:nvPr/>
        </p:nvGrpSpPr>
        <p:grpSpPr>
          <a:xfrm>
            <a:off x="12649320" y="4610160"/>
            <a:ext cx="1217520" cy="3350880"/>
            <a:chOff x="12649320" y="4610160"/>
            <a:chExt cx="1217520" cy="3350880"/>
          </a:xfrm>
        </p:grpSpPr>
        <p:sp>
          <p:nvSpPr>
            <p:cNvPr id="71" name="Explosion: 8 Points 36"/>
            <p:cNvSpPr/>
            <p:nvPr/>
          </p:nvSpPr>
          <p:spPr>
            <a:xfrm>
              <a:off x="12649320" y="6819840"/>
              <a:ext cx="1217520" cy="114120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72" name="Explosion: 8 Points 34"/>
            <p:cNvSpPr/>
            <p:nvPr/>
          </p:nvSpPr>
          <p:spPr>
            <a:xfrm>
              <a:off x="12649320" y="4610160"/>
              <a:ext cx="1217520" cy="114120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grpSp>
      <p:sp>
        <p:nvSpPr>
          <p:cNvPr id="73" name="TextBox 2"/>
          <p:cNvSpPr/>
          <p:nvPr/>
        </p:nvSpPr>
        <p:spPr>
          <a:xfrm>
            <a:off x="887040" y="731520"/>
            <a:ext cx="16505640" cy="1340640"/>
          </a:xfrm>
          <a:prstGeom prst="rect">
            <a:avLst/>
          </a:prstGeom>
          <a:noFill/>
          <a:ln w="0">
            <a:noFill/>
          </a:ln>
        </p:spPr>
        <p:style>
          <a:lnRef idx="0"/>
          <a:fillRef idx="0"/>
          <a:effectRef idx="0"/>
          <a:fontRef idx="minor"/>
        </p:style>
        <p:txBody>
          <a:bodyPr lIns="0" rIns="0" tIns="0" bIns="0" anchor="t">
            <a:spAutoFit/>
          </a:bodyPr>
          <a:p>
            <a:pPr algn="ctr" defTabSz="914400">
              <a:lnSpc>
                <a:spcPts val="10559"/>
              </a:lnSpc>
              <a:tabLst>
                <a:tab algn="l" pos="0"/>
              </a:tabLst>
            </a:pPr>
            <a:r>
              <a:rPr b="1" lang="en-US" sz="8800" spc="-369" strike="noStrike">
                <a:solidFill>
                  <a:srgbClr val="ffffff"/>
                </a:solidFill>
                <a:latin typeface="Century Gothic Paneuropean Heavy"/>
                <a:ea typeface="Century Gothic Paneuropean Heavy"/>
              </a:rPr>
              <a:t>What is the </a:t>
            </a:r>
            <a:r>
              <a:rPr b="1" lang="en-US" sz="8800" spc="-369" strike="noStrike">
                <a:solidFill>
                  <a:srgbClr val="ffbd00"/>
                </a:solidFill>
                <a:latin typeface="Century Gothic Paneuropean Heavy"/>
                <a:ea typeface="Century Gothic Paneuropean Heavy"/>
              </a:rPr>
              <a:t>Kessler Syndrome?</a:t>
            </a:r>
            <a:endParaRPr b="0" lang="en-US" sz="8800" spc="-1" strike="noStrike">
              <a:solidFill>
                <a:srgbClr val="ffffff"/>
              </a:solidFill>
              <a:latin typeface="Arial"/>
            </a:endParaRPr>
          </a:p>
        </p:txBody>
      </p:sp>
      <p:sp>
        <p:nvSpPr>
          <p:cNvPr id="74" name="Freeform 10"/>
          <p:cNvSpPr/>
          <p:nvPr/>
        </p:nvSpPr>
        <p:spPr>
          <a:xfrm>
            <a:off x="10515600" y="5295960"/>
            <a:ext cx="1141200" cy="1141200"/>
          </a:xfrm>
          <a:custGeom>
            <a:avLst/>
            <a:gdLst>
              <a:gd name="textAreaLeft" fmla="*/ 0 w 1141200"/>
              <a:gd name="textAreaRight" fmla="*/ 1143000 w 1141200"/>
              <a:gd name="textAreaTop" fmla="*/ 0 h 1141200"/>
              <a:gd name="textAreaBottom" fmla="*/ 1143000 h 114120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5">
              <a:extLst>
                <a:ext uri="{96DAC541-7B7A-43D3-8B79-37D633B846F1}">
                  <asvg:svgBlip xmlns:asvg="http://schemas.microsoft.com/office/drawing/2016/SVG/main" r:embed="rId6"/>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75" name="TextBox 7"/>
          <p:cNvSpPr/>
          <p:nvPr/>
        </p:nvSpPr>
        <p:spPr>
          <a:xfrm>
            <a:off x="1143000" y="3543480"/>
            <a:ext cx="38689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Collision Cascade</a:t>
            </a:r>
            <a:endParaRPr b="0" lang="en-US" sz="3200" spc="-1" strike="noStrike">
              <a:solidFill>
                <a:srgbClr val="ffffff"/>
              </a:solidFill>
              <a:latin typeface="Arial"/>
            </a:endParaRPr>
          </a:p>
        </p:txBody>
      </p:sp>
      <p:sp>
        <p:nvSpPr>
          <p:cNvPr id="76" name="TextBox 11"/>
          <p:cNvSpPr/>
          <p:nvPr/>
        </p:nvSpPr>
        <p:spPr>
          <a:xfrm>
            <a:off x="1143000" y="4305240"/>
            <a:ext cx="5865480" cy="12794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A scenario where satellite and/or space debris collisions cause a cascade effect, making low Earth orbit unusable.</a:t>
            </a:r>
            <a:endParaRPr b="0" lang="en-US" sz="2400" spc="-1" strike="noStrike">
              <a:solidFill>
                <a:srgbClr val="ffffff"/>
              </a:solidFill>
              <a:latin typeface="Arial"/>
            </a:endParaRPr>
          </a:p>
        </p:txBody>
      </p:sp>
      <p:sp>
        <p:nvSpPr>
          <p:cNvPr id="77" name="TextBox 7"/>
          <p:cNvSpPr/>
          <p:nvPr/>
        </p:nvSpPr>
        <p:spPr>
          <a:xfrm>
            <a:off x="1143000" y="6743880"/>
            <a:ext cx="38689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Disaster Scenario</a:t>
            </a:r>
            <a:endParaRPr b="0" lang="en-US" sz="3200" spc="-1" strike="noStrike">
              <a:solidFill>
                <a:srgbClr val="ffffff"/>
              </a:solidFill>
              <a:latin typeface="Arial"/>
            </a:endParaRPr>
          </a:p>
        </p:txBody>
      </p:sp>
      <p:sp>
        <p:nvSpPr>
          <p:cNvPr id="78" name="TextBox 11"/>
          <p:cNvSpPr/>
          <p:nvPr/>
        </p:nvSpPr>
        <p:spPr>
          <a:xfrm>
            <a:off x="1143000" y="7505640"/>
            <a:ext cx="609408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First identified in 1978 by Donald J. Kessler and Burton G. Cour-Palais. </a:t>
            </a:r>
            <a:endParaRPr b="0" lang="en-US" sz="2400" spc="-1" strike="noStrike">
              <a:solidFill>
                <a:srgbClr val="ffffff"/>
              </a:solidFill>
              <a:latin typeface="Arial"/>
            </a:endParaRPr>
          </a:p>
        </p:txBody>
      </p:sp>
      <p:sp>
        <p:nvSpPr>
          <p:cNvPr id="79" name="Explosion: 8 Points 21"/>
          <p:cNvSpPr/>
          <p:nvPr/>
        </p:nvSpPr>
        <p:spPr>
          <a:xfrm>
            <a:off x="10363320" y="5600880"/>
            <a:ext cx="1217520" cy="114120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80" name="Freeform 10"/>
          <p:cNvSpPr/>
          <p:nvPr/>
        </p:nvSpPr>
        <p:spPr>
          <a:xfrm>
            <a:off x="7924680" y="5295960"/>
            <a:ext cx="1141200" cy="1141200"/>
          </a:xfrm>
          <a:custGeom>
            <a:avLst/>
            <a:gdLst>
              <a:gd name="textAreaLeft" fmla="*/ 0 w 1141200"/>
              <a:gd name="textAreaRight" fmla="*/ 1143000 w 1141200"/>
              <a:gd name="textAreaTop" fmla="*/ 0 h 1141200"/>
              <a:gd name="textAreaBottom" fmla="*/ 1143000 h 114120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7">
              <a:extLst>
                <a:ext uri="{96DAC541-7B7A-43D3-8B79-37D633B846F1}">
                  <asvg:svgBlip xmlns:asvg="http://schemas.microsoft.com/office/drawing/2016/SVG/main" r:embed="rId8"/>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81" name="Arrow: Right 24"/>
          <p:cNvSpPr/>
          <p:nvPr/>
        </p:nvSpPr>
        <p:spPr>
          <a:xfrm>
            <a:off x="9220320" y="5524560"/>
            <a:ext cx="1064880" cy="68400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82" name="Freeform 10"/>
          <p:cNvSpPr/>
          <p:nvPr/>
        </p:nvSpPr>
        <p:spPr>
          <a:xfrm>
            <a:off x="15468480" y="4610160"/>
            <a:ext cx="1141200" cy="1141200"/>
          </a:xfrm>
          <a:custGeom>
            <a:avLst/>
            <a:gdLst>
              <a:gd name="textAreaLeft" fmla="*/ 0 w 1141200"/>
              <a:gd name="textAreaRight" fmla="*/ 1143000 w 1141200"/>
              <a:gd name="textAreaTop" fmla="*/ 0 h 1141200"/>
              <a:gd name="textAreaBottom" fmla="*/ 1143000 h 114120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9">
              <a:extLst>
                <a:ext uri="{96DAC541-7B7A-43D3-8B79-37D633B846F1}">
                  <asvg:svgBlip xmlns:asvg="http://schemas.microsoft.com/office/drawing/2016/SVG/main" r:embed="rId10"/>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83" name="Freeform 10"/>
          <p:cNvSpPr/>
          <p:nvPr/>
        </p:nvSpPr>
        <p:spPr>
          <a:xfrm>
            <a:off x="15468480" y="2933640"/>
            <a:ext cx="1141200" cy="1141200"/>
          </a:xfrm>
          <a:custGeom>
            <a:avLst/>
            <a:gdLst>
              <a:gd name="textAreaLeft" fmla="*/ 0 w 1141200"/>
              <a:gd name="textAreaRight" fmla="*/ 1143000 w 1141200"/>
              <a:gd name="textAreaTop" fmla="*/ 0 h 1141200"/>
              <a:gd name="textAreaBottom" fmla="*/ 1143000 h 114120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11">
              <a:extLst>
                <a:ext uri="{96DAC541-7B7A-43D3-8B79-37D633B846F1}">
                  <asvg:svgBlip xmlns:asvg="http://schemas.microsoft.com/office/drawing/2016/SVG/main" r:embed="rId1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84" name="Freeform 10"/>
          <p:cNvSpPr/>
          <p:nvPr/>
        </p:nvSpPr>
        <p:spPr>
          <a:xfrm>
            <a:off x="15468480" y="8039160"/>
            <a:ext cx="1141200" cy="1141200"/>
          </a:xfrm>
          <a:custGeom>
            <a:avLst/>
            <a:gdLst>
              <a:gd name="textAreaLeft" fmla="*/ 0 w 1141200"/>
              <a:gd name="textAreaRight" fmla="*/ 1143000 w 1141200"/>
              <a:gd name="textAreaTop" fmla="*/ 0 h 1141200"/>
              <a:gd name="textAreaBottom" fmla="*/ 1143000 h 114120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13">
              <a:extLst>
                <a:ext uri="{96DAC541-7B7A-43D3-8B79-37D633B846F1}">
                  <asvg:svgBlip xmlns:asvg="http://schemas.microsoft.com/office/drawing/2016/SVG/main" r:embed="rId14"/>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85" name="Freeform 10"/>
          <p:cNvSpPr/>
          <p:nvPr/>
        </p:nvSpPr>
        <p:spPr>
          <a:xfrm>
            <a:off x="15468480" y="6362640"/>
            <a:ext cx="1141200" cy="1141200"/>
          </a:xfrm>
          <a:custGeom>
            <a:avLst/>
            <a:gdLst>
              <a:gd name="textAreaLeft" fmla="*/ 0 w 1141200"/>
              <a:gd name="textAreaRight" fmla="*/ 1143000 w 1141200"/>
              <a:gd name="textAreaTop" fmla="*/ 0 h 1141200"/>
              <a:gd name="textAreaBottom" fmla="*/ 1143000 h 114120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15">
              <a:extLst>
                <a:ext uri="{96DAC541-7B7A-43D3-8B79-37D633B846F1}">
                  <asvg:svgBlip xmlns:asvg="http://schemas.microsoft.com/office/drawing/2016/SVG/main" r:embed="rId16"/>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grpSp>
        <p:nvGrpSpPr>
          <p:cNvPr id="86" name="Group 55"/>
          <p:cNvGrpSpPr/>
          <p:nvPr/>
        </p:nvGrpSpPr>
        <p:grpSpPr>
          <a:xfrm>
            <a:off x="15316200" y="3238560"/>
            <a:ext cx="1217520" cy="6246720"/>
            <a:chOff x="15316200" y="3238560"/>
            <a:chExt cx="1217520" cy="6246720"/>
          </a:xfrm>
        </p:grpSpPr>
        <p:sp>
          <p:nvSpPr>
            <p:cNvPr id="87" name="Explosion: 8 Points 38"/>
            <p:cNvSpPr/>
            <p:nvPr/>
          </p:nvSpPr>
          <p:spPr>
            <a:xfrm>
              <a:off x="15316200" y="4915080"/>
              <a:ext cx="1217520" cy="114120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88" name="Explosion: 8 Points 40"/>
            <p:cNvSpPr/>
            <p:nvPr/>
          </p:nvSpPr>
          <p:spPr>
            <a:xfrm>
              <a:off x="15316200" y="3238560"/>
              <a:ext cx="1217520" cy="114120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89" name="Explosion: 8 Points 42"/>
            <p:cNvSpPr/>
            <p:nvPr/>
          </p:nvSpPr>
          <p:spPr>
            <a:xfrm>
              <a:off x="15316200" y="8344080"/>
              <a:ext cx="1217520" cy="114120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90" name="Explosion: 8 Points 44"/>
            <p:cNvSpPr/>
            <p:nvPr/>
          </p:nvSpPr>
          <p:spPr>
            <a:xfrm>
              <a:off x="15316200" y="6667560"/>
              <a:ext cx="1217520" cy="114120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grpSp>
      <p:grpSp>
        <p:nvGrpSpPr>
          <p:cNvPr id="91" name="Group 54"/>
          <p:cNvGrpSpPr/>
          <p:nvPr/>
        </p:nvGrpSpPr>
        <p:grpSpPr>
          <a:xfrm>
            <a:off x="14095440" y="3695760"/>
            <a:ext cx="1034640" cy="4874760"/>
            <a:chOff x="14095440" y="3695760"/>
            <a:chExt cx="1034640" cy="4874760"/>
          </a:xfrm>
        </p:grpSpPr>
        <p:sp>
          <p:nvSpPr>
            <p:cNvPr id="92" name="Arrow: Right 46"/>
            <p:cNvSpPr/>
            <p:nvPr/>
          </p:nvSpPr>
          <p:spPr>
            <a:xfrm rot="20311800">
              <a:off x="14270760" y="3810960"/>
              <a:ext cx="760320" cy="68400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93" name="Arrow: Right 47"/>
            <p:cNvSpPr/>
            <p:nvPr/>
          </p:nvSpPr>
          <p:spPr>
            <a:xfrm flipV="1" rot="1288200">
              <a:off x="14194080" y="7771320"/>
              <a:ext cx="760320" cy="68364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94" name="Arrow: Right 49"/>
            <p:cNvSpPr/>
            <p:nvPr/>
          </p:nvSpPr>
          <p:spPr>
            <a:xfrm flipV="1">
              <a:off x="14249520" y="6894720"/>
              <a:ext cx="760320" cy="68400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95" name="Arrow: Right 50"/>
            <p:cNvSpPr/>
            <p:nvPr/>
          </p:nvSpPr>
          <p:spPr>
            <a:xfrm flipV="1">
              <a:off x="14325480" y="4837320"/>
              <a:ext cx="760320" cy="68400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grpSp>
      <p:grpSp>
        <p:nvGrpSpPr>
          <p:cNvPr id="96" name="Group 52"/>
          <p:cNvGrpSpPr/>
          <p:nvPr/>
        </p:nvGrpSpPr>
        <p:grpSpPr>
          <a:xfrm>
            <a:off x="11733480" y="4991040"/>
            <a:ext cx="958320" cy="1979280"/>
            <a:chOff x="11733480" y="4991040"/>
            <a:chExt cx="958320" cy="1979280"/>
          </a:xfrm>
        </p:grpSpPr>
        <p:sp>
          <p:nvSpPr>
            <p:cNvPr id="97" name="Arrow: Right 45"/>
            <p:cNvSpPr/>
            <p:nvPr/>
          </p:nvSpPr>
          <p:spPr>
            <a:xfrm rot="20311800">
              <a:off x="11832480" y="5106240"/>
              <a:ext cx="760320" cy="68400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98" name="Arrow: Right 51"/>
            <p:cNvSpPr/>
            <p:nvPr/>
          </p:nvSpPr>
          <p:spPr>
            <a:xfrm flipV="1" rot="1288200">
              <a:off x="11832120" y="6171120"/>
              <a:ext cx="760320" cy="68364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grpSp>
    </p:spTree>
  </p:cSld>
  <mc:AlternateContent>
    <mc:Choice Requires="p14">
      <p:transition spd="slow" p14:dur="2000"/>
    </mc:Choice>
    <mc:Fallback>
      <p:transition spd="slow"/>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nodeType="clickEffect" fill="hold" presetClass="entr" presetID="1">
                                  <p:stCondLst>
                                    <p:cond delay="0"/>
                                  </p:stCondLst>
                                  <p:childTnLst>
                                    <p:set>
                                      <p:cBhvr>
                                        <p:cTn id="6" dur="1" fill="hold">
                                          <p:stCondLst>
                                            <p:cond delay="0"/>
                                          </p:stCondLst>
                                        </p:cTn>
                                        <p:tgtEl>
                                          <p:spTgt spid="81"/>
                                        </p:tgtEl>
                                        <p:attrNameLst>
                                          <p:attrName>style.visibility</p:attrName>
                                        </p:attrNameLst>
                                      </p:cBhvr>
                                      <p:to>
                                        <p:strVal val="visible"/>
                                      </p:to>
                                    </p:set>
                                  </p:childTnLst>
                                </p:cTn>
                              </p:par>
                            </p:childTnLst>
                          </p:cTn>
                        </p:par>
                        <p:par>
                          <p:cTn id="7" fill="hold">
                            <p:stCondLst>
                              <p:cond delay="0"/>
                            </p:stCondLst>
                            <p:childTnLst>
                              <p:par>
                                <p:cTn id="8" nodeType="afterEffect" fill="hold" presetClass="entr" presetID="1">
                                  <p:stCondLst>
                                    <p:cond delay="3000"/>
                                  </p:stCondLst>
                                  <p:childTnLst>
                                    <p:set>
                                      <p:cBhvr>
                                        <p:cTn id="9" dur="1" fill="hold">
                                          <p:stCondLst>
                                            <p:cond delay="0"/>
                                          </p:stCondLst>
                                        </p:cTn>
                                        <p:tgtEl>
                                          <p:spTgt spid="79"/>
                                        </p:tgtEl>
                                        <p:attrNameLst>
                                          <p:attrName>style.visibility</p:attrName>
                                        </p:attrNameLst>
                                      </p:cBhvr>
                                      <p:to>
                                        <p:strVal val="visible"/>
                                      </p:to>
                                    </p:set>
                                  </p:childTnLst>
                                </p:cTn>
                              </p:par>
                            </p:childTnLst>
                          </p:cTn>
                        </p:par>
                        <p:par>
                          <p:cTn id="10" fill="hold">
                            <p:stCondLst>
                              <p:cond delay="3000"/>
                            </p:stCondLst>
                            <p:childTnLst>
                              <p:par>
                                <p:cTn id="11" nodeType="afterEffect" fill="hold" presetClass="entr" presetID="1">
                                  <p:stCondLst>
                                    <p:cond delay="3000"/>
                                  </p:stCondLst>
                                  <p:childTnLst>
                                    <p:set>
                                      <p:cBhvr>
                                        <p:cTn id="12" dur="1" fill="hold">
                                          <p:stCondLst>
                                            <p:cond delay="0"/>
                                          </p:stCondLst>
                                        </p:cTn>
                                        <p:tgtEl>
                                          <p:spTgt spid="96"/>
                                        </p:tgtEl>
                                        <p:attrNameLst>
                                          <p:attrName>style.visibility</p:attrName>
                                        </p:attrNameLst>
                                      </p:cBhvr>
                                      <p:to>
                                        <p:strVal val="visible"/>
                                      </p:to>
                                    </p:set>
                                  </p:childTnLst>
                                </p:cTn>
                              </p:par>
                            </p:childTnLst>
                          </p:cTn>
                        </p:par>
                        <p:par>
                          <p:cTn id="13" fill="hold">
                            <p:stCondLst>
                              <p:cond delay="6000"/>
                            </p:stCondLst>
                            <p:childTnLst>
                              <p:par>
                                <p:cTn id="14" nodeType="afterEffect" fill="hold" presetClass="entr" presetID="1">
                                  <p:stCondLst>
                                    <p:cond delay="3000"/>
                                  </p:stCondLst>
                                  <p:childTnLst>
                                    <p:set>
                                      <p:cBhvr>
                                        <p:cTn id="15" dur="1" fill="hold">
                                          <p:stCondLst>
                                            <p:cond delay="0"/>
                                          </p:stCondLst>
                                        </p:cTn>
                                        <p:tgtEl>
                                          <p:spTgt spid="70"/>
                                        </p:tgtEl>
                                        <p:attrNameLst>
                                          <p:attrName>style.visibility</p:attrName>
                                        </p:attrNameLst>
                                      </p:cBhvr>
                                      <p:to>
                                        <p:strVal val="visible"/>
                                      </p:to>
                                    </p:set>
                                  </p:childTnLst>
                                </p:cTn>
                              </p:par>
                            </p:childTnLst>
                          </p:cTn>
                        </p:par>
                        <p:par>
                          <p:cTn id="16" fill="hold">
                            <p:stCondLst>
                              <p:cond delay="9000"/>
                            </p:stCondLst>
                            <p:childTnLst>
                              <p:par>
                                <p:cTn id="17" nodeType="afterEffect" fill="hold" presetClass="entr" presetID="1">
                                  <p:stCondLst>
                                    <p:cond delay="3000"/>
                                  </p:stCondLst>
                                  <p:childTnLst>
                                    <p:set>
                                      <p:cBhvr>
                                        <p:cTn id="18" dur="1" fill="hold">
                                          <p:stCondLst>
                                            <p:cond delay="0"/>
                                          </p:stCondLst>
                                        </p:cTn>
                                        <p:tgtEl>
                                          <p:spTgt spid="91"/>
                                        </p:tgtEl>
                                        <p:attrNameLst>
                                          <p:attrName>style.visibility</p:attrName>
                                        </p:attrNameLst>
                                      </p:cBhvr>
                                      <p:to>
                                        <p:strVal val="visible"/>
                                      </p:to>
                                    </p:set>
                                  </p:childTnLst>
                                </p:cTn>
                              </p:par>
                            </p:childTnLst>
                          </p:cTn>
                        </p:par>
                        <p:par>
                          <p:cTn id="19" fill="hold">
                            <p:stCondLst>
                              <p:cond delay="12000"/>
                            </p:stCondLst>
                            <p:childTnLst>
                              <p:par>
                                <p:cTn id="20" nodeType="afterEffect" fill="hold" presetClass="entr" presetID="1">
                                  <p:stCondLst>
                                    <p:cond delay="3000"/>
                                  </p:stCondLst>
                                  <p:childTnLst>
                                    <p:set>
                                      <p:cBhvr>
                                        <p:cTn id="21" dur="1" fill="hold">
                                          <p:stCondLst>
                                            <p:cond delay="0"/>
                                          </p:stCondLst>
                                        </p:cTn>
                                        <p:tgtEl>
                                          <p:spTgt spid="8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99" name="TextBox 6"/>
          <p:cNvSpPr/>
          <p:nvPr/>
        </p:nvSpPr>
        <p:spPr>
          <a:xfrm>
            <a:off x="887040" y="731520"/>
            <a:ext cx="1428588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Satellite </a:t>
            </a:r>
            <a:r>
              <a:rPr b="1" lang="en-US" sz="9000" spc="-1" strike="noStrike">
                <a:solidFill>
                  <a:srgbClr val="ffbd00"/>
                </a:solidFill>
                <a:latin typeface="Century Gothic Paneuropean Heavy"/>
                <a:ea typeface="Century Gothic Paneuropean Heavy"/>
              </a:rPr>
              <a:t>Launch Trends</a:t>
            </a:r>
            <a:endParaRPr b="0" lang="en-US" sz="9000" spc="-1" strike="noStrike">
              <a:solidFill>
                <a:srgbClr val="ffffff"/>
              </a:solidFill>
              <a:latin typeface="Arial"/>
            </a:endParaRPr>
          </a:p>
        </p:txBody>
      </p:sp>
      <p:pic>
        <p:nvPicPr>
          <p:cNvPr id="100" name="Picture 99" descr=""/>
          <p:cNvPicPr/>
          <p:nvPr/>
        </p:nvPicPr>
        <p:blipFill>
          <a:blip r:embed="rId1"/>
          <a:stretch/>
        </p:blipFill>
        <p:spPr>
          <a:xfrm>
            <a:off x="1265760" y="2057400"/>
            <a:ext cx="15649560" cy="7771320"/>
          </a:xfrm>
          <a:prstGeom prst="rect">
            <a:avLst/>
          </a:prstGeom>
          <a:ln w="0">
            <a:noFill/>
          </a:ln>
        </p:spPr>
      </p:pic>
      <p:sp>
        <p:nvSpPr>
          <p:cNvPr id="101" name="TextBox 5"/>
          <p:cNvSpPr/>
          <p:nvPr/>
        </p:nvSpPr>
        <p:spPr>
          <a:xfrm>
            <a:off x="9944280" y="2514600"/>
            <a:ext cx="582804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spcBef>
                <a:spcPts val="1191"/>
              </a:spcBef>
              <a:spcAft>
                <a:spcPts val="992"/>
              </a:spcAft>
              <a:tabLst>
                <a:tab algn="l" pos="0"/>
              </a:tabLst>
            </a:pPr>
            <a:r>
              <a:rPr b="1" lang="en-US" sz="3200" spc="-1" strike="noStrike">
                <a:solidFill>
                  <a:srgbClr val="9ad3f3"/>
                </a:solidFill>
                <a:latin typeface="Open Sauce Semi-Bold"/>
                <a:ea typeface="Open Sauce Semi-Bold"/>
              </a:rPr>
              <a:t>Objects In Orbit, Cumulative</a:t>
            </a:r>
            <a:endParaRPr b="0" lang="en-US" sz="3200" spc="-1" strike="noStrike">
              <a:solidFill>
                <a:srgbClr val="ffffff"/>
              </a:solidFill>
              <a:latin typeface="Arial"/>
            </a:endParaRPr>
          </a:p>
        </p:txBody>
      </p:sp>
      <p:sp>
        <p:nvSpPr>
          <p:cNvPr id="102" name=""/>
          <p:cNvSpPr/>
          <p:nvPr/>
        </p:nvSpPr>
        <p:spPr>
          <a:xfrm>
            <a:off x="6629400" y="3886200"/>
            <a:ext cx="4572000" cy="2286000"/>
          </a:xfrm>
          <a:prstGeom prst="wedgeRoundRectCallout">
            <a:avLst>
              <a:gd name="adj1" fmla="val -30324"/>
              <a:gd name="adj2" fmla="val 158333"/>
              <a:gd name="adj3" fmla="val 16667"/>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r>
              <a:rPr b="0" lang="en-US" sz="1800" spc="-1" strike="noStrike">
                <a:solidFill>
                  <a:srgbClr val="000000"/>
                </a:solidFill>
                <a:latin typeface="Arial"/>
              </a:rPr>
              <a:t>Up to date graph needed</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pic>
        <p:nvPicPr>
          <p:cNvPr id="103" name="Picture 101" descr=""/>
          <p:cNvPicPr/>
          <p:nvPr/>
        </p:nvPicPr>
        <p:blipFill>
          <a:blip r:embed="rId1"/>
          <a:stretch/>
        </p:blipFill>
        <p:spPr>
          <a:xfrm>
            <a:off x="432000" y="2300400"/>
            <a:ext cx="17159040" cy="7540560"/>
          </a:xfrm>
          <a:prstGeom prst="rect">
            <a:avLst/>
          </a:prstGeom>
          <a:ln w="0">
            <a:noFill/>
          </a:ln>
        </p:spPr>
      </p:pic>
      <p:sp>
        <p:nvSpPr>
          <p:cNvPr id="104" name="TextBox 22"/>
          <p:cNvSpPr/>
          <p:nvPr/>
        </p:nvSpPr>
        <p:spPr>
          <a:xfrm>
            <a:off x="887040" y="731520"/>
            <a:ext cx="1428588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What’s up </a:t>
            </a:r>
            <a:r>
              <a:rPr b="1" lang="en-US" sz="9000" spc="-1" strike="noStrike">
                <a:solidFill>
                  <a:srgbClr val="ffbd00"/>
                </a:solidFill>
                <a:latin typeface="Century Gothic Paneuropean Heavy"/>
                <a:ea typeface="Century Gothic Paneuropean Heavy"/>
              </a:rPr>
              <a:t>in Orbit?</a:t>
            </a:r>
            <a:endParaRPr b="0" lang="en-US" sz="9000" spc="-1" strike="noStrike">
              <a:solidFill>
                <a:srgbClr val="ffffff"/>
              </a:solidFill>
              <a:latin typeface="Arial"/>
            </a:endParaRPr>
          </a:p>
        </p:txBody>
      </p:sp>
      <p:sp>
        <p:nvSpPr>
          <p:cNvPr id="105" name="TextBox 25"/>
          <p:cNvSpPr/>
          <p:nvPr/>
        </p:nvSpPr>
        <p:spPr>
          <a:xfrm>
            <a:off x="13471920" y="1051560"/>
            <a:ext cx="4332240" cy="975240"/>
          </a:xfrm>
          <a:prstGeom prst="rect">
            <a:avLst/>
          </a:prstGeom>
          <a:noFill/>
          <a:ln w="0">
            <a:noFill/>
          </a:ln>
        </p:spPr>
        <p:style>
          <a:lnRef idx="0"/>
          <a:fillRef idx="0"/>
          <a:effectRef idx="0"/>
          <a:fontRef idx="minor"/>
        </p:style>
        <p:txBody>
          <a:bodyPr lIns="0" rIns="0" tIns="0" bIns="0" anchor="t">
            <a:spAutoFit/>
          </a:bodyPr>
          <a:p>
            <a:pPr algn="r" defTabSz="914400">
              <a:lnSpc>
                <a:spcPts val="3841"/>
              </a:lnSpc>
              <a:tabLst>
                <a:tab algn="l" pos="0"/>
              </a:tabLst>
            </a:pPr>
            <a:r>
              <a:rPr b="1" lang="en-US" sz="3200" spc="-1" strike="noStrike">
                <a:solidFill>
                  <a:srgbClr val="9ad3f3"/>
                </a:solidFill>
                <a:latin typeface="Open Sauce Semi-Bold"/>
                <a:ea typeface="Open Sauce Semi-Bold"/>
              </a:rPr>
              <a:t>Count of Objects In Low Earth Orbit</a:t>
            </a:r>
            <a:endParaRPr b="0" lang="en-US" sz="3200" spc="-1" strike="noStrike">
              <a:solidFill>
                <a:srgbClr val="ffffff"/>
              </a:solidFill>
              <a:latin typeface="Arial"/>
            </a:endParaRPr>
          </a:p>
        </p:txBody>
      </p:sp>
      <p:pic>
        <p:nvPicPr>
          <p:cNvPr id="106" name="Picture 104" descr=""/>
          <p:cNvPicPr/>
          <p:nvPr/>
        </p:nvPicPr>
        <p:blipFill>
          <a:blip r:embed="rId2"/>
          <a:stretch/>
        </p:blipFill>
        <p:spPr>
          <a:xfrm>
            <a:off x="12032640" y="3332520"/>
            <a:ext cx="6025320" cy="4667040"/>
          </a:xfrm>
          <a:prstGeom prst="rect">
            <a:avLst/>
          </a:prstGeom>
          <a:ln w="0">
            <a:noFill/>
          </a:ln>
        </p:spPr>
      </p:pic>
      <p:pic>
        <p:nvPicPr>
          <p:cNvPr id="107" name="Picture 105" descr=""/>
          <p:cNvPicPr/>
          <p:nvPr/>
        </p:nvPicPr>
        <p:blipFill>
          <a:blip r:embed="rId3"/>
          <a:stretch/>
        </p:blipFill>
        <p:spPr>
          <a:xfrm>
            <a:off x="7086600" y="3441600"/>
            <a:ext cx="4793400" cy="4570560"/>
          </a:xfrm>
          <a:prstGeom prst="rect">
            <a:avLst/>
          </a:prstGeom>
          <a:ln w="0">
            <a:noFill/>
          </a:ln>
        </p:spPr>
      </p:pic>
      <p:sp>
        <p:nvSpPr>
          <p:cNvPr id="108" name=""/>
          <p:cNvSpPr/>
          <p:nvPr/>
        </p:nvSpPr>
        <p:spPr>
          <a:xfrm>
            <a:off x="6629760" y="5124960"/>
            <a:ext cx="4572000" cy="2286000"/>
          </a:xfrm>
          <a:prstGeom prst="wedgeRoundRectCallout">
            <a:avLst>
              <a:gd name="adj1" fmla="val -30324"/>
              <a:gd name="adj2" fmla="val 158333"/>
              <a:gd name="adj3" fmla="val 16667"/>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r>
              <a:rPr b="0" lang="en-US" sz="1800" spc="-1" strike="noStrike">
                <a:solidFill>
                  <a:srgbClr val="000000"/>
                </a:solidFill>
                <a:latin typeface="Arial"/>
              </a:rPr>
              <a:t>Up to date graph needed</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pic>
        <p:nvPicPr>
          <p:cNvPr id="109" name="Picture 106" descr=""/>
          <p:cNvPicPr/>
          <p:nvPr/>
        </p:nvPicPr>
        <p:blipFill>
          <a:blip r:embed="rId1"/>
          <a:stretch/>
        </p:blipFill>
        <p:spPr>
          <a:xfrm>
            <a:off x="349200" y="2570400"/>
            <a:ext cx="10842840" cy="7221960"/>
          </a:xfrm>
          <a:prstGeom prst="rect">
            <a:avLst/>
          </a:prstGeom>
          <a:ln w="0">
            <a:noFill/>
          </a:ln>
        </p:spPr>
      </p:pic>
      <p:sp>
        <p:nvSpPr>
          <p:cNvPr id="110" name="TextBox 32"/>
          <p:cNvSpPr/>
          <p:nvPr/>
        </p:nvSpPr>
        <p:spPr>
          <a:xfrm>
            <a:off x="13269240" y="1058400"/>
            <a:ext cx="4332240" cy="975240"/>
          </a:xfrm>
          <a:prstGeom prst="rect">
            <a:avLst/>
          </a:prstGeom>
          <a:noFill/>
          <a:ln w="0">
            <a:noFill/>
          </a:ln>
        </p:spPr>
        <p:style>
          <a:lnRef idx="0"/>
          <a:fillRef idx="0"/>
          <a:effectRef idx="0"/>
          <a:fontRef idx="minor"/>
        </p:style>
        <p:txBody>
          <a:bodyPr lIns="0" rIns="0" tIns="0" bIns="0" anchor="t">
            <a:spAutoFit/>
          </a:bodyPr>
          <a:p>
            <a:pPr algn="r" defTabSz="914400">
              <a:lnSpc>
                <a:spcPts val="3841"/>
              </a:lnSpc>
              <a:tabLst>
                <a:tab algn="l" pos="0"/>
              </a:tabLst>
            </a:pPr>
            <a:r>
              <a:rPr b="1" lang="en-US" sz="3200" spc="-1" strike="noStrike">
                <a:solidFill>
                  <a:srgbClr val="9ad3f3"/>
                </a:solidFill>
                <a:latin typeface="Open Sauce Semi-Bold"/>
                <a:ea typeface="Open Sauce Semi-Bold"/>
              </a:rPr>
              <a:t>Mass of Payloads</a:t>
            </a:r>
            <a:endParaRPr b="0" lang="en-US" sz="3200" spc="-1" strike="noStrike">
              <a:solidFill>
                <a:srgbClr val="ffffff"/>
              </a:solidFill>
              <a:latin typeface="Arial"/>
            </a:endParaRPr>
          </a:p>
          <a:p>
            <a:pPr algn="r" defTabSz="914400">
              <a:lnSpc>
                <a:spcPts val="3841"/>
              </a:lnSpc>
              <a:tabLst>
                <a:tab algn="l" pos="0"/>
              </a:tabLst>
            </a:pPr>
            <a:r>
              <a:rPr b="1" lang="en-US" sz="3200" spc="-1" strike="noStrike">
                <a:solidFill>
                  <a:srgbClr val="9ad3f3"/>
                </a:solidFill>
                <a:latin typeface="Open Sauce Semi-Bold"/>
                <a:ea typeface="Open Sauce Semi-Bold"/>
              </a:rPr>
              <a:t>in Low Earth Orbit </a:t>
            </a:r>
            <a:endParaRPr b="0" lang="en-US" sz="3200" spc="-1" strike="noStrike">
              <a:solidFill>
                <a:srgbClr val="ffffff"/>
              </a:solidFill>
              <a:latin typeface="Arial"/>
            </a:endParaRPr>
          </a:p>
        </p:txBody>
      </p:sp>
      <p:sp>
        <p:nvSpPr>
          <p:cNvPr id="111" name="TextBox 21"/>
          <p:cNvSpPr/>
          <p:nvPr/>
        </p:nvSpPr>
        <p:spPr>
          <a:xfrm>
            <a:off x="887040" y="754560"/>
            <a:ext cx="1428588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Heavy </a:t>
            </a:r>
            <a:r>
              <a:rPr b="1" lang="en-US" sz="9000" spc="-1" strike="noStrike">
                <a:solidFill>
                  <a:srgbClr val="ffbd00"/>
                </a:solidFill>
                <a:latin typeface="Century Gothic Paneuropean Heavy"/>
                <a:ea typeface="Century Gothic Paneuropean Heavy"/>
              </a:rPr>
              <a:t>Metal</a:t>
            </a:r>
            <a:endParaRPr b="0" lang="en-US" sz="9000" spc="-1" strike="noStrike">
              <a:solidFill>
                <a:srgbClr val="ffffff"/>
              </a:solidFill>
              <a:latin typeface="Arial"/>
            </a:endParaRPr>
          </a:p>
        </p:txBody>
      </p:sp>
      <p:pic>
        <p:nvPicPr>
          <p:cNvPr id="112" name="Picture 109" descr=""/>
          <p:cNvPicPr/>
          <p:nvPr/>
        </p:nvPicPr>
        <p:blipFill>
          <a:blip r:embed="rId2"/>
          <a:stretch/>
        </p:blipFill>
        <p:spPr>
          <a:xfrm>
            <a:off x="11658600" y="2435400"/>
            <a:ext cx="5942880" cy="7393680"/>
          </a:xfrm>
          <a:prstGeom prst="rect">
            <a:avLst/>
          </a:prstGeom>
          <a:ln w="0">
            <a:noFill/>
          </a:ln>
        </p:spPr>
      </p:pic>
      <p:pic>
        <p:nvPicPr>
          <p:cNvPr id="113" name="Picture 110" descr=""/>
          <p:cNvPicPr/>
          <p:nvPr/>
        </p:nvPicPr>
        <p:blipFill>
          <a:blip r:embed="rId3"/>
          <a:stretch/>
        </p:blipFill>
        <p:spPr>
          <a:xfrm>
            <a:off x="4114800" y="3797640"/>
            <a:ext cx="6628680" cy="4948200"/>
          </a:xfrm>
          <a:prstGeom prst="rect">
            <a:avLst/>
          </a:prstGeom>
          <a:ln w="0">
            <a:noFill/>
          </a:ln>
        </p:spPr>
      </p:pic>
      <p:pic>
        <p:nvPicPr>
          <p:cNvPr id="114" name="Picture 111" descr=""/>
          <p:cNvPicPr/>
          <p:nvPr/>
        </p:nvPicPr>
        <p:blipFill>
          <a:blip r:embed="rId4"/>
          <a:stretch/>
        </p:blipFill>
        <p:spPr>
          <a:xfrm>
            <a:off x="13944600" y="4283640"/>
            <a:ext cx="3885480" cy="3885480"/>
          </a:xfrm>
          <a:prstGeom prst="rect">
            <a:avLst/>
          </a:prstGeom>
          <a:ln w="0">
            <a:noFill/>
          </a:ln>
        </p:spPr>
      </p:pic>
      <p:sp>
        <p:nvSpPr>
          <p:cNvPr id="115" name=""/>
          <p:cNvSpPr/>
          <p:nvPr/>
        </p:nvSpPr>
        <p:spPr>
          <a:xfrm>
            <a:off x="6629760" y="5124960"/>
            <a:ext cx="4572000" cy="2286000"/>
          </a:xfrm>
          <a:prstGeom prst="wedgeRoundRectCallout">
            <a:avLst>
              <a:gd name="adj1" fmla="val -30324"/>
              <a:gd name="adj2" fmla="val 158333"/>
              <a:gd name="adj3" fmla="val 16667"/>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r>
              <a:rPr b="0" lang="en-US" sz="1800" spc="-1" strike="noStrike">
                <a:solidFill>
                  <a:srgbClr val="000000"/>
                </a:solidFill>
                <a:latin typeface="Arial"/>
              </a:rPr>
              <a:t>Up to date graph needed</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16" name="TextBox 23"/>
          <p:cNvSpPr/>
          <p:nvPr/>
        </p:nvSpPr>
        <p:spPr>
          <a:xfrm>
            <a:off x="887040" y="731520"/>
            <a:ext cx="14285880" cy="137160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Where are </a:t>
            </a:r>
            <a:r>
              <a:rPr b="1" lang="en-US" sz="9000" spc="-1" strike="noStrike">
                <a:solidFill>
                  <a:srgbClr val="ffbd00"/>
                </a:solidFill>
                <a:latin typeface="Century Gothic Paneuropean Heavy"/>
                <a:ea typeface="Century Gothic Paneuropean Heavy"/>
              </a:rPr>
              <a:t>they all?</a:t>
            </a:r>
            <a:endParaRPr b="0" lang="en-US" sz="9000" spc="-1" strike="noStrike">
              <a:solidFill>
                <a:srgbClr val="ffffff"/>
              </a:solidFill>
              <a:latin typeface="Arial"/>
            </a:endParaRPr>
          </a:p>
        </p:txBody>
      </p:sp>
      <p:sp>
        <p:nvSpPr>
          <p:cNvPr id="117" name="TextBox 26"/>
          <p:cNvSpPr/>
          <p:nvPr/>
        </p:nvSpPr>
        <p:spPr>
          <a:xfrm>
            <a:off x="14401800" y="2712240"/>
            <a:ext cx="1371240" cy="487800"/>
          </a:xfrm>
          <a:prstGeom prst="rect">
            <a:avLst/>
          </a:prstGeom>
          <a:noFill/>
          <a:ln w="0">
            <a:noFill/>
          </a:ln>
        </p:spPr>
        <p:style>
          <a:lnRef idx="0"/>
          <a:fillRef idx="0"/>
          <a:effectRef idx="0"/>
          <a:fontRef idx="minor"/>
        </p:style>
        <p:txBody>
          <a:bodyPr lIns="0" rIns="0" tIns="0" bIns="0" anchor="t">
            <a:spAutoFit/>
          </a:bodyPr>
          <a:p>
            <a:pPr algn="ctr" defTabSz="914400">
              <a:lnSpc>
                <a:spcPts val="3841"/>
              </a:lnSpc>
              <a:tabLst>
                <a:tab algn="l" pos="0"/>
              </a:tabLst>
            </a:pPr>
            <a:endParaRPr b="0" lang="en-US" sz="1800" spc="-1" strike="noStrike">
              <a:solidFill>
                <a:srgbClr val="ffffff"/>
              </a:solidFill>
              <a:latin typeface="Arial"/>
            </a:endParaRPr>
          </a:p>
        </p:txBody>
      </p:sp>
      <p:pic>
        <p:nvPicPr>
          <p:cNvPr id="118" name="" descr=""/>
          <p:cNvPicPr/>
          <p:nvPr/>
        </p:nvPicPr>
        <p:blipFill>
          <a:blip r:embed="rId1"/>
          <a:stretch/>
        </p:blipFill>
        <p:spPr>
          <a:xfrm>
            <a:off x="457200" y="3429000"/>
            <a:ext cx="17442720" cy="6171840"/>
          </a:xfrm>
          <a:prstGeom prst="rect">
            <a:avLst/>
          </a:prstGeom>
          <a:ln w="0">
            <a:noFill/>
          </a:ln>
        </p:spPr>
      </p:pic>
      <p:pic>
        <p:nvPicPr>
          <p:cNvPr id="119" name="" descr=""/>
          <p:cNvPicPr/>
          <p:nvPr/>
        </p:nvPicPr>
        <p:blipFill>
          <a:blip r:embed="rId2"/>
          <a:stretch/>
        </p:blipFill>
        <p:spPr>
          <a:xfrm>
            <a:off x="13258800" y="447120"/>
            <a:ext cx="4800240" cy="4485600"/>
          </a:xfrm>
          <a:prstGeom prst="rect">
            <a:avLst/>
          </a:prstGeom>
          <a:ln w="0">
            <a:noFill/>
          </a:ln>
        </p:spPr>
      </p:pic>
      <p:sp>
        <p:nvSpPr>
          <p:cNvPr id="120" name="TextBox 28"/>
          <p:cNvSpPr/>
          <p:nvPr/>
        </p:nvSpPr>
        <p:spPr>
          <a:xfrm>
            <a:off x="685800" y="2940840"/>
            <a:ext cx="9143640" cy="48780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Orbital Paths of Payloads currently in Orbit</a:t>
            </a:r>
            <a:endParaRPr b="0" lang="en-US" sz="32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21" name="TextBox 24"/>
          <p:cNvSpPr/>
          <p:nvPr/>
        </p:nvSpPr>
        <p:spPr>
          <a:xfrm>
            <a:off x="887040" y="731520"/>
            <a:ext cx="14285880" cy="137160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Crowded </a:t>
            </a:r>
            <a:r>
              <a:rPr b="1" lang="en-US" sz="9000" spc="-1" strike="noStrike">
                <a:solidFill>
                  <a:srgbClr val="ffbd00"/>
                </a:solidFill>
                <a:latin typeface="Century Gothic Paneuropean Heavy"/>
                <a:ea typeface="Century Gothic Paneuropean Heavy"/>
              </a:rPr>
              <a:t>LEO</a:t>
            </a:r>
            <a:endParaRPr b="0" lang="en-US" sz="9000" spc="-1" strike="noStrike">
              <a:solidFill>
                <a:srgbClr val="ffffff"/>
              </a:solidFill>
              <a:latin typeface="Arial"/>
            </a:endParaRPr>
          </a:p>
        </p:txBody>
      </p:sp>
      <p:sp>
        <p:nvSpPr>
          <p:cNvPr id="122" name="TextBox 27"/>
          <p:cNvSpPr/>
          <p:nvPr/>
        </p:nvSpPr>
        <p:spPr>
          <a:xfrm>
            <a:off x="14401800" y="2712240"/>
            <a:ext cx="1371240" cy="487800"/>
          </a:xfrm>
          <a:prstGeom prst="rect">
            <a:avLst/>
          </a:prstGeom>
          <a:noFill/>
          <a:ln w="0">
            <a:noFill/>
          </a:ln>
        </p:spPr>
        <p:style>
          <a:lnRef idx="0"/>
          <a:fillRef idx="0"/>
          <a:effectRef idx="0"/>
          <a:fontRef idx="minor"/>
        </p:style>
        <p:txBody>
          <a:bodyPr lIns="0" rIns="0" tIns="0" bIns="0" anchor="t">
            <a:spAutoFit/>
          </a:bodyPr>
          <a:p>
            <a:pPr>
              <a:lnSpc>
                <a:spcPct val="100000"/>
              </a:lnSpc>
            </a:pPr>
            <a:endParaRPr b="0" lang="en-US" sz="1800" spc="-1" strike="noStrike">
              <a:solidFill>
                <a:srgbClr val="ffffff"/>
              </a:solidFill>
              <a:latin typeface="Arial"/>
            </a:endParaRPr>
          </a:p>
        </p:txBody>
      </p:sp>
      <p:pic>
        <p:nvPicPr>
          <p:cNvPr id="123" name="" descr=""/>
          <p:cNvPicPr/>
          <p:nvPr/>
        </p:nvPicPr>
        <p:blipFill>
          <a:blip r:embed="rId1"/>
          <a:stretch/>
        </p:blipFill>
        <p:spPr>
          <a:xfrm>
            <a:off x="6041520" y="2514600"/>
            <a:ext cx="10417320" cy="7302240"/>
          </a:xfrm>
          <a:prstGeom prst="rect">
            <a:avLst/>
          </a:prstGeom>
          <a:ln w="0">
            <a:noFill/>
          </a:ln>
        </p:spPr>
      </p:pic>
      <p:sp>
        <p:nvSpPr>
          <p:cNvPr id="124" name="TextBox 29"/>
          <p:cNvSpPr/>
          <p:nvPr/>
        </p:nvSpPr>
        <p:spPr>
          <a:xfrm>
            <a:off x="997920" y="3657600"/>
            <a:ext cx="40309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Deep Space</a:t>
            </a:r>
            <a:endParaRPr b="0" lang="en-US" sz="3200" spc="-1" strike="noStrike">
              <a:solidFill>
                <a:srgbClr val="ffffff"/>
              </a:solidFill>
              <a:latin typeface="Arial"/>
            </a:endParaRPr>
          </a:p>
        </p:txBody>
      </p:sp>
      <p:sp>
        <p:nvSpPr>
          <p:cNvPr id="125" name="TextBox 30"/>
          <p:cNvSpPr/>
          <p:nvPr/>
        </p:nvSpPr>
        <p:spPr>
          <a:xfrm>
            <a:off x="997920" y="4339080"/>
            <a:ext cx="3868920" cy="12794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In the 1960’s, many more payloads were launched into deep space.</a:t>
            </a:r>
            <a:endParaRPr b="0" lang="en-US" sz="2400" spc="-1" strike="noStrike">
              <a:solidFill>
                <a:srgbClr val="ffffff"/>
              </a:solidFill>
              <a:latin typeface="Arial"/>
            </a:endParaRPr>
          </a:p>
        </p:txBody>
      </p:sp>
      <p:sp>
        <p:nvSpPr>
          <p:cNvPr id="126" name="TextBox 33"/>
          <p:cNvSpPr/>
          <p:nvPr/>
        </p:nvSpPr>
        <p:spPr>
          <a:xfrm>
            <a:off x="997920" y="6172200"/>
            <a:ext cx="40309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Communications</a:t>
            </a:r>
            <a:endParaRPr b="0" lang="en-US" sz="3200" spc="-1" strike="noStrike">
              <a:solidFill>
                <a:srgbClr val="ffffff"/>
              </a:solidFill>
              <a:latin typeface="Arial"/>
            </a:endParaRPr>
          </a:p>
        </p:txBody>
      </p:sp>
      <p:sp>
        <p:nvSpPr>
          <p:cNvPr id="127" name="TextBox 34"/>
          <p:cNvSpPr/>
          <p:nvPr/>
        </p:nvSpPr>
        <p:spPr>
          <a:xfrm>
            <a:off x="997920" y="6853680"/>
            <a:ext cx="3868920" cy="12794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Most modern satellites are for communications, requiring Low Earth Orbit.</a:t>
            </a:r>
            <a:endParaRPr b="0" lang="en-US" sz="2400" spc="-1" strike="noStrike">
              <a:solidFill>
                <a:srgbClr val="ffffff"/>
              </a:solidFill>
              <a:latin typeface="Arial"/>
            </a:endParaRPr>
          </a:p>
        </p:txBody>
      </p:sp>
      <p:sp>
        <p:nvSpPr>
          <p:cNvPr id="128" name=""/>
          <p:cNvSpPr/>
          <p:nvPr/>
        </p:nvSpPr>
        <p:spPr>
          <a:xfrm>
            <a:off x="6629760" y="5124960"/>
            <a:ext cx="4572000" cy="2286000"/>
          </a:xfrm>
          <a:prstGeom prst="wedgeRoundRectCallout">
            <a:avLst>
              <a:gd name="adj1" fmla="val -30324"/>
              <a:gd name="adj2" fmla="val 158333"/>
              <a:gd name="adj3" fmla="val 16667"/>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r>
              <a:rPr b="0" lang="en-US" sz="1800" spc="-1" strike="noStrike">
                <a:solidFill>
                  <a:srgbClr val="000000"/>
                </a:solidFill>
                <a:latin typeface="Arial"/>
              </a:rPr>
              <a:t>Up to date graph needed</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29" name="TextBox 31"/>
          <p:cNvSpPr/>
          <p:nvPr/>
        </p:nvSpPr>
        <p:spPr>
          <a:xfrm>
            <a:off x="887040" y="731520"/>
            <a:ext cx="1428588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Operators and </a:t>
            </a:r>
            <a:r>
              <a:rPr b="1" lang="en-US" sz="9000" spc="-1" strike="noStrike">
                <a:solidFill>
                  <a:srgbClr val="ffbd00"/>
                </a:solidFill>
                <a:latin typeface="Century Gothic Paneuropean Heavy"/>
                <a:ea typeface="Century Gothic Paneuropean Heavy"/>
              </a:rPr>
              <a:t>Origins</a:t>
            </a:r>
            <a:endParaRPr b="0" lang="en-US" sz="9000" spc="-1" strike="noStrike">
              <a:solidFill>
                <a:srgbClr val="ffffff"/>
              </a:solidFill>
              <a:latin typeface="Arial"/>
            </a:endParaRPr>
          </a:p>
        </p:txBody>
      </p:sp>
      <p:pic>
        <p:nvPicPr>
          <p:cNvPr id="130" name="" descr=""/>
          <p:cNvPicPr/>
          <p:nvPr/>
        </p:nvPicPr>
        <p:blipFill>
          <a:blip r:embed="rId1"/>
          <a:stretch/>
        </p:blipFill>
        <p:spPr>
          <a:xfrm>
            <a:off x="5257800" y="2330280"/>
            <a:ext cx="12581640" cy="7499520"/>
          </a:xfrm>
          <a:prstGeom prst="rect">
            <a:avLst/>
          </a:prstGeom>
          <a:ln w="0">
            <a:noFill/>
          </a:ln>
        </p:spPr>
      </p:pic>
      <p:sp>
        <p:nvSpPr>
          <p:cNvPr id="131" name="TextBox 35"/>
          <p:cNvSpPr/>
          <p:nvPr/>
        </p:nvSpPr>
        <p:spPr>
          <a:xfrm>
            <a:off x="914400" y="2611080"/>
            <a:ext cx="40309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Starlink</a:t>
            </a:r>
            <a:endParaRPr b="0" lang="en-US" sz="3200" spc="-1" strike="noStrike">
              <a:solidFill>
                <a:srgbClr val="ffffff"/>
              </a:solidFill>
              <a:latin typeface="Arial"/>
            </a:endParaRPr>
          </a:p>
        </p:txBody>
      </p:sp>
      <p:sp>
        <p:nvSpPr>
          <p:cNvPr id="132" name="TextBox 36"/>
          <p:cNvSpPr/>
          <p:nvPr/>
        </p:nvSpPr>
        <p:spPr>
          <a:xfrm>
            <a:off x="914400" y="3292560"/>
            <a:ext cx="3868920" cy="12794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First launch: </a:t>
            </a:r>
            <a:r>
              <a:rPr b="1" lang="en-US" sz="2400" spc="-1" strike="noStrike">
                <a:solidFill>
                  <a:srgbClr val="ffffff"/>
                </a:solidFill>
                <a:latin typeface="Open Sauce"/>
                <a:ea typeface="Open Sauce"/>
              </a:rPr>
              <a:t>2018</a:t>
            </a:r>
            <a:endParaRPr b="0" lang="en-US" sz="2400" spc="-1" strike="noStrike">
              <a:solidFill>
                <a:srgbClr val="ffffff"/>
              </a:solidFill>
              <a:latin typeface="Arial"/>
            </a:endParaRPr>
          </a:p>
          <a:p>
            <a:pPr defTabSz="914400">
              <a:lnSpc>
                <a:spcPts val="3359"/>
              </a:lnSpc>
              <a:tabLst>
                <a:tab algn="l" pos="0"/>
              </a:tabLst>
            </a:pPr>
            <a:r>
              <a:rPr b="0" lang="en-US" sz="2400" spc="-1" strike="noStrike">
                <a:solidFill>
                  <a:srgbClr val="ffffff"/>
                </a:solidFill>
                <a:latin typeface="Open Sauce"/>
                <a:ea typeface="Open Sauce"/>
              </a:rPr>
              <a:t>Total launches: </a:t>
            </a:r>
            <a:r>
              <a:rPr b="1" lang="en-US" sz="2400" spc="-1" strike="noStrike">
                <a:solidFill>
                  <a:srgbClr val="ffffff"/>
                </a:solidFill>
                <a:latin typeface="Open Sauce"/>
                <a:ea typeface="Open Sauce"/>
              </a:rPr>
              <a:t>10,413</a:t>
            </a:r>
            <a:endParaRPr b="0" lang="en-US" sz="2400" spc="-1" strike="noStrike">
              <a:solidFill>
                <a:srgbClr val="ffffff"/>
              </a:solidFill>
              <a:latin typeface="Arial"/>
            </a:endParaRPr>
          </a:p>
          <a:p>
            <a:pPr defTabSz="914400">
              <a:lnSpc>
                <a:spcPts val="3359"/>
              </a:lnSpc>
              <a:tabLst>
                <a:tab algn="l" pos="0"/>
              </a:tabLst>
            </a:pPr>
            <a:r>
              <a:rPr b="0" lang="en-US" sz="2400" spc="-1" strike="noStrike">
                <a:solidFill>
                  <a:srgbClr val="ffffff"/>
                </a:solidFill>
                <a:latin typeface="Open Sauce"/>
                <a:ea typeface="Open Sauce"/>
              </a:rPr>
              <a:t>Purpose: </a:t>
            </a:r>
            <a:r>
              <a:rPr b="1" lang="en-US" sz="2400" spc="-1" strike="noStrike">
                <a:solidFill>
                  <a:srgbClr val="ffffff"/>
                </a:solidFill>
                <a:latin typeface="Open Sauce"/>
                <a:ea typeface="Open Sauce"/>
              </a:rPr>
              <a:t>Comms</a:t>
            </a:r>
            <a:endParaRPr b="0" lang="en-US" sz="2400" spc="-1" strike="noStrike">
              <a:solidFill>
                <a:srgbClr val="ffffff"/>
              </a:solidFill>
              <a:latin typeface="Arial"/>
            </a:endParaRPr>
          </a:p>
        </p:txBody>
      </p:sp>
      <p:sp>
        <p:nvSpPr>
          <p:cNvPr id="133" name="TextBox 37"/>
          <p:cNvSpPr/>
          <p:nvPr/>
        </p:nvSpPr>
        <p:spPr>
          <a:xfrm>
            <a:off x="914400" y="5125680"/>
            <a:ext cx="40309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OneWeb</a:t>
            </a:r>
            <a:endParaRPr b="0" lang="en-US" sz="3200" spc="-1" strike="noStrike">
              <a:solidFill>
                <a:srgbClr val="ffffff"/>
              </a:solidFill>
              <a:latin typeface="Arial"/>
            </a:endParaRPr>
          </a:p>
        </p:txBody>
      </p:sp>
      <p:sp>
        <p:nvSpPr>
          <p:cNvPr id="134" name="TextBox 38"/>
          <p:cNvSpPr/>
          <p:nvPr/>
        </p:nvSpPr>
        <p:spPr>
          <a:xfrm>
            <a:off x="914400" y="5807160"/>
            <a:ext cx="3868920" cy="12794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First launch: 2019</a:t>
            </a:r>
            <a:endParaRPr b="0" lang="en-US" sz="2400" spc="-1" strike="noStrike">
              <a:solidFill>
                <a:srgbClr val="ffffff"/>
              </a:solidFill>
              <a:latin typeface="Arial"/>
            </a:endParaRPr>
          </a:p>
          <a:p>
            <a:pPr defTabSz="914400">
              <a:lnSpc>
                <a:spcPts val="3359"/>
              </a:lnSpc>
              <a:tabLst>
                <a:tab algn="l" pos="0"/>
              </a:tabLst>
            </a:pPr>
            <a:r>
              <a:rPr b="0" lang="en-US" sz="2400" spc="-1" strike="noStrike">
                <a:solidFill>
                  <a:srgbClr val="ffffff"/>
                </a:solidFill>
                <a:latin typeface="Open Sauce"/>
                <a:ea typeface="Open Sauce"/>
              </a:rPr>
              <a:t>Total launches: 656</a:t>
            </a:r>
            <a:endParaRPr b="0" lang="en-US" sz="2400" spc="-1" strike="noStrike">
              <a:solidFill>
                <a:srgbClr val="ffffff"/>
              </a:solidFill>
              <a:latin typeface="Arial"/>
            </a:endParaRPr>
          </a:p>
          <a:p>
            <a:pPr defTabSz="914400">
              <a:lnSpc>
                <a:spcPts val="3359"/>
              </a:lnSpc>
              <a:tabLst>
                <a:tab algn="l" pos="0"/>
              </a:tabLst>
            </a:pPr>
            <a:r>
              <a:rPr b="0" lang="en-US" sz="2400" spc="-1" strike="noStrike">
                <a:solidFill>
                  <a:srgbClr val="ffffff"/>
                </a:solidFill>
                <a:latin typeface="Open Sauce"/>
                <a:ea typeface="Open Sauce"/>
              </a:rPr>
              <a:t>Purpose: </a:t>
            </a:r>
            <a:r>
              <a:rPr b="1" lang="en-US" sz="2400" spc="-1" strike="noStrike">
                <a:solidFill>
                  <a:srgbClr val="ffffff"/>
                </a:solidFill>
                <a:latin typeface="Open Sauce"/>
                <a:ea typeface="Open Sauce"/>
              </a:rPr>
              <a:t>Internet</a:t>
            </a:r>
            <a:endParaRPr b="0" lang="en-US" sz="2400" spc="-1" strike="noStrike">
              <a:solidFill>
                <a:srgbClr val="ffffff"/>
              </a:solidFill>
              <a:latin typeface="Arial"/>
            </a:endParaRPr>
          </a:p>
        </p:txBody>
      </p:sp>
      <p:sp>
        <p:nvSpPr>
          <p:cNvPr id="135" name="TextBox 39"/>
          <p:cNvSpPr/>
          <p:nvPr/>
        </p:nvSpPr>
        <p:spPr>
          <a:xfrm>
            <a:off x="914400" y="7640280"/>
            <a:ext cx="40309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Flock</a:t>
            </a:r>
            <a:endParaRPr b="0" lang="en-US" sz="3200" spc="-1" strike="noStrike">
              <a:solidFill>
                <a:srgbClr val="ffffff"/>
              </a:solidFill>
              <a:latin typeface="Arial"/>
            </a:endParaRPr>
          </a:p>
        </p:txBody>
      </p:sp>
      <p:sp>
        <p:nvSpPr>
          <p:cNvPr id="136" name="TextBox 40"/>
          <p:cNvSpPr/>
          <p:nvPr/>
        </p:nvSpPr>
        <p:spPr>
          <a:xfrm>
            <a:off x="914400" y="8321760"/>
            <a:ext cx="4343400" cy="128016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First launch: </a:t>
            </a:r>
            <a:r>
              <a:rPr b="1" lang="en-US" sz="2400" spc="-1" strike="noStrike">
                <a:solidFill>
                  <a:srgbClr val="ffffff"/>
                </a:solidFill>
                <a:latin typeface="Open Sauce"/>
                <a:ea typeface="Open Sauce"/>
              </a:rPr>
              <a:t>2015</a:t>
            </a:r>
            <a:endParaRPr b="0" lang="en-US" sz="2400" spc="-1" strike="noStrike">
              <a:solidFill>
                <a:srgbClr val="ffffff"/>
              </a:solidFill>
              <a:latin typeface="Arial"/>
            </a:endParaRPr>
          </a:p>
          <a:p>
            <a:pPr defTabSz="914400">
              <a:lnSpc>
                <a:spcPts val="3359"/>
              </a:lnSpc>
              <a:tabLst>
                <a:tab algn="l" pos="0"/>
              </a:tabLst>
            </a:pPr>
            <a:r>
              <a:rPr b="0" lang="en-US" sz="2400" spc="-1" strike="noStrike">
                <a:solidFill>
                  <a:srgbClr val="ffffff"/>
                </a:solidFill>
                <a:latin typeface="Open Sauce"/>
                <a:ea typeface="Open Sauce"/>
              </a:rPr>
              <a:t>Total launches: </a:t>
            </a:r>
            <a:r>
              <a:rPr b="1" lang="en-US" sz="2400" spc="-1" strike="noStrike">
                <a:solidFill>
                  <a:srgbClr val="ffffff"/>
                </a:solidFill>
                <a:latin typeface="Open Sauce"/>
                <a:ea typeface="Open Sauce"/>
              </a:rPr>
              <a:t>548</a:t>
            </a:r>
            <a:endParaRPr b="0" lang="en-US" sz="2400" spc="-1" strike="noStrike">
              <a:solidFill>
                <a:srgbClr val="ffffff"/>
              </a:solidFill>
              <a:latin typeface="Arial"/>
            </a:endParaRPr>
          </a:p>
          <a:p>
            <a:pPr defTabSz="914400">
              <a:lnSpc>
                <a:spcPts val="3359"/>
              </a:lnSpc>
              <a:tabLst>
                <a:tab algn="l" pos="0"/>
              </a:tabLst>
            </a:pPr>
            <a:r>
              <a:rPr b="0" lang="en-US" sz="2400" spc="-1" strike="noStrike">
                <a:solidFill>
                  <a:srgbClr val="ffffff"/>
                </a:solidFill>
                <a:latin typeface="Open Sauce"/>
                <a:ea typeface="Open Sauce"/>
              </a:rPr>
              <a:t>Purpose: </a:t>
            </a:r>
            <a:r>
              <a:rPr b="1" lang="en-US" sz="2400" spc="-1" strike="noStrike">
                <a:solidFill>
                  <a:srgbClr val="ffffff"/>
                </a:solidFill>
                <a:latin typeface="Open Sauce"/>
                <a:ea typeface="Open Sauce"/>
              </a:rPr>
              <a:t>Earth Observation</a:t>
            </a:r>
            <a:endParaRPr b="0" lang="en-US"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37" name="TextBox 6"/>
          <p:cNvSpPr/>
          <p:nvPr/>
        </p:nvSpPr>
        <p:spPr>
          <a:xfrm>
            <a:off x="1028880" y="1019160"/>
            <a:ext cx="1428588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Lifespan and </a:t>
            </a:r>
            <a:r>
              <a:rPr b="1" lang="en-US" sz="9000" spc="-1" strike="noStrike">
                <a:solidFill>
                  <a:srgbClr val="ffbd00"/>
                </a:solidFill>
                <a:latin typeface="Century Gothic Paneuropean Heavy"/>
                <a:ea typeface="Century Gothic Paneuropean Heavy"/>
              </a:rPr>
              <a:t>Litter</a:t>
            </a:r>
            <a:endParaRPr b="0" lang="en-US" sz="9000" spc="-1" strike="noStrike">
              <a:solidFill>
                <a:srgbClr val="ffffff"/>
              </a:solidFill>
              <a:latin typeface="Arial"/>
            </a:endParaRPr>
          </a:p>
        </p:txBody>
      </p:sp>
      <p:sp>
        <p:nvSpPr>
          <p:cNvPr id="138" name="TextBox 8"/>
          <p:cNvSpPr/>
          <p:nvPr/>
        </p:nvSpPr>
        <p:spPr>
          <a:xfrm>
            <a:off x="5283720" y="4005360"/>
            <a:ext cx="40309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Two</a:t>
            </a:r>
            <a:endParaRPr b="0" lang="en-US" sz="3200" spc="-1" strike="noStrike">
              <a:solidFill>
                <a:srgbClr val="ffffff"/>
              </a:solidFill>
              <a:latin typeface="Arial"/>
            </a:endParaRPr>
          </a:p>
        </p:txBody>
      </p:sp>
      <p:sp>
        <p:nvSpPr>
          <p:cNvPr id="139" name="TextBox 9"/>
          <p:cNvSpPr/>
          <p:nvPr/>
        </p:nvSpPr>
        <p:spPr>
          <a:xfrm>
            <a:off x="1028880" y="6998400"/>
            <a:ext cx="38689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Three</a:t>
            </a:r>
            <a:endParaRPr b="0" lang="en-US" sz="3200" spc="-1" strike="noStrike">
              <a:solidFill>
                <a:srgbClr val="ffffff"/>
              </a:solidFill>
              <a:latin typeface="Arial"/>
            </a:endParaRPr>
          </a:p>
        </p:txBody>
      </p:sp>
      <p:sp>
        <p:nvSpPr>
          <p:cNvPr id="140" name="TextBox 10"/>
          <p:cNvSpPr/>
          <p:nvPr/>
        </p:nvSpPr>
        <p:spPr>
          <a:xfrm>
            <a:off x="5283720" y="6998400"/>
            <a:ext cx="40309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Four</a:t>
            </a:r>
            <a:endParaRPr b="0" lang="en-US" sz="3200" spc="-1" strike="noStrike">
              <a:solidFill>
                <a:srgbClr val="ffffff"/>
              </a:solidFill>
              <a:latin typeface="Arial"/>
            </a:endParaRPr>
          </a:p>
        </p:txBody>
      </p:sp>
      <p:sp>
        <p:nvSpPr>
          <p:cNvPr id="141" name="TextBox 11"/>
          <p:cNvSpPr/>
          <p:nvPr/>
        </p:nvSpPr>
        <p:spPr>
          <a:xfrm>
            <a:off x="1028880" y="4686840"/>
            <a:ext cx="386892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42" name="TextBox 12"/>
          <p:cNvSpPr/>
          <p:nvPr/>
        </p:nvSpPr>
        <p:spPr>
          <a:xfrm>
            <a:off x="5283720" y="4686840"/>
            <a:ext cx="386892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43" name="TextBox 13"/>
          <p:cNvSpPr/>
          <p:nvPr/>
        </p:nvSpPr>
        <p:spPr>
          <a:xfrm>
            <a:off x="1028880" y="7679880"/>
            <a:ext cx="397836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44" name="TextBox 14"/>
          <p:cNvSpPr/>
          <p:nvPr/>
        </p:nvSpPr>
        <p:spPr>
          <a:xfrm>
            <a:off x="5283720" y="7679880"/>
            <a:ext cx="397836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45" name="TextBox 6"/>
          <p:cNvSpPr/>
          <p:nvPr/>
        </p:nvSpPr>
        <p:spPr>
          <a:xfrm>
            <a:off x="1028880" y="1019160"/>
            <a:ext cx="1428588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Collision </a:t>
            </a:r>
            <a:r>
              <a:rPr b="1" lang="en-US" sz="9000" spc="-1" strike="noStrike">
                <a:solidFill>
                  <a:srgbClr val="ffbd00"/>
                </a:solidFill>
                <a:latin typeface="Century Gothic Paneuropean Heavy"/>
                <a:ea typeface="Century Gothic Paneuropean Heavy"/>
              </a:rPr>
              <a:t>Risk</a:t>
            </a:r>
            <a:endParaRPr b="0" lang="en-US" sz="9000" spc="-1" strike="noStrike">
              <a:solidFill>
                <a:srgbClr val="ffffff"/>
              </a:solidFill>
              <a:latin typeface="Arial"/>
            </a:endParaRPr>
          </a:p>
        </p:txBody>
      </p:sp>
      <p:sp>
        <p:nvSpPr>
          <p:cNvPr id="146" name="TextBox 7"/>
          <p:cNvSpPr/>
          <p:nvPr/>
        </p:nvSpPr>
        <p:spPr>
          <a:xfrm>
            <a:off x="1028880" y="4005360"/>
            <a:ext cx="38689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One</a:t>
            </a:r>
            <a:endParaRPr b="0" lang="en-US" sz="3200" spc="-1" strike="noStrike">
              <a:solidFill>
                <a:srgbClr val="ffffff"/>
              </a:solidFill>
              <a:latin typeface="Arial"/>
            </a:endParaRPr>
          </a:p>
        </p:txBody>
      </p:sp>
      <p:sp>
        <p:nvSpPr>
          <p:cNvPr id="147" name="TextBox 8"/>
          <p:cNvSpPr/>
          <p:nvPr/>
        </p:nvSpPr>
        <p:spPr>
          <a:xfrm>
            <a:off x="5283720" y="4005360"/>
            <a:ext cx="40309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Two</a:t>
            </a:r>
            <a:endParaRPr b="0" lang="en-US" sz="3200" spc="-1" strike="noStrike">
              <a:solidFill>
                <a:srgbClr val="ffffff"/>
              </a:solidFill>
              <a:latin typeface="Arial"/>
            </a:endParaRPr>
          </a:p>
        </p:txBody>
      </p:sp>
      <p:sp>
        <p:nvSpPr>
          <p:cNvPr id="148" name="TextBox 9"/>
          <p:cNvSpPr/>
          <p:nvPr/>
        </p:nvSpPr>
        <p:spPr>
          <a:xfrm>
            <a:off x="1028880" y="6998400"/>
            <a:ext cx="38689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Three</a:t>
            </a:r>
            <a:endParaRPr b="0" lang="en-US" sz="3200" spc="-1" strike="noStrike">
              <a:solidFill>
                <a:srgbClr val="ffffff"/>
              </a:solidFill>
              <a:latin typeface="Arial"/>
            </a:endParaRPr>
          </a:p>
        </p:txBody>
      </p:sp>
      <p:sp>
        <p:nvSpPr>
          <p:cNvPr id="149" name="TextBox 10"/>
          <p:cNvSpPr/>
          <p:nvPr/>
        </p:nvSpPr>
        <p:spPr>
          <a:xfrm>
            <a:off x="5283720" y="6998400"/>
            <a:ext cx="40309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In The News</a:t>
            </a:r>
            <a:endParaRPr b="0" lang="en-US" sz="3200" spc="-1" strike="noStrike">
              <a:solidFill>
                <a:srgbClr val="ffffff"/>
              </a:solidFill>
              <a:latin typeface="Arial"/>
            </a:endParaRPr>
          </a:p>
        </p:txBody>
      </p:sp>
      <p:sp>
        <p:nvSpPr>
          <p:cNvPr id="150" name="TextBox 11"/>
          <p:cNvSpPr/>
          <p:nvPr/>
        </p:nvSpPr>
        <p:spPr>
          <a:xfrm>
            <a:off x="1028880" y="4686840"/>
            <a:ext cx="3868920" cy="3412440"/>
          </a:xfrm>
          <a:prstGeom prst="rect">
            <a:avLst/>
          </a:prstGeom>
          <a:noFill/>
          <a:ln w="0">
            <a:noFill/>
          </a:ln>
        </p:spPr>
        <p:style>
          <a:lnRef idx="0"/>
          <a:fillRef idx="0"/>
          <a:effectRef idx="0"/>
          <a:fontRef idx="minor"/>
        </p:style>
        <p:txBody>
          <a:bodyPr lIns="0" rIns="0" tIns="0" bIns="0" anchor="t">
            <a:spAutoFit/>
          </a:bodyPr>
          <a:p>
            <a:pPr defTabSz="914400">
              <a:lnSpc>
                <a:spcPts val="3359"/>
              </a:lnSpc>
              <a:spcBef>
                <a:spcPts val="1191"/>
              </a:spcBef>
              <a:spcAft>
                <a:spcPts val="992"/>
              </a:spcAft>
              <a:tabLst>
                <a:tab algn="l" pos="0"/>
              </a:tabLst>
            </a:pPr>
            <a:r>
              <a:rPr b="0" lang="en-US" sz="2400" spc="-1" strike="noStrike">
                <a:solidFill>
                  <a:srgbClr val="ffffff"/>
                </a:solidFill>
                <a:latin typeface="Open Sauce"/>
                <a:ea typeface="Open Sauce"/>
              </a:rPr>
              <a:t>During the first four years after the first Starlink launch, the number of evasive maneuvers kept doubling every six months, reaching 25,299 in the half-year leading up to May 31, 2023</a:t>
            </a:r>
            <a:endParaRPr b="0" lang="en-US" sz="2400" spc="-1" strike="noStrike">
              <a:solidFill>
                <a:srgbClr val="ffffff"/>
              </a:solidFill>
              <a:latin typeface="Arial"/>
            </a:endParaRPr>
          </a:p>
        </p:txBody>
      </p:sp>
      <p:sp>
        <p:nvSpPr>
          <p:cNvPr id="151" name="TextBox 12"/>
          <p:cNvSpPr/>
          <p:nvPr/>
        </p:nvSpPr>
        <p:spPr>
          <a:xfrm>
            <a:off x="5283720" y="4686840"/>
            <a:ext cx="386892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52" name="TextBox 13"/>
          <p:cNvSpPr/>
          <p:nvPr/>
        </p:nvSpPr>
        <p:spPr>
          <a:xfrm>
            <a:off x="1028880" y="7679880"/>
            <a:ext cx="397836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53" name="TextBox 14"/>
          <p:cNvSpPr/>
          <p:nvPr/>
        </p:nvSpPr>
        <p:spPr>
          <a:xfrm>
            <a:off x="5283720" y="7679880"/>
            <a:ext cx="397836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54" name="TextBox 6"/>
          <p:cNvSpPr/>
          <p:nvPr/>
        </p:nvSpPr>
        <p:spPr>
          <a:xfrm>
            <a:off x="1028880" y="1019160"/>
            <a:ext cx="1428588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What is </a:t>
            </a:r>
            <a:r>
              <a:rPr b="1" lang="en-US" sz="9000" spc="-1" strike="noStrike">
                <a:solidFill>
                  <a:srgbClr val="ffbd00"/>
                </a:solidFill>
                <a:latin typeface="Century Gothic Paneuropean Heavy"/>
                <a:ea typeface="Century Gothic Paneuropean Heavy"/>
              </a:rPr>
              <a:t>at Stake?</a:t>
            </a:r>
            <a:endParaRPr b="0" lang="en-US" sz="9000" spc="-1" strike="noStrike">
              <a:solidFill>
                <a:srgbClr val="ffffff"/>
              </a:solidFill>
              <a:latin typeface="Arial"/>
            </a:endParaRPr>
          </a:p>
        </p:txBody>
      </p:sp>
      <p:sp>
        <p:nvSpPr>
          <p:cNvPr id="155" name="TextBox 7"/>
          <p:cNvSpPr/>
          <p:nvPr/>
        </p:nvSpPr>
        <p:spPr>
          <a:xfrm>
            <a:off x="1028880" y="4005360"/>
            <a:ext cx="38689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One</a:t>
            </a:r>
            <a:endParaRPr b="0" lang="en-US" sz="3200" spc="-1" strike="noStrike">
              <a:solidFill>
                <a:srgbClr val="ffffff"/>
              </a:solidFill>
              <a:latin typeface="Arial"/>
            </a:endParaRPr>
          </a:p>
        </p:txBody>
      </p:sp>
      <p:sp>
        <p:nvSpPr>
          <p:cNvPr id="156" name="TextBox 8"/>
          <p:cNvSpPr/>
          <p:nvPr/>
        </p:nvSpPr>
        <p:spPr>
          <a:xfrm>
            <a:off x="5283720" y="4005360"/>
            <a:ext cx="40309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Two</a:t>
            </a:r>
            <a:endParaRPr b="0" lang="en-US" sz="3200" spc="-1" strike="noStrike">
              <a:solidFill>
                <a:srgbClr val="ffffff"/>
              </a:solidFill>
              <a:latin typeface="Arial"/>
            </a:endParaRPr>
          </a:p>
        </p:txBody>
      </p:sp>
      <p:sp>
        <p:nvSpPr>
          <p:cNvPr id="157" name="TextBox 9"/>
          <p:cNvSpPr/>
          <p:nvPr/>
        </p:nvSpPr>
        <p:spPr>
          <a:xfrm>
            <a:off x="1028880" y="6998400"/>
            <a:ext cx="38689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Three</a:t>
            </a:r>
            <a:endParaRPr b="0" lang="en-US" sz="3200" spc="-1" strike="noStrike">
              <a:solidFill>
                <a:srgbClr val="ffffff"/>
              </a:solidFill>
              <a:latin typeface="Arial"/>
            </a:endParaRPr>
          </a:p>
        </p:txBody>
      </p:sp>
      <p:sp>
        <p:nvSpPr>
          <p:cNvPr id="158" name="TextBox 10"/>
          <p:cNvSpPr/>
          <p:nvPr/>
        </p:nvSpPr>
        <p:spPr>
          <a:xfrm>
            <a:off x="5283720" y="6998400"/>
            <a:ext cx="40309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Four</a:t>
            </a:r>
            <a:endParaRPr b="0" lang="en-US" sz="3200" spc="-1" strike="noStrike">
              <a:solidFill>
                <a:srgbClr val="ffffff"/>
              </a:solidFill>
              <a:latin typeface="Arial"/>
            </a:endParaRPr>
          </a:p>
        </p:txBody>
      </p:sp>
      <p:sp>
        <p:nvSpPr>
          <p:cNvPr id="159" name="TextBox 11"/>
          <p:cNvSpPr/>
          <p:nvPr/>
        </p:nvSpPr>
        <p:spPr>
          <a:xfrm>
            <a:off x="1028880" y="4686840"/>
            <a:ext cx="386892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60" name="TextBox 12"/>
          <p:cNvSpPr/>
          <p:nvPr/>
        </p:nvSpPr>
        <p:spPr>
          <a:xfrm>
            <a:off x="5283720" y="4686840"/>
            <a:ext cx="3868920" cy="3839040"/>
          </a:xfrm>
          <a:prstGeom prst="rect">
            <a:avLst/>
          </a:prstGeom>
          <a:noFill/>
          <a:ln w="0">
            <a:noFill/>
          </a:ln>
        </p:spPr>
        <p:style>
          <a:lnRef idx="0"/>
          <a:fillRef idx="0"/>
          <a:effectRef idx="0"/>
          <a:fontRef idx="minor"/>
        </p:style>
        <p:txBody>
          <a:bodyPr lIns="0" rIns="0" tIns="0" bIns="0" anchor="t">
            <a:spAutoFit/>
          </a:bodyPr>
          <a:p>
            <a:pPr defTabSz="914400">
              <a:lnSpc>
                <a:spcPts val="3359"/>
              </a:lnSpc>
            </a:pPr>
            <a:r>
              <a:rPr b="0" lang="en-US" sz="2400" spc="-1" strike="noStrike">
                <a:solidFill>
                  <a:srgbClr val="ffffff"/>
                </a:solidFill>
                <a:latin typeface="Open Sauce"/>
                <a:ea typeface="Open Sauce"/>
              </a:rPr>
              <a:t>Elaborate on what you want to discuss. </a:t>
            </a:r>
            <a:br>
              <a:rPr sz="2400"/>
            </a:br>
            <a:br>
              <a:rPr sz="2400"/>
            </a:br>
            <a:r>
              <a:rPr b="0" lang="en-US" sz="2400" spc="-1" strike="noStrike">
                <a:solidFill>
                  <a:srgbClr val="ffffff"/>
                </a:solidFill>
                <a:latin typeface="Open Sauce"/>
                <a:ea typeface="Open Sauce"/>
              </a:rPr>
              <a:t>https://arstechnica.com/space/2025/11/landing-postponed-for-chinese-astronauts-after-suspected-space-debris-strike/</a:t>
            </a:r>
            <a:endParaRPr b="0" lang="en-US" sz="2400" spc="-1" strike="noStrike">
              <a:solidFill>
                <a:srgbClr val="ffffff"/>
              </a:solidFill>
              <a:latin typeface="Arial"/>
            </a:endParaRPr>
          </a:p>
        </p:txBody>
      </p:sp>
      <p:sp>
        <p:nvSpPr>
          <p:cNvPr id="161" name="TextBox 13"/>
          <p:cNvSpPr/>
          <p:nvPr/>
        </p:nvSpPr>
        <p:spPr>
          <a:xfrm>
            <a:off x="1028880" y="7679880"/>
            <a:ext cx="397836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62" name="TextBox 14"/>
          <p:cNvSpPr/>
          <p:nvPr/>
        </p:nvSpPr>
        <p:spPr>
          <a:xfrm>
            <a:off x="5283720" y="7679880"/>
            <a:ext cx="397836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63" name="TextBox 1"/>
          <p:cNvSpPr/>
          <p:nvPr/>
        </p:nvSpPr>
        <p:spPr>
          <a:xfrm>
            <a:off x="10122480" y="2723400"/>
            <a:ext cx="7725600" cy="58503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GB" sz="1800" spc="-1" strike="noStrike">
                <a:solidFill>
                  <a:schemeClr val="lt1"/>
                </a:solidFill>
                <a:latin typeface="Calibri"/>
              </a:rPr>
              <a:t>1. Disruption of Communication Networks</a:t>
            </a:r>
            <a:endParaRPr b="0" lang="en-US" sz="1800" spc="-1" strike="noStrike">
              <a:solidFill>
                <a:srgbClr val="ffffff"/>
              </a:solidFill>
              <a:latin typeface="Arial"/>
            </a:endParaRPr>
          </a:p>
          <a:p>
            <a:pPr defTabSz="914400">
              <a:lnSpc>
                <a:spcPct val="100000"/>
              </a:lnSpc>
            </a:pPr>
            <a:r>
              <a:rPr b="0" lang="en-GB" sz="1800" spc="-1" strike="noStrike">
                <a:solidFill>
                  <a:schemeClr val="lt1"/>
                </a:solidFill>
                <a:latin typeface="Calibri"/>
              </a:rPr>
              <a:t>Satellites form the backbone of global communication. GPS navigation, internet services, television broadcasting, and emergency response systems all depend on them. A dense debris field could wipe out this critical infrastructure, plunging the world into a technological dark age.</a:t>
            </a:r>
            <a:endParaRPr b="0" lang="en-US" sz="1800" spc="-1" strike="noStrike">
              <a:solidFill>
                <a:srgbClr val="ffffff"/>
              </a:solidFill>
              <a:latin typeface="Arial"/>
            </a:endParaRPr>
          </a:p>
          <a:p>
            <a:pPr defTabSz="914400">
              <a:lnSpc>
                <a:spcPct val="100000"/>
              </a:lnSpc>
            </a:pPr>
            <a:r>
              <a:rPr b="1" lang="en-GB" sz="1800" spc="-1" strike="noStrike">
                <a:solidFill>
                  <a:schemeClr val="lt1"/>
                </a:solidFill>
                <a:latin typeface="Calibri"/>
              </a:rPr>
              <a:t>2. Threat to Space Exploration</a:t>
            </a:r>
            <a:endParaRPr b="0" lang="en-US" sz="1800" spc="-1" strike="noStrike">
              <a:solidFill>
                <a:srgbClr val="ffffff"/>
              </a:solidFill>
              <a:latin typeface="Arial"/>
            </a:endParaRPr>
          </a:p>
          <a:p>
            <a:pPr defTabSz="914400">
              <a:lnSpc>
                <a:spcPct val="100000"/>
              </a:lnSpc>
            </a:pPr>
            <a:r>
              <a:rPr b="0" lang="en-GB" sz="1800" spc="-1" strike="noStrike">
                <a:solidFill>
                  <a:schemeClr val="lt1"/>
                </a:solidFill>
                <a:latin typeface="Calibri"/>
              </a:rPr>
              <a:t>A debris-filled orbit would make it nearly impossible to launch spacecraft. This could halt scientific missions, including plans to explore Mars and beyond. Even vital operations like resupplying the International Space Station (ISS) could be jeopardized.</a:t>
            </a:r>
            <a:endParaRPr b="0" lang="en-US" sz="1800" spc="-1" strike="noStrike">
              <a:solidFill>
                <a:srgbClr val="ffffff"/>
              </a:solidFill>
              <a:latin typeface="Arial"/>
            </a:endParaRPr>
          </a:p>
          <a:p>
            <a:pPr defTabSz="914400">
              <a:lnSpc>
                <a:spcPct val="100000"/>
              </a:lnSpc>
            </a:pPr>
            <a:r>
              <a:rPr b="1" lang="en-GB" sz="1800" spc="-1" strike="noStrike">
                <a:solidFill>
                  <a:schemeClr val="lt1"/>
                </a:solidFill>
                <a:latin typeface="Calibri"/>
              </a:rPr>
              <a:t>3. Economic Catastrophe</a:t>
            </a:r>
            <a:endParaRPr b="0" lang="en-US" sz="1800" spc="-1" strike="noStrike">
              <a:solidFill>
                <a:srgbClr val="ffffff"/>
              </a:solidFill>
              <a:latin typeface="Arial"/>
            </a:endParaRPr>
          </a:p>
          <a:p>
            <a:pPr defTabSz="914400">
              <a:lnSpc>
                <a:spcPct val="100000"/>
              </a:lnSpc>
            </a:pPr>
            <a:r>
              <a:rPr b="0" lang="en-GB" sz="1800" spc="-1" strike="noStrike">
                <a:solidFill>
                  <a:schemeClr val="lt1"/>
                </a:solidFill>
                <a:latin typeface="Calibri"/>
              </a:rPr>
              <a:t>The global space industry, worth over </a:t>
            </a:r>
            <a:r>
              <a:rPr b="1" lang="en-GB" sz="1800" spc="-1" strike="noStrike">
                <a:solidFill>
                  <a:schemeClr val="lt1"/>
                </a:solidFill>
                <a:latin typeface="Calibri"/>
              </a:rPr>
              <a:t>$400 billion</a:t>
            </a:r>
            <a:r>
              <a:rPr b="0" lang="en-GB" sz="1800" spc="-1" strike="noStrike">
                <a:solidFill>
                  <a:schemeClr val="lt1"/>
                </a:solidFill>
                <a:latin typeface="Calibri"/>
              </a:rPr>
              <a:t>, would face devastating losses. Industries relying on satellite technology—like telecommunications, agriculture, and finance—would also suffer severe setbacks, causing a domino effect in the global economy.</a:t>
            </a:r>
            <a:endParaRPr b="0" lang="en-US" sz="1800" spc="-1" strike="noStrike">
              <a:solidFill>
                <a:srgbClr val="ffffff"/>
              </a:solidFill>
              <a:latin typeface="Arial"/>
            </a:endParaRPr>
          </a:p>
          <a:p>
            <a:pPr defTabSz="914400">
              <a:lnSpc>
                <a:spcPct val="100000"/>
              </a:lnSpc>
            </a:pPr>
            <a:r>
              <a:rPr b="1" lang="en-GB" sz="1800" spc="-1" strike="noStrike">
                <a:solidFill>
                  <a:schemeClr val="lt1"/>
                </a:solidFill>
                <a:latin typeface="Calibri"/>
              </a:rPr>
              <a:t>4. Military and National Security Risks</a:t>
            </a:r>
            <a:endParaRPr b="0" lang="en-US" sz="1800" spc="-1" strike="noStrike">
              <a:solidFill>
                <a:srgbClr val="ffffff"/>
              </a:solidFill>
              <a:latin typeface="Arial"/>
            </a:endParaRPr>
          </a:p>
          <a:p>
            <a:pPr defTabSz="914400">
              <a:lnSpc>
                <a:spcPct val="100000"/>
              </a:lnSpc>
            </a:pPr>
            <a:r>
              <a:rPr b="0" lang="en-GB" sz="1800" spc="-1" strike="noStrike">
                <a:solidFill>
                  <a:schemeClr val="lt1"/>
                </a:solidFill>
                <a:latin typeface="Calibri"/>
              </a:rPr>
              <a:t>Many nations rely on satellites for surveillance and defense. Losing these capabilities could lead to geopolitical instability and increased vulnerability to cyber or physical threats.</a:t>
            </a:r>
            <a:endParaRPr b="0" lang="en-US" sz="1800" spc="-1" strike="noStrike">
              <a:solidFill>
                <a:srgbClr val="ffffff"/>
              </a:solidFill>
              <a:latin typeface="Arial"/>
            </a:endParaRPr>
          </a:p>
          <a:p>
            <a:pPr defTabSz="914400">
              <a:lnSpc>
                <a:spcPct val="100000"/>
              </a:lnSpc>
            </a:pP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64" name="TextBox 6"/>
          <p:cNvSpPr/>
          <p:nvPr/>
        </p:nvSpPr>
        <p:spPr>
          <a:xfrm>
            <a:off x="1028880" y="1019160"/>
            <a:ext cx="1428588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Stop it </a:t>
            </a:r>
            <a:r>
              <a:rPr b="1" lang="en-US" sz="9000" spc="-1" strike="noStrike">
                <a:solidFill>
                  <a:srgbClr val="ffbd00"/>
                </a:solidFill>
                <a:latin typeface="Century Gothic Paneuropean Heavy"/>
                <a:ea typeface="Century Gothic Paneuropean Heavy"/>
              </a:rPr>
              <a:t>and Tidy up</a:t>
            </a:r>
            <a:endParaRPr b="0" lang="en-US" sz="9000" spc="-1" strike="noStrike">
              <a:solidFill>
                <a:srgbClr val="ffffff"/>
              </a:solidFill>
              <a:latin typeface="Arial"/>
            </a:endParaRPr>
          </a:p>
        </p:txBody>
      </p:sp>
      <p:sp>
        <p:nvSpPr>
          <p:cNvPr id="165" name="TextBox 7"/>
          <p:cNvSpPr/>
          <p:nvPr/>
        </p:nvSpPr>
        <p:spPr>
          <a:xfrm>
            <a:off x="1028880" y="4005360"/>
            <a:ext cx="38689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One</a:t>
            </a:r>
            <a:endParaRPr b="0" lang="en-US" sz="3200" spc="-1" strike="noStrike">
              <a:solidFill>
                <a:srgbClr val="ffffff"/>
              </a:solidFill>
              <a:latin typeface="Arial"/>
            </a:endParaRPr>
          </a:p>
        </p:txBody>
      </p:sp>
      <p:sp>
        <p:nvSpPr>
          <p:cNvPr id="166" name="TextBox 8"/>
          <p:cNvSpPr/>
          <p:nvPr/>
        </p:nvSpPr>
        <p:spPr>
          <a:xfrm>
            <a:off x="5283720" y="4005360"/>
            <a:ext cx="40309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Two</a:t>
            </a:r>
            <a:endParaRPr b="0" lang="en-US" sz="3200" spc="-1" strike="noStrike">
              <a:solidFill>
                <a:srgbClr val="ffffff"/>
              </a:solidFill>
              <a:latin typeface="Arial"/>
            </a:endParaRPr>
          </a:p>
        </p:txBody>
      </p:sp>
      <p:sp>
        <p:nvSpPr>
          <p:cNvPr id="167" name="TextBox 9"/>
          <p:cNvSpPr/>
          <p:nvPr/>
        </p:nvSpPr>
        <p:spPr>
          <a:xfrm>
            <a:off x="1028880" y="6998400"/>
            <a:ext cx="38689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Three</a:t>
            </a:r>
            <a:endParaRPr b="0" lang="en-US" sz="3200" spc="-1" strike="noStrike">
              <a:solidFill>
                <a:srgbClr val="ffffff"/>
              </a:solidFill>
              <a:latin typeface="Arial"/>
            </a:endParaRPr>
          </a:p>
        </p:txBody>
      </p:sp>
      <p:sp>
        <p:nvSpPr>
          <p:cNvPr id="168" name="TextBox 10"/>
          <p:cNvSpPr/>
          <p:nvPr/>
        </p:nvSpPr>
        <p:spPr>
          <a:xfrm>
            <a:off x="5283720" y="6998400"/>
            <a:ext cx="40309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Four</a:t>
            </a:r>
            <a:endParaRPr b="0" lang="en-US" sz="3200" spc="-1" strike="noStrike">
              <a:solidFill>
                <a:srgbClr val="ffffff"/>
              </a:solidFill>
              <a:latin typeface="Arial"/>
            </a:endParaRPr>
          </a:p>
        </p:txBody>
      </p:sp>
      <p:sp>
        <p:nvSpPr>
          <p:cNvPr id="169" name="TextBox 11"/>
          <p:cNvSpPr/>
          <p:nvPr/>
        </p:nvSpPr>
        <p:spPr>
          <a:xfrm>
            <a:off x="1028880" y="4686840"/>
            <a:ext cx="386892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70" name="TextBox 12"/>
          <p:cNvSpPr/>
          <p:nvPr/>
        </p:nvSpPr>
        <p:spPr>
          <a:xfrm>
            <a:off x="5283720" y="4686840"/>
            <a:ext cx="386892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71" name="TextBox 13"/>
          <p:cNvSpPr/>
          <p:nvPr/>
        </p:nvSpPr>
        <p:spPr>
          <a:xfrm>
            <a:off x="1028880" y="7679880"/>
            <a:ext cx="397836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72" name="TextBox 14"/>
          <p:cNvSpPr/>
          <p:nvPr/>
        </p:nvSpPr>
        <p:spPr>
          <a:xfrm>
            <a:off x="5283720" y="7679880"/>
            <a:ext cx="397836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grpSp>
        <p:nvGrpSpPr>
          <p:cNvPr id="173" name="Group 6"/>
          <p:cNvGrpSpPr/>
          <p:nvPr/>
        </p:nvGrpSpPr>
        <p:grpSpPr>
          <a:xfrm>
            <a:off x="7492320" y="3423240"/>
            <a:ext cx="2924280" cy="2924280"/>
            <a:chOff x="7492320" y="3423240"/>
            <a:chExt cx="2924280" cy="2924280"/>
          </a:xfrm>
        </p:grpSpPr>
        <p:sp>
          <p:nvSpPr>
            <p:cNvPr id="174" name="Freeform 7"/>
            <p:cNvSpPr/>
            <p:nvPr/>
          </p:nvSpPr>
          <p:spPr>
            <a:xfrm>
              <a:off x="7492320" y="3423240"/>
              <a:ext cx="2924280" cy="2924280"/>
            </a:xfrm>
            <a:custGeom>
              <a:avLst/>
              <a:gdLst>
                <a:gd name="textAreaLeft" fmla="*/ 0 w 2924280"/>
                <a:gd name="textAreaRight" fmla="*/ 2926080 w 2924280"/>
                <a:gd name="textAreaTop" fmla="*/ 0 h 2924280"/>
                <a:gd name="textAreaBottom" fmla="*/ 2926080 h 2924280"/>
              </a:gdLst>
              <a:ahLst/>
              <a:rect l="textAreaLeft" t="textAreaTop" r="textAreaRight" b="textAreaBottom"/>
              <a:pathLst>
                <a:path w="6350000" h="6349974">
                  <a:moveTo>
                    <a:pt x="6350000" y="3175025"/>
                  </a:moveTo>
                  <a:cubicBezTo>
                    <a:pt x="6350000" y="4928451"/>
                    <a:pt x="4928476" y="6349974"/>
                    <a:pt x="3175000" y="6349974"/>
                  </a:cubicBezTo>
                  <a:cubicBezTo>
                    <a:pt x="1421498" y="6349974"/>
                    <a:pt x="0" y="4928451"/>
                    <a:pt x="0" y="3175025"/>
                  </a:cubicBezTo>
                  <a:cubicBezTo>
                    <a:pt x="0" y="1421511"/>
                    <a:pt x="1421498" y="0"/>
                    <a:pt x="3175000" y="0"/>
                  </a:cubicBezTo>
                  <a:cubicBezTo>
                    <a:pt x="4928501" y="0"/>
                    <a:pt x="6350000" y="1421511"/>
                    <a:pt x="6350000" y="3175025"/>
                  </a:cubicBez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grpSp>
      <p:grpSp>
        <p:nvGrpSpPr>
          <p:cNvPr id="175" name="Group 8"/>
          <p:cNvGrpSpPr/>
          <p:nvPr/>
        </p:nvGrpSpPr>
        <p:grpSpPr>
          <a:xfrm>
            <a:off x="3193920" y="3423240"/>
            <a:ext cx="2924280" cy="2924280"/>
            <a:chOff x="3193920" y="3423240"/>
            <a:chExt cx="2924280" cy="2924280"/>
          </a:xfrm>
        </p:grpSpPr>
        <p:sp>
          <p:nvSpPr>
            <p:cNvPr id="176" name="Freeform 9"/>
            <p:cNvSpPr/>
            <p:nvPr/>
          </p:nvSpPr>
          <p:spPr>
            <a:xfrm>
              <a:off x="3193920" y="3423240"/>
              <a:ext cx="2924280" cy="2924280"/>
            </a:xfrm>
            <a:custGeom>
              <a:avLst/>
              <a:gdLst>
                <a:gd name="textAreaLeft" fmla="*/ 0 w 2924280"/>
                <a:gd name="textAreaRight" fmla="*/ 2926080 w 2924280"/>
                <a:gd name="textAreaTop" fmla="*/ 0 h 2924280"/>
                <a:gd name="textAreaBottom" fmla="*/ 2926080 h 2924280"/>
              </a:gdLst>
              <a:ahLst/>
              <a:rect l="textAreaLeft" t="textAreaTop" r="textAreaRight" b="textAreaBottom"/>
              <a:pathLst>
                <a:path w="6350000" h="6349974">
                  <a:moveTo>
                    <a:pt x="6350000" y="3175025"/>
                  </a:moveTo>
                  <a:cubicBezTo>
                    <a:pt x="6350000" y="4928451"/>
                    <a:pt x="4928476" y="6349974"/>
                    <a:pt x="3175000" y="6349974"/>
                  </a:cubicBezTo>
                  <a:cubicBezTo>
                    <a:pt x="1421498" y="6349974"/>
                    <a:pt x="0" y="4928451"/>
                    <a:pt x="0" y="3175025"/>
                  </a:cubicBezTo>
                  <a:cubicBezTo>
                    <a:pt x="0" y="1421511"/>
                    <a:pt x="1421498" y="0"/>
                    <a:pt x="3175000" y="0"/>
                  </a:cubicBezTo>
                  <a:cubicBezTo>
                    <a:pt x="4928501" y="0"/>
                    <a:pt x="6350000" y="1421511"/>
                    <a:pt x="6350000" y="3175025"/>
                  </a:cubicBezTo>
                  <a:close/>
                </a:path>
              </a:pathLst>
            </a:custGeom>
            <a:blipFill rotWithShape="0">
              <a:blip r:embed="rId2"/>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grpSp>
      <p:grpSp>
        <p:nvGrpSpPr>
          <p:cNvPr id="177" name="Group 10"/>
          <p:cNvGrpSpPr/>
          <p:nvPr/>
        </p:nvGrpSpPr>
        <p:grpSpPr>
          <a:xfrm>
            <a:off x="11790720" y="3423240"/>
            <a:ext cx="2924280" cy="2924280"/>
            <a:chOff x="11790720" y="3423240"/>
            <a:chExt cx="2924280" cy="2924280"/>
          </a:xfrm>
        </p:grpSpPr>
        <p:sp>
          <p:nvSpPr>
            <p:cNvPr id="178" name="Freeform 11"/>
            <p:cNvSpPr/>
            <p:nvPr/>
          </p:nvSpPr>
          <p:spPr>
            <a:xfrm>
              <a:off x="11790720" y="3423240"/>
              <a:ext cx="2924280" cy="2924280"/>
            </a:xfrm>
            <a:custGeom>
              <a:avLst/>
              <a:gdLst>
                <a:gd name="textAreaLeft" fmla="*/ 0 w 2924280"/>
                <a:gd name="textAreaRight" fmla="*/ 2926080 w 2924280"/>
                <a:gd name="textAreaTop" fmla="*/ 0 h 2924280"/>
                <a:gd name="textAreaBottom" fmla="*/ 2926080 h 2924280"/>
              </a:gdLst>
              <a:ahLst/>
              <a:rect l="textAreaLeft" t="textAreaTop" r="textAreaRight" b="textAreaBottom"/>
              <a:pathLst>
                <a:path w="6350000" h="6349974">
                  <a:moveTo>
                    <a:pt x="6350000" y="3175025"/>
                  </a:moveTo>
                  <a:cubicBezTo>
                    <a:pt x="6350000" y="4928451"/>
                    <a:pt x="4928476" y="6349974"/>
                    <a:pt x="3175000" y="6349974"/>
                  </a:cubicBezTo>
                  <a:cubicBezTo>
                    <a:pt x="1421498" y="6349974"/>
                    <a:pt x="0" y="4928451"/>
                    <a:pt x="0" y="3175025"/>
                  </a:cubicBezTo>
                  <a:cubicBezTo>
                    <a:pt x="0" y="1421511"/>
                    <a:pt x="1421498" y="0"/>
                    <a:pt x="3175000" y="0"/>
                  </a:cubicBezTo>
                  <a:cubicBezTo>
                    <a:pt x="4928501" y="0"/>
                    <a:pt x="6350000" y="1421511"/>
                    <a:pt x="6350000" y="3175025"/>
                  </a:cubicBezTo>
                  <a:close/>
                </a:path>
              </a:pathLst>
            </a:custGeom>
            <a:blipFill rotWithShape="0">
              <a:blip r:embed="rId3"/>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grpSp>
      <p:sp>
        <p:nvSpPr>
          <p:cNvPr id="179" name="TextBox 12"/>
          <p:cNvSpPr/>
          <p:nvPr/>
        </p:nvSpPr>
        <p:spPr>
          <a:xfrm>
            <a:off x="890280" y="1019160"/>
            <a:ext cx="16505640" cy="1371240"/>
          </a:xfrm>
          <a:prstGeom prst="rect">
            <a:avLst/>
          </a:prstGeom>
          <a:noFill/>
          <a:ln w="0">
            <a:noFill/>
          </a:ln>
        </p:spPr>
        <p:style>
          <a:lnRef idx="0"/>
          <a:fillRef idx="0"/>
          <a:effectRef idx="0"/>
          <a:fontRef idx="minor"/>
        </p:style>
        <p:txBody>
          <a:bodyPr lIns="0" rIns="0" tIns="0" bIns="0" anchor="t">
            <a:spAutoFit/>
          </a:bodyPr>
          <a:p>
            <a:pPr algn="ctr" defTabSz="914400">
              <a:lnSpc>
                <a:spcPts val="10800"/>
              </a:lnSpc>
              <a:tabLst>
                <a:tab algn="l" pos="0"/>
              </a:tabLst>
            </a:pPr>
            <a:r>
              <a:rPr b="1" lang="en-US" sz="9000" spc="-378" strike="noStrike">
                <a:solidFill>
                  <a:srgbClr val="ffffff"/>
                </a:solidFill>
                <a:latin typeface="Century Gothic Paneuropean Heavy"/>
                <a:ea typeface="Century Gothic Paneuropean Heavy"/>
              </a:rPr>
              <a:t>Key </a:t>
            </a:r>
            <a:r>
              <a:rPr b="1" lang="en-US" sz="9000" spc="-378" strike="noStrike">
                <a:solidFill>
                  <a:srgbClr val="ffbd00"/>
                </a:solidFill>
                <a:latin typeface="Century Gothic Paneuropean Heavy"/>
                <a:ea typeface="Century Gothic Paneuropean Heavy"/>
              </a:rPr>
              <a:t>figures</a:t>
            </a:r>
            <a:endParaRPr b="0" lang="en-US" sz="9000" spc="-1" strike="noStrike">
              <a:solidFill>
                <a:srgbClr val="ffffff"/>
              </a:solidFill>
              <a:latin typeface="Arial"/>
            </a:endParaRPr>
          </a:p>
        </p:txBody>
      </p:sp>
      <p:sp>
        <p:nvSpPr>
          <p:cNvPr id="180" name="TextBox 15"/>
          <p:cNvSpPr/>
          <p:nvPr/>
        </p:nvSpPr>
        <p:spPr>
          <a:xfrm>
            <a:off x="7302240" y="6819480"/>
            <a:ext cx="3304440" cy="487440"/>
          </a:xfrm>
          <a:prstGeom prst="rect">
            <a:avLst/>
          </a:prstGeom>
          <a:noFill/>
          <a:ln w="0">
            <a:noFill/>
          </a:ln>
        </p:spPr>
        <p:style>
          <a:lnRef idx="0"/>
          <a:fillRef idx="0"/>
          <a:effectRef idx="0"/>
          <a:fontRef idx="minor"/>
        </p:style>
        <p:txBody>
          <a:bodyPr lIns="0" rIns="0" tIns="0" bIns="0" anchor="t">
            <a:spAutoFit/>
          </a:bodyPr>
          <a:p>
            <a:pPr algn="ctr" defTabSz="914400">
              <a:lnSpc>
                <a:spcPts val="3841"/>
              </a:lnSpc>
              <a:tabLst>
                <a:tab algn="l" pos="0"/>
              </a:tabLst>
            </a:pPr>
            <a:r>
              <a:rPr b="1" lang="en-US" sz="3200" spc="-1" strike="noStrike">
                <a:solidFill>
                  <a:srgbClr val="9ad3f3"/>
                </a:solidFill>
                <a:latin typeface="Open Sauce Semi-Bold"/>
                <a:ea typeface="Open Sauce Semi-Bold"/>
              </a:rPr>
              <a:t>Scientist name</a:t>
            </a:r>
            <a:endParaRPr b="0" lang="en-US" sz="3200" spc="-1" strike="noStrike">
              <a:solidFill>
                <a:srgbClr val="ffffff"/>
              </a:solidFill>
              <a:latin typeface="Arial"/>
            </a:endParaRPr>
          </a:p>
        </p:txBody>
      </p:sp>
      <p:sp>
        <p:nvSpPr>
          <p:cNvPr id="181" name="TextBox 16"/>
          <p:cNvSpPr/>
          <p:nvPr/>
        </p:nvSpPr>
        <p:spPr>
          <a:xfrm>
            <a:off x="7302240" y="7610400"/>
            <a:ext cx="3304440" cy="852840"/>
          </a:xfrm>
          <a:prstGeom prst="rect">
            <a:avLst/>
          </a:prstGeom>
          <a:noFill/>
          <a:ln w="0">
            <a:noFill/>
          </a:ln>
        </p:spPr>
        <p:style>
          <a:lnRef idx="0"/>
          <a:fillRef idx="0"/>
          <a:effectRef idx="0"/>
          <a:fontRef idx="minor"/>
        </p:style>
        <p:txBody>
          <a:bodyPr lIns="0" rIns="0" tIns="0" bIns="0" anchor="t">
            <a:spAutoFit/>
          </a:bodyPr>
          <a:p>
            <a:pPr algn="ct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82" name="TextBox 17"/>
          <p:cNvSpPr/>
          <p:nvPr/>
        </p:nvSpPr>
        <p:spPr>
          <a:xfrm>
            <a:off x="3003840" y="6819480"/>
            <a:ext cx="3304440" cy="487440"/>
          </a:xfrm>
          <a:prstGeom prst="rect">
            <a:avLst/>
          </a:prstGeom>
          <a:noFill/>
          <a:ln w="0">
            <a:noFill/>
          </a:ln>
        </p:spPr>
        <p:style>
          <a:lnRef idx="0"/>
          <a:fillRef idx="0"/>
          <a:effectRef idx="0"/>
          <a:fontRef idx="minor"/>
        </p:style>
        <p:txBody>
          <a:bodyPr lIns="0" rIns="0" tIns="0" bIns="0" anchor="t">
            <a:spAutoFit/>
          </a:bodyPr>
          <a:p>
            <a:pPr algn="ctr" defTabSz="914400">
              <a:lnSpc>
                <a:spcPts val="3841"/>
              </a:lnSpc>
              <a:tabLst>
                <a:tab algn="l" pos="0"/>
              </a:tabLst>
            </a:pPr>
            <a:r>
              <a:rPr b="1" lang="en-US" sz="3200" spc="-1" strike="noStrike">
                <a:solidFill>
                  <a:srgbClr val="9ad3f3"/>
                </a:solidFill>
                <a:latin typeface="Open Sauce Semi-Bold"/>
                <a:ea typeface="Open Sauce Semi-Bold"/>
              </a:rPr>
              <a:t>Scientist name</a:t>
            </a:r>
            <a:endParaRPr b="0" lang="en-US" sz="3200" spc="-1" strike="noStrike">
              <a:solidFill>
                <a:srgbClr val="ffffff"/>
              </a:solidFill>
              <a:latin typeface="Arial"/>
            </a:endParaRPr>
          </a:p>
        </p:txBody>
      </p:sp>
      <p:sp>
        <p:nvSpPr>
          <p:cNvPr id="183" name="TextBox 18"/>
          <p:cNvSpPr/>
          <p:nvPr/>
        </p:nvSpPr>
        <p:spPr>
          <a:xfrm>
            <a:off x="3003840" y="7610400"/>
            <a:ext cx="3304440" cy="852840"/>
          </a:xfrm>
          <a:prstGeom prst="rect">
            <a:avLst/>
          </a:prstGeom>
          <a:noFill/>
          <a:ln w="0">
            <a:noFill/>
          </a:ln>
        </p:spPr>
        <p:style>
          <a:lnRef idx="0"/>
          <a:fillRef idx="0"/>
          <a:effectRef idx="0"/>
          <a:fontRef idx="minor"/>
        </p:style>
        <p:txBody>
          <a:bodyPr lIns="0" rIns="0" tIns="0" bIns="0" anchor="t">
            <a:spAutoFit/>
          </a:bodyPr>
          <a:p>
            <a:pPr algn="ct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84" name="TextBox 19"/>
          <p:cNvSpPr/>
          <p:nvPr/>
        </p:nvSpPr>
        <p:spPr>
          <a:xfrm>
            <a:off x="11600640" y="6819480"/>
            <a:ext cx="3304440" cy="487440"/>
          </a:xfrm>
          <a:prstGeom prst="rect">
            <a:avLst/>
          </a:prstGeom>
          <a:noFill/>
          <a:ln w="0">
            <a:noFill/>
          </a:ln>
        </p:spPr>
        <p:style>
          <a:lnRef idx="0"/>
          <a:fillRef idx="0"/>
          <a:effectRef idx="0"/>
          <a:fontRef idx="minor"/>
        </p:style>
        <p:txBody>
          <a:bodyPr lIns="0" rIns="0" tIns="0" bIns="0" anchor="t">
            <a:spAutoFit/>
          </a:bodyPr>
          <a:p>
            <a:pPr algn="ctr" defTabSz="914400">
              <a:lnSpc>
                <a:spcPts val="3841"/>
              </a:lnSpc>
              <a:tabLst>
                <a:tab algn="l" pos="0"/>
              </a:tabLst>
            </a:pPr>
            <a:r>
              <a:rPr b="1" lang="en-US" sz="3200" spc="-1" strike="noStrike">
                <a:solidFill>
                  <a:srgbClr val="9ad3f3"/>
                </a:solidFill>
                <a:latin typeface="Open Sauce Semi-Bold"/>
                <a:ea typeface="Open Sauce Semi-Bold"/>
              </a:rPr>
              <a:t>Scientist name</a:t>
            </a:r>
            <a:endParaRPr b="0" lang="en-US" sz="3200" spc="-1" strike="noStrike">
              <a:solidFill>
                <a:srgbClr val="ffffff"/>
              </a:solidFill>
              <a:latin typeface="Arial"/>
            </a:endParaRPr>
          </a:p>
        </p:txBody>
      </p:sp>
      <p:sp>
        <p:nvSpPr>
          <p:cNvPr id="185" name="TextBox 20"/>
          <p:cNvSpPr/>
          <p:nvPr/>
        </p:nvSpPr>
        <p:spPr>
          <a:xfrm>
            <a:off x="11600640" y="7610400"/>
            <a:ext cx="3304440" cy="852840"/>
          </a:xfrm>
          <a:prstGeom prst="rect">
            <a:avLst/>
          </a:prstGeom>
          <a:noFill/>
          <a:ln w="0">
            <a:noFill/>
          </a:ln>
        </p:spPr>
        <p:style>
          <a:lnRef idx="0"/>
          <a:fillRef idx="0"/>
          <a:effectRef idx="0"/>
          <a:fontRef idx="minor"/>
        </p:style>
        <p:txBody>
          <a:bodyPr lIns="0" rIns="0" tIns="0" bIns="0" anchor="t">
            <a:spAutoFit/>
          </a:bodyPr>
          <a:p>
            <a:pPr algn="ct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86" name="TextBox 6"/>
          <p:cNvSpPr/>
          <p:nvPr/>
        </p:nvSpPr>
        <p:spPr>
          <a:xfrm>
            <a:off x="1028880" y="1019160"/>
            <a:ext cx="1428588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In </a:t>
            </a:r>
            <a:r>
              <a:rPr b="1" lang="en-US" sz="9000" spc="-1" strike="noStrike">
                <a:solidFill>
                  <a:srgbClr val="ffbd00"/>
                </a:solidFill>
                <a:latin typeface="Century Gothic Paneuropean Heavy"/>
                <a:ea typeface="Century Gothic Paneuropean Heavy"/>
              </a:rPr>
              <a:t>Conclusion</a:t>
            </a:r>
            <a:endParaRPr b="0" lang="en-US" sz="9000" spc="-1" strike="noStrike">
              <a:solidFill>
                <a:srgbClr val="ffffff"/>
              </a:solidFill>
              <a:latin typeface="Arial"/>
            </a:endParaRPr>
          </a:p>
        </p:txBody>
      </p:sp>
      <p:sp>
        <p:nvSpPr>
          <p:cNvPr id="187" name="TextBox 7"/>
          <p:cNvSpPr/>
          <p:nvPr/>
        </p:nvSpPr>
        <p:spPr>
          <a:xfrm>
            <a:off x="1028880" y="4005360"/>
            <a:ext cx="38689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One</a:t>
            </a:r>
            <a:endParaRPr b="0" lang="en-US" sz="3200" spc="-1" strike="noStrike">
              <a:solidFill>
                <a:srgbClr val="ffffff"/>
              </a:solidFill>
              <a:latin typeface="Arial"/>
            </a:endParaRPr>
          </a:p>
        </p:txBody>
      </p:sp>
      <p:sp>
        <p:nvSpPr>
          <p:cNvPr id="188" name="TextBox 8"/>
          <p:cNvSpPr/>
          <p:nvPr/>
        </p:nvSpPr>
        <p:spPr>
          <a:xfrm>
            <a:off x="5283720" y="4005360"/>
            <a:ext cx="40309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Two</a:t>
            </a:r>
            <a:endParaRPr b="0" lang="en-US" sz="3200" spc="-1" strike="noStrike">
              <a:solidFill>
                <a:srgbClr val="ffffff"/>
              </a:solidFill>
              <a:latin typeface="Arial"/>
            </a:endParaRPr>
          </a:p>
        </p:txBody>
      </p:sp>
      <p:sp>
        <p:nvSpPr>
          <p:cNvPr id="189" name="TextBox 9"/>
          <p:cNvSpPr/>
          <p:nvPr/>
        </p:nvSpPr>
        <p:spPr>
          <a:xfrm>
            <a:off x="1028880" y="6998400"/>
            <a:ext cx="38689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Three</a:t>
            </a:r>
            <a:endParaRPr b="0" lang="en-US" sz="3200" spc="-1" strike="noStrike">
              <a:solidFill>
                <a:srgbClr val="ffffff"/>
              </a:solidFill>
              <a:latin typeface="Arial"/>
            </a:endParaRPr>
          </a:p>
        </p:txBody>
      </p:sp>
      <p:sp>
        <p:nvSpPr>
          <p:cNvPr id="190" name="TextBox 10"/>
          <p:cNvSpPr/>
          <p:nvPr/>
        </p:nvSpPr>
        <p:spPr>
          <a:xfrm>
            <a:off x="5283720" y="6998400"/>
            <a:ext cx="40309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Four</a:t>
            </a:r>
            <a:endParaRPr b="0" lang="en-US" sz="3200" spc="-1" strike="noStrike">
              <a:solidFill>
                <a:srgbClr val="ffffff"/>
              </a:solidFill>
              <a:latin typeface="Arial"/>
            </a:endParaRPr>
          </a:p>
        </p:txBody>
      </p:sp>
      <p:sp>
        <p:nvSpPr>
          <p:cNvPr id="191" name="TextBox 11"/>
          <p:cNvSpPr/>
          <p:nvPr/>
        </p:nvSpPr>
        <p:spPr>
          <a:xfrm>
            <a:off x="1028880" y="4686840"/>
            <a:ext cx="386892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92" name="TextBox 12"/>
          <p:cNvSpPr/>
          <p:nvPr/>
        </p:nvSpPr>
        <p:spPr>
          <a:xfrm>
            <a:off x="5283720" y="4686840"/>
            <a:ext cx="386892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93" name="TextBox 13"/>
          <p:cNvSpPr/>
          <p:nvPr/>
        </p:nvSpPr>
        <p:spPr>
          <a:xfrm>
            <a:off x="1028880" y="7679880"/>
            <a:ext cx="397836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94" name="TextBox 14"/>
          <p:cNvSpPr/>
          <p:nvPr/>
        </p:nvSpPr>
        <p:spPr>
          <a:xfrm>
            <a:off x="5283720" y="7679880"/>
            <a:ext cx="397836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588</TotalTime>
  <Application>LibreOffice/24.2.7.2$Linux_X86_64 LibreOffice_project/420$Build-2</Application>
  <AppVersion>15.0000</AppVersion>
  <Words>598</Words>
  <Paragraphs>85</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2006-08-16T00:00:00Z</dcterms:created>
  <dc:creator/>
  <dc:description/>
  <dc:identifier>DAG3TWXvXT0</dc:identifier>
  <dc:language>en-US</dc:language>
  <cp:lastModifiedBy/>
  <dcterms:modified xsi:type="dcterms:W3CDTF">2025-11-27T15:13:18Z</dcterms:modified>
  <cp:revision>14</cp:revision>
  <dc:subject/>
  <dc:title>From Launch to Litter: Orbital Overload</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Custom</vt:lpwstr>
  </property>
  <property fmtid="{D5CDD505-2E9C-101B-9397-08002B2CF9AE}" pid="3" name="Slides">
    <vt:i4>13</vt:i4>
  </property>
</Properties>
</file>