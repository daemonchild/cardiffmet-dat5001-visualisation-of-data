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slideLayouts/slideLayout4.xml" ContentType="application/vnd.openxmlformats-officedocument.presentationml.slideLayout+xml"/>
  <Override PartName="/ppt/theme/theme4.xml" ContentType="application/vnd.openxmlformats-officedocument.theme+xml"/>
  <Override PartName="/ppt/slideLayouts/slideLayout5.xml" ContentType="application/vnd.openxmlformats-officedocument.presentationml.slideLayout+xml"/>
  <Override PartName="/ppt/theme/theme5.xml" ContentType="application/vnd.openxmlformats-officedocument.theme+xml"/>
  <Override PartName="/ppt/slideLayouts/slideLayout6.xml" ContentType="application/vnd.openxmlformats-officedocument.presentationml.slideLayout+xml"/>
  <Override PartName="/ppt/theme/theme6.xml" ContentType="application/vnd.openxmlformats-officedocument.theme+xml"/>
  <Override PartName="/ppt/slideLayouts/slideLayout7.xml" ContentType="application/vnd.openxmlformats-officedocument.presentationml.slideLayout+xml"/>
  <Override PartName="/ppt/theme/theme7.xml" ContentType="application/vnd.openxmlformats-officedocument.theme+xml"/>
  <Override PartName="/ppt/slideLayouts/slideLayout8.xml" ContentType="application/vnd.openxmlformats-officedocument.presentationml.slideLayout+xml"/>
  <Override PartName="/ppt/theme/theme8.xml" ContentType="application/vnd.openxmlformats-officedocument.theme+xml"/>
  <Override PartName="/ppt/slideLayouts/slideLayout9.xml" ContentType="application/vnd.openxmlformats-officedocument.presentationml.slideLayout+xml"/>
  <Override PartName="/ppt/theme/theme9.xml" ContentType="application/vnd.openxmlformats-officedocument.theme+xml"/>
  <Override PartName="/ppt/slideLayouts/slideLayout10.xml" ContentType="application/vnd.openxmlformats-officedocument.presentationml.slideLayout+xml"/>
  <Override PartName="/ppt/theme/theme10.xml" ContentType="application/vnd.openxmlformats-officedocument.theme+xml"/>
  <Override PartName="/ppt/slideLayouts/slideLayout11.xml" ContentType="application/vnd.openxmlformats-officedocument.presentationml.slideLayout+xml"/>
  <Override PartName="/ppt/theme/theme11.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0" r:id="rId2"/>
    <p:sldMasterId id="2147483652" r:id="rId3"/>
    <p:sldMasterId id="2147483654" r:id="rId4"/>
    <p:sldMasterId id="2147483656" r:id="rId5"/>
    <p:sldMasterId id="2147483658" r:id="rId6"/>
    <p:sldMasterId id="2147483660" r:id="rId7"/>
    <p:sldMasterId id="2147483662" r:id="rId8"/>
    <p:sldMasterId id="2147483664" r:id="rId9"/>
    <p:sldMasterId id="2147483666" r:id="rId10"/>
    <p:sldMasterId id="2147483668" r:id="rId11"/>
  </p:sldMasterIdLst>
  <p:sldIdLst>
    <p:sldId id="256" r:id="rId12"/>
    <p:sldId id="257" r:id="rId13"/>
    <p:sldId id="258" r:id="rId14"/>
    <p:sldId id="259" r:id="rId15"/>
    <p:sldId id="260" r:id="rId16"/>
    <p:sldId id="261" r:id="rId17"/>
    <p:sldId id="262" r:id="rId18"/>
    <p:sldId id="263" r:id="rId19"/>
    <p:sldId id="264" r:id="rId20"/>
    <p:sldId id="265" r:id="rId21"/>
    <p:sldId id="266" r:id="rId22"/>
    <p:sldId id="267" r:id="rId23"/>
    <p:sldId id="268" r:id="rId24"/>
  </p:sldIdLst>
  <p:sldSz cx="18288000" cy="10287000"/>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94"/>
  </p:normalViewPr>
  <p:slideViewPr>
    <p:cSldViewPr snapToGrid="0">
      <p:cViewPr varScale="1">
        <p:scale>
          <a:sx n="80" d="100"/>
          <a:sy n="80" d="100"/>
        </p:scale>
        <p:origin x="824" y="22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8.xml"/><Relationship Id="rId13" Type="http://schemas.openxmlformats.org/officeDocument/2006/relationships/slide" Target="slides/slide2.xml"/><Relationship Id="rId18" Type="http://schemas.openxmlformats.org/officeDocument/2006/relationships/slide" Target="slides/slide7.xml"/><Relationship Id="rId26" Type="http://schemas.openxmlformats.org/officeDocument/2006/relationships/viewProps" Target="viewProps.xml"/><Relationship Id="rId3" Type="http://schemas.openxmlformats.org/officeDocument/2006/relationships/slideMaster" Target="slideMasters/slideMaster3.xml"/><Relationship Id="rId21" Type="http://schemas.openxmlformats.org/officeDocument/2006/relationships/slide" Target="slides/slide10.xml"/><Relationship Id="rId7" Type="http://schemas.openxmlformats.org/officeDocument/2006/relationships/slideMaster" Target="slideMasters/slideMaster7.xml"/><Relationship Id="rId12" Type="http://schemas.openxmlformats.org/officeDocument/2006/relationships/slide" Target="slides/slide1.xml"/><Relationship Id="rId17" Type="http://schemas.openxmlformats.org/officeDocument/2006/relationships/slide" Target="slides/slide6.xml"/><Relationship Id="rId25"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5.xml"/><Relationship Id="rId20" Type="http://schemas.openxmlformats.org/officeDocument/2006/relationships/slide" Target="slides/slide9.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Master" Target="slideMasters/slideMaster11.xml"/><Relationship Id="rId24" Type="http://schemas.openxmlformats.org/officeDocument/2006/relationships/slide" Target="slides/slide13.xml"/><Relationship Id="rId5" Type="http://schemas.openxmlformats.org/officeDocument/2006/relationships/slideMaster" Target="slideMasters/slideMaster5.xml"/><Relationship Id="rId15" Type="http://schemas.openxmlformats.org/officeDocument/2006/relationships/slide" Target="slides/slide4.xml"/><Relationship Id="rId23" Type="http://schemas.openxmlformats.org/officeDocument/2006/relationships/slide" Target="slides/slide12.xml"/><Relationship Id="rId28" Type="http://schemas.openxmlformats.org/officeDocument/2006/relationships/tableStyles" Target="tableStyles.xml"/><Relationship Id="rId10" Type="http://schemas.openxmlformats.org/officeDocument/2006/relationships/slideMaster" Target="slideMasters/slideMaster10.xml"/><Relationship Id="rId19" Type="http://schemas.openxmlformats.org/officeDocument/2006/relationships/slide" Target="slides/slide8.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 Target="slides/slide3.xml"/><Relationship Id="rId22" Type="http://schemas.openxmlformats.org/officeDocument/2006/relationships/slide" Target="slides/slide1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5" name="PlaceHolder 2"/>
          <p:cNvSpPr>
            <a:spLocks noGrp="1"/>
          </p:cNvSpPr>
          <p:nvPr>
            <p:ph type="subTitle"/>
          </p:nvPr>
        </p:nvSpPr>
        <p:spPr>
          <a:xfrm>
            <a:off x="914400" y="2406960"/>
            <a:ext cx="16458840" cy="5965920"/>
          </a:xfrm>
          <a:prstGeom prst="rect">
            <a:avLst/>
          </a:prstGeom>
          <a:noFill/>
          <a:ln w="0">
            <a:noFill/>
          </a:ln>
        </p:spPr>
        <p:txBody>
          <a:bodyPr lIns="0" tIns="0" rIns="0" bIns="0" anchor="ctr">
            <a:noAutofit/>
          </a:bodyPr>
          <a:lstStyle/>
          <a:p>
            <a:pPr indent="0" algn="ctr">
              <a:buNone/>
            </a:pPr>
            <a:endParaRPr lang="en-US" sz="3200" b="0" strike="noStrike" spc="-1">
              <a:solidFill>
                <a:srgbClr val="000000"/>
              </a:solidFill>
              <a:latin typeface="Arial"/>
            </a:endParaRPr>
          </a:p>
        </p:txBody>
      </p:sp>
      <p:sp>
        <p:nvSpPr>
          <p:cNvPr id="2" name="PlaceHolder 3"/>
          <p:cNvSpPr>
            <a:spLocks noGrp="1"/>
          </p:cNvSpPr>
          <p:nvPr>
            <p:ph type="ftr" idx="1"/>
          </p:nvPr>
        </p:nvSpPr>
        <p:spPr/>
        <p:txBody>
          <a:bodyPr/>
          <a:lstStyle/>
          <a:p>
            <a:r>
              <a:t>Footer</a:t>
            </a:r>
          </a:p>
        </p:txBody>
      </p:sp>
      <p:sp>
        <p:nvSpPr>
          <p:cNvPr id="3" name="PlaceHolder 4"/>
          <p:cNvSpPr>
            <a:spLocks noGrp="1"/>
          </p:cNvSpPr>
          <p:nvPr>
            <p:ph type="sldNum" idx="2"/>
          </p:nvPr>
        </p:nvSpPr>
        <p:spPr/>
        <p:txBody>
          <a:bodyPr/>
          <a:lstStyle/>
          <a:p>
            <a:fld id="{D1E7658D-9A02-409C-BA5A-30EDCA39745F}" type="slidenum">
              <a:t>‹#›</a:t>
            </a:fld>
            <a:endParaRPr/>
          </a:p>
        </p:txBody>
      </p:sp>
      <p:sp>
        <p:nvSpPr>
          <p:cNvPr id="6" name="PlaceHolder 5"/>
          <p:cNvSpPr>
            <a:spLocks noGrp="1"/>
          </p:cNvSpPr>
          <p:nvPr>
            <p:ph type="dt" idx="3"/>
          </p:nvPr>
        </p:nvSpPr>
        <p:spPr/>
        <p:txBody>
          <a:body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PlaceHolder 1"/>
          <p:cNvSpPr>
            <a:spLocks noGrp="1"/>
          </p:cNvSpPr>
          <p:nvPr>
            <p:ph type="ftr" idx="4"/>
          </p:nvPr>
        </p:nvSpPr>
        <p:spPr/>
        <p:txBody>
          <a:bodyPr/>
          <a:lstStyle/>
          <a:p>
            <a:r>
              <a:t>Footer</a:t>
            </a:r>
          </a:p>
        </p:txBody>
      </p:sp>
      <p:sp>
        <p:nvSpPr>
          <p:cNvPr id="3" name="PlaceHolder 2"/>
          <p:cNvSpPr>
            <a:spLocks noGrp="1"/>
          </p:cNvSpPr>
          <p:nvPr>
            <p:ph type="sldNum" idx="5"/>
          </p:nvPr>
        </p:nvSpPr>
        <p:spPr/>
        <p:txBody>
          <a:bodyPr/>
          <a:lstStyle/>
          <a:p>
            <a:fld id="{C2C73AFE-847D-4BC1-84CF-3BD8090C101F}" type="slidenum">
              <a:t>‹#›</a:t>
            </a:fld>
            <a:endParaRPr/>
          </a:p>
        </p:txBody>
      </p:sp>
      <p:sp>
        <p:nvSpPr>
          <p:cNvPr id="4" name="PlaceHolder 3"/>
          <p:cNvSpPr>
            <a:spLocks noGrp="1"/>
          </p:cNvSpPr>
          <p:nvPr>
            <p:ph type="dt" idx="6"/>
          </p:nvPr>
        </p:nvSpPr>
        <p:spPr/>
        <p:txBody>
          <a:body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PlaceHolder 1"/>
          <p:cNvSpPr>
            <a:spLocks noGrp="1"/>
          </p:cNvSpPr>
          <p:nvPr>
            <p:ph type="ftr" idx="7"/>
          </p:nvPr>
        </p:nvSpPr>
        <p:spPr/>
        <p:txBody>
          <a:bodyPr/>
          <a:lstStyle/>
          <a:p>
            <a:r>
              <a:t>Footer</a:t>
            </a:r>
          </a:p>
        </p:txBody>
      </p:sp>
      <p:sp>
        <p:nvSpPr>
          <p:cNvPr id="3" name="PlaceHolder 2"/>
          <p:cNvSpPr>
            <a:spLocks noGrp="1"/>
          </p:cNvSpPr>
          <p:nvPr>
            <p:ph type="sldNum" idx="8"/>
          </p:nvPr>
        </p:nvSpPr>
        <p:spPr/>
        <p:txBody>
          <a:bodyPr/>
          <a:lstStyle/>
          <a:p>
            <a:fld id="{F9430722-0B5F-4BFA-AE0E-61F4C0B71A6F}" type="slidenum">
              <a:t>‹#›</a:t>
            </a:fld>
            <a:endParaRPr/>
          </a:p>
        </p:txBody>
      </p:sp>
      <p:sp>
        <p:nvSpPr>
          <p:cNvPr id="4" name="PlaceHolder 3"/>
          <p:cNvSpPr>
            <a:spLocks noGrp="1"/>
          </p:cNvSpPr>
          <p:nvPr>
            <p:ph type="dt" idx="9"/>
          </p:nvPr>
        </p:nvSpPr>
        <p:spPr/>
        <p:txBody>
          <a:body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7"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18" name="PlaceHolder 2"/>
          <p:cNvSpPr>
            <a:spLocks noGrp="1"/>
          </p:cNvSpPr>
          <p:nvPr>
            <p:ph/>
          </p:nvPr>
        </p:nvSpPr>
        <p:spPr>
          <a:xfrm>
            <a:off x="914400" y="2406960"/>
            <a:ext cx="16458840" cy="596592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4" name="PlaceHolder 3"/>
          <p:cNvSpPr>
            <a:spLocks noGrp="1"/>
          </p:cNvSpPr>
          <p:nvPr>
            <p:ph type="ftr" idx="10"/>
          </p:nvPr>
        </p:nvSpPr>
        <p:spPr/>
        <p:txBody>
          <a:bodyPr/>
          <a:lstStyle/>
          <a:p>
            <a:r>
              <a:t>Footer</a:t>
            </a:r>
          </a:p>
        </p:txBody>
      </p:sp>
      <p:sp>
        <p:nvSpPr>
          <p:cNvPr id="5" name="PlaceHolder 4"/>
          <p:cNvSpPr>
            <a:spLocks noGrp="1"/>
          </p:cNvSpPr>
          <p:nvPr>
            <p:ph type="sldNum" idx="11"/>
          </p:nvPr>
        </p:nvSpPr>
        <p:spPr/>
        <p:txBody>
          <a:bodyPr/>
          <a:lstStyle/>
          <a:p>
            <a:fld id="{F2DBF1C9-A96C-419C-9D05-A78382F1C038}" type="slidenum">
              <a:t>‹#›</a:t>
            </a:fld>
            <a:endParaRPr/>
          </a:p>
        </p:txBody>
      </p:sp>
      <p:sp>
        <p:nvSpPr>
          <p:cNvPr id="6" name="PlaceHolder 5"/>
          <p:cNvSpPr>
            <a:spLocks noGrp="1"/>
          </p:cNvSpPr>
          <p:nvPr>
            <p:ph type="dt" idx="12"/>
          </p:nvPr>
        </p:nvSpPr>
        <p:spPr/>
        <p:txBody>
          <a:body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Section Header">
    <p:spTree>
      <p:nvGrpSpPr>
        <p:cNvPr id="1" name=""/>
        <p:cNvGrpSpPr/>
        <p:nvPr/>
      </p:nvGrpSpPr>
      <p:grpSpPr>
        <a:xfrm>
          <a:off x="0" y="0"/>
          <a:ext cx="0" cy="0"/>
          <a:chOff x="0" y="0"/>
          <a:chExt cx="0" cy="0"/>
        </a:xfrm>
      </p:grpSpPr>
      <p:sp>
        <p:nvSpPr>
          <p:cNvPr id="2" name="PlaceHolder 1"/>
          <p:cNvSpPr>
            <a:spLocks noGrp="1"/>
          </p:cNvSpPr>
          <p:nvPr>
            <p:ph type="ftr" idx="13"/>
          </p:nvPr>
        </p:nvSpPr>
        <p:spPr/>
        <p:txBody>
          <a:bodyPr/>
          <a:lstStyle/>
          <a:p>
            <a:r>
              <a:t>Footer</a:t>
            </a:r>
          </a:p>
        </p:txBody>
      </p:sp>
      <p:sp>
        <p:nvSpPr>
          <p:cNvPr id="3" name="PlaceHolder 2"/>
          <p:cNvSpPr>
            <a:spLocks noGrp="1"/>
          </p:cNvSpPr>
          <p:nvPr>
            <p:ph type="sldNum" idx="14"/>
          </p:nvPr>
        </p:nvSpPr>
        <p:spPr/>
        <p:txBody>
          <a:bodyPr/>
          <a:lstStyle/>
          <a:p>
            <a:fld id="{6EC88047-A1D5-4DDC-9439-518E9CA130C3}" type="slidenum">
              <a:t>‹#›</a:t>
            </a:fld>
            <a:endParaRPr/>
          </a:p>
        </p:txBody>
      </p:sp>
      <p:sp>
        <p:nvSpPr>
          <p:cNvPr id="4" name="PlaceHolder 3"/>
          <p:cNvSpPr>
            <a:spLocks noGrp="1"/>
          </p:cNvSpPr>
          <p:nvPr>
            <p:ph type="dt" idx="15"/>
          </p:nvPr>
        </p:nvSpPr>
        <p:spPr/>
        <p:txBody>
          <a:body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8"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29" name="PlaceHolder 2"/>
          <p:cNvSpPr>
            <a:spLocks noGrp="1"/>
          </p:cNvSpPr>
          <p:nvPr>
            <p:ph/>
          </p:nvPr>
        </p:nvSpPr>
        <p:spPr>
          <a:xfrm>
            <a:off x="914400" y="2406960"/>
            <a:ext cx="8031600" cy="596592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30" name="PlaceHolder 3"/>
          <p:cNvSpPr>
            <a:spLocks noGrp="1"/>
          </p:cNvSpPr>
          <p:nvPr>
            <p:ph/>
          </p:nvPr>
        </p:nvSpPr>
        <p:spPr>
          <a:xfrm>
            <a:off x="9348120" y="2406960"/>
            <a:ext cx="8031600" cy="596592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5" name="PlaceHolder 4"/>
          <p:cNvSpPr>
            <a:spLocks noGrp="1"/>
          </p:cNvSpPr>
          <p:nvPr>
            <p:ph type="ftr" idx="16"/>
          </p:nvPr>
        </p:nvSpPr>
        <p:spPr/>
        <p:txBody>
          <a:bodyPr/>
          <a:lstStyle/>
          <a:p>
            <a:r>
              <a:t>Footer</a:t>
            </a:r>
          </a:p>
        </p:txBody>
      </p:sp>
      <p:sp>
        <p:nvSpPr>
          <p:cNvPr id="6" name="PlaceHolder 5"/>
          <p:cNvSpPr>
            <a:spLocks noGrp="1"/>
          </p:cNvSpPr>
          <p:nvPr>
            <p:ph type="sldNum" idx="17"/>
          </p:nvPr>
        </p:nvSpPr>
        <p:spPr/>
        <p:txBody>
          <a:bodyPr/>
          <a:lstStyle/>
          <a:p>
            <a:fld id="{3733C06E-9E98-4DF8-919C-4EEC5C1AABF0}" type="slidenum">
              <a:t>‹#›</a:t>
            </a:fld>
            <a:endParaRPr/>
          </a:p>
        </p:txBody>
      </p:sp>
      <p:sp>
        <p:nvSpPr>
          <p:cNvPr id="7" name="PlaceHolder 6"/>
          <p:cNvSpPr>
            <a:spLocks noGrp="1"/>
          </p:cNvSpPr>
          <p:nvPr>
            <p:ph type="dt" idx="18"/>
          </p:nvPr>
        </p:nvSpPr>
        <p:spPr/>
        <p:txBody>
          <a:body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Comparison">
    <p:spTree>
      <p:nvGrpSpPr>
        <p:cNvPr id="1" name=""/>
        <p:cNvGrpSpPr/>
        <p:nvPr/>
      </p:nvGrpSpPr>
      <p:grpSpPr>
        <a:xfrm>
          <a:off x="0" y="0"/>
          <a:ext cx="0" cy="0"/>
          <a:chOff x="0" y="0"/>
          <a:chExt cx="0" cy="0"/>
        </a:xfrm>
      </p:grpSpPr>
      <p:sp>
        <p:nvSpPr>
          <p:cNvPr id="2" name="PlaceHolder 1"/>
          <p:cNvSpPr>
            <a:spLocks noGrp="1"/>
          </p:cNvSpPr>
          <p:nvPr>
            <p:ph type="ftr" idx="19"/>
          </p:nvPr>
        </p:nvSpPr>
        <p:spPr/>
        <p:txBody>
          <a:bodyPr/>
          <a:lstStyle/>
          <a:p>
            <a:r>
              <a:t>Footer</a:t>
            </a:r>
          </a:p>
        </p:txBody>
      </p:sp>
      <p:sp>
        <p:nvSpPr>
          <p:cNvPr id="3" name="PlaceHolder 2"/>
          <p:cNvSpPr>
            <a:spLocks noGrp="1"/>
          </p:cNvSpPr>
          <p:nvPr>
            <p:ph type="sldNum" idx="20"/>
          </p:nvPr>
        </p:nvSpPr>
        <p:spPr/>
        <p:txBody>
          <a:bodyPr/>
          <a:lstStyle/>
          <a:p>
            <a:fld id="{EEA4F0DD-57FC-4CA8-A30C-D98975B4CEC8}" type="slidenum">
              <a:t>‹#›</a:t>
            </a:fld>
            <a:endParaRPr/>
          </a:p>
        </p:txBody>
      </p:sp>
      <p:sp>
        <p:nvSpPr>
          <p:cNvPr id="4" name="PlaceHolder 3"/>
          <p:cNvSpPr>
            <a:spLocks noGrp="1"/>
          </p:cNvSpPr>
          <p:nvPr>
            <p:ph type="dt" idx="21"/>
          </p:nvPr>
        </p:nvSpPr>
        <p:spPr/>
        <p:txBody>
          <a:body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8"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3" name="PlaceHolder 2"/>
          <p:cNvSpPr>
            <a:spLocks noGrp="1"/>
          </p:cNvSpPr>
          <p:nvPr>
            <p:ph type="ftr" idx="22"/>
          </p:nvPr>
        </p:nvSpPr>
        <p:spPr/>
        <p:txBody>
          <a:bodyPr/>
          <a:lstStyle/>
          <a:p>
            <a:r>
              <a:t>Footer</a:t>
            </a:r>
          </a:p>
        </p:txBody>
      </p:sp>
      <p:sp>
        <p:nvSpPr>
          <p:cNvPr id="4" name="PlaceHolder 3"/>
          <p:cNvSpPr>
            <a:spLocks noGrp="1"/>
          </p:cNvSpPr>
          <p:nvPr>
            <p:ph type="sldNum" idx="23"/>
          </p:nvPr>
        </p:nvSpPr>
        <p:spPr/>
        <p:txBody>
          <a:bodyPr/>
          <a:lstStyle/>
          <a:p>
            <a:fld id="{31809C2F-4CAD-41A0-BDC5-BB25A1B2698F}" type="slidenum">
              <a:t>‹#›</a:t>
            </a:fld>
            <a:endParaRPr/>
          </a:p>
        </p:txBody>
      </p:sp>
      <p:sp>
        <p:nvSpPr>
          <p:cNvPr id="5" name="PlaceHolder 4"/>
          <p:cNvSpPr>
            <a:spLocks noGrp="1"/>
          </p:cNvSpPr>
          <p:nvPr>
            <p:ph type="dt" idx="24"/>
          </p:nvPr>
        </p:nvSpPr>
        <p:spPr/>
        <p:txBody>
          <a:body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PlaceHolder 1"/>
          <p:cNvSpPr>
            <a:spLocks noGrp="1"/>
          </p:cNvSpPr>
          <p:nvPr>
            <p:ph type="ftr" idx="25"/>
          </p:nvPr>
        </p:nvSpPr>
        <p:spPr/>
        <p:txBody>
          <a:bodyPr/>
          <a:lstStyle/>
          <a:p>
            <a:r>
              <a:t>Footer</a:t>
            </a:r>
          </a:p>
        </p:txBody>
      </p:sp>
      <p:sp>
        <p:nvSpPr>
          <p:cNvPr id="3" name="PlaceHolder 2"/>
          <p:cNvSpPr>
            <a:spLocks noGrp="1"/>
          </p:cNvSpPr>
          <p:nvPr>
            <p:ph type="sldNum" idx="26"/>
          </p:nvPr>
        </p:nvSpPr>
        <p:spPr/>
        <p:txBody>
          <a:bodyPr/>
          <a:lstStyle/>
          <a:p>
            <a:fld id="{A558D0D6-D9E3-4153-8EF8-E352EAB48D0B}" type="slidenum">
              <a:t>‹#›</a:t>
            </a:fld>
            <a:endParaRPr/>
          </a:p>
        </p:txBody>
      </p:sp>
      <p:sp>
        <p:nvSpPr>
          <p:cNvPr id="4" name="PlaceHolder 3"/>
          <p:cNvSpPr>
            <a:spLocks noGrp="1"/>
          </p:cNvSpPr>
          <p:nvPr>
            <p:ph type="dt" idx="27"/>
          </p:nvPr>
        </p:nvSpPr>
        <p:spPr/>
        <p:txBody>
          <a:body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Content with Caption">
    <p:spTree>
      <p:nvGrpSpPr>
        <p:cNvPr id="1" name=""/>
        <p:cNvGrpSpPr/>
        <p:nvPr/>
      </p:nvGrpSpPr>
      <p:grpSpPr>
        <a:xfrm>
          <a:off x="0" y="0"/>
          <a:ext cx="0" cy="0"/>
          <a:chOff x="0" y="0"/>
          <a:chExt cx="0" cy="0"/>
        </a:xfrm>
      </p:grpSpPr>
      <p:sp>
        <p:nvSpPr>
          <p:cNvPr id="2" name="PlaceHolder 1"/>
          <p:cNvSpPr>
            <a:spLocks noGrp="1"/>
          </p:cNvSpPr>
          <p:nvPr>
            <p:ph type="ftr" idx="28"/>
          </p:nvPr>
        </p:nvSpPr>
        <p:spPr/>
        <p:txBody>
          <a:bodyPr/>
          <a:lstStyle/>
          <a:p>
            <a:r>
              <a:t>Footer</a:t>
            </a:r>
          </a:p>
        </p:txBody>
      </p:sp>
      <p:sp>
        <p:nvSpPr>
          <p:cNvPr id="3" name="PlaceHolder 2"/>
          <p:cNvSpPr>
            <a:spLocks noGrp="1"/>
          </p:cNvSpPr>
          <p:nvPr>
            <p:ph type="sldNum" idx="29"/>
          </p:nvPr>
        </p:nvSpPr>
        <p:spPr/>
        <p:txBody>
          <a:bodyPr/>
          <a:lstStyle/>
          <a:p>
            <a:fld id="{0C53B22A-A2D0-41C2-8542-064AD17AAA5F}" type="slidenum">
              <a:t>‹#›</a:t>
            </a:fld>
            <a:endParaRPr/>
          </a:p>
        </p:txBody>
      </p:sp>
      <p:sp>
        <p:nvSpPr>
          <p:cNvPr id="4" name="PlaceHolder 3"/>
          <p:cNvSpPr>
            <a:spLocks noGrp="1"/>
          </p:cNvSpPr>
          <p:nvPr>
            <p:ph type="dt" idx="30"/>
          </p:nvPr>
        </p:nvSpPr>
        <p:spPr/>
        <p:txBody>
          <a:body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Picture with Caption">
    <p:spTree>
      <p:nvGrpSpPr>
        <p:cNvPr id="1" name=""/>
        <p:cNvGrpSpPr/>
        <p:nvPr/>
      </p:nvGrpSpPr>
      <p:grpSpPr>
        <a:xfrm>
          <a:off x="0" y="0"/>
          <a:ext cx="0" cy="0"/>
          <a:chOff x="0" y="0"/>
          <a:chExt cx="0" cy="0"/>
        </a:xfrm>
      </p:grpSpPr>
      <p:sp>
        <p:nvSpPr>
          <p:cNvPr id="2" name="PlaceHolder 1"/>
          <p:cNvSpPr>
            <a:spLocks noGrp="1"/>
          </p:cNvSpPr>
          <p:nvPr>
            <p:ph type="ftr" idx="31"/>
          </p:nvPr>
        </p:nvSpPr>
        <p:spPr/>
        <p:txBody>
          <a:bodyPr/>
          <a:lstStyle/>
          <a:p>
            <a:r>
              <a:t>Footer</a:t>
            </a:r>
          </a:p>
        </p:txBody>
      </p:sp>
      <p:sp>
        <p:nvSpPr>
          <p:cNvPr id="3" name="PlaceHolder 2"/>
          <p:cNvSpPr>
            <a:spLocks noGrp="1"/>
          </p:cNvSpPr>
          <p:nvPr>
            <p:ph type="sldNum" idx="32"/>
          </p:nvPr>
        </p:nvSpPr>
        <p:spPr/>
        <p:txBody>
          <a:bodyPr/>
          <a:lstStyle/>
          <a:p>
            <a:fld id="{5E76999A-14AE-4F4A-BFCF-2FC1A0D58938}" type="slidenum">
              <a:t>‹#›</a:t>
            </a:fld>
            <a:endParaRPr/>
          </a:p>
        </p:txBody>
      </p:sp>
      <p:sp>
        <p:nvSpPr>
          <p:cNvPr id="4" name="PlaceHolder 3"/>
          <p:cNvSpPr>
            <a:spLocks noGrp="1"/>
          </p:cNvSpPr>
          <p:nvPr>
            <p:ph type="dt" idx="33"/>
          </p:nvPr>
        </p:nvSpPr>
        <p:spPr/>
        <p:txBody>
          <a:body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3.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4.xml"/></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5.xml"/></Relationships>
</file>

<file path=ppt/slideMasters/_rels/slideMaster6.xml.rels><?xml version="1.0" encoding="UTF-8" standalone="yes"?>
<Relationships xmlns="http://schemas.openxmlformats.org/package/2006/relationships"><Relationship Id="rId2" Type="http://schemas.openxmlformats.org/officeDocument/2006/relationships/theme" Target="../theme/theme6.xml"/><Relationship Id="rId1" Type="http://schemas.openxmlformats.org/officeDocument/2006/relationships/slideLayout" Target="../slideLayouts/slideLayout6.xml"/></Relationships>
</file>

<file path=ppt/slideMasters/_rels/slideMaster7.xml.rels><?xml version="1.0" encoding="UTF-8" standalone="yes"?>
<Relationships xmlns="http://schemas.openxmlformats.org/package/2006/relationships"><Relationship Id="rId2" Type="http://schemas.openxmlformats.org/officeDocument/2006/relationships/theme" Target="../theme/theme7.xml"/><Relationship Id="rId1" Type="http://schemas.openxmlformats.org/officeDocument/2006/relationships/slideLayout" Target="../slideLayouts/slideLayout7.xml"/></Relationships>
</file>

<file path=ppt/slideMasters/_rels/slideMaster8.xml.rels><?xml version="1.0" encoding="UTF-8" standalone="yes"?>
<Relationships xmlns="http://schemas.openxmlformats.org/package/2006/relationships"><Relationship Id="rId2" Type="http://schemas.openxmlformats.org/officeDocument/2006/relationships/theme" Target="../theme/theme8.xml"/><Relationship Id="rId1" Type="http://schemas.openxmlformats.org/officeDocument/2006/relationships/slideLayout" Target="../slideLayouts/slideLayout8.xml"/></Relationships>
</file>

<file path=ppt/slideMasters/_rels/slideMaster9.xml.rels><?xml version="1.0" encoding="UTF-8" standalone="yes"?>
<Relationships xmlns="http://schemas.openxmlformats.org/package/2006/relationships"><Relationship Id="rId2" Type="http://schemas.openxmlformats.org/officeDocument/2006/relationships/theme" Target="../theme/theme9.xml"/><Relationship Id="rId1" Type="http://schemas.openxmlformats.org/officeDocument/2006/relationships/slideLayout" Target="../slideLayouts/slideLayout9.xml"/></Relationships>
</file>

<file path=ppt/slideMasters/_rels/slideMaster10.xml.rels><?xml version="1.0" encoding="UTF-8" standalone="yes"?>
<Relationships xmlns="http://schemas.openxmlformats.org/package/2006/relationships"><Relationship Id="rId2" Type="http://schemas.openxmlformats.org/officeDocument/2006/relationships/theme" Target="../theme/theme10.xml"/><Relationship Id="rId1" Type="http://schemas.openxmlformats.org/officeDocument/2006/relationships/slideLayout" Target="../slideLayouts/slideLayout10.xml"/></Relationships>
</file>

<file path=ppt/slideMasters/_rels/slideMaster11.xml.rels><?xml version="1.0" encoding="UTF-8" standalone="yes"?>
<Relationships xmlns="http://schemas.openxmlformats.org/package/2006/relationships"><Relationship Id="rId2" Type="http://schemas.openxmlformats.org/officeDocument/2006/relationships/theme" Target="../theme/theme11.xml"/><Relationship Id="rId1"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PlaceHolder 1"/>
          <p:cNvSpPr>
            <a:spLocks noGrp="1"/>
          </p:cNvSpPr>
          <p:nvPr>
            <p:ph type="title"/>
          </p:nvPr>
        </p:nvSpPr>
        <p:spPr>
          <a:xfrm>
            <a:off x="914400" y="410400"/>
            <a:ext cx="16458480" cy="1717200"/>
          </a:xfrm>
          <a:prstGeom prst="rect">
            <a:avLst/>
          </a:prstGeom>
          <a:noFill/>
          <a:ln w="0">
            <a:noFill/>
          </a:ln>
        </p:spPr>
        <p:txBody>
          <a:bodyPr lIns="0" tIns="0" rIns="0" bIns="0" anchor="ctr">
            <a:noAutofit/>
          </a:bodyPr>
          <a:lstStyle/>
          <a:p>
            <a:pPr indent="0">
              <a:buNone/>
            </a:pPr>
            <a:r>
              <a:rPr lang="en-US" sz="1800" b="0" strike="noStrike" spc="-1">
                <a:solidFill>
                  <a:srgbClr val="000000"/>
                </a:solidFill>
                <a:latin typeface="Arial"/>
              </a:rPr>
              <a:t>Click to edit the title text format</a:t>
            </a:r>
          </a:p>
        </p:txBody>
      </p:sp>
      <p:sp>
        <p:nvSpPr>
          <p:cNvPr id="5" name="PlaceHolder 2"/>
          <p:cNvSpPr>
            <a:spLocks noGrp="1"/>
          </p:cNvSpPr>
          <p:nvPr>
            <p:ph type="ftr" idx="1"/>
          </p:nvPr>
        </p:nvSpPr>
        <p:spPr>
          <a:xfrm>
            <a:off x="3124080" y="6356520"/>
            <a:ext cx="2894400" cy="36396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strike="noStrike" spc="-1">
                <a:solidFill>
                  <a:srgbClr val="000000"/>
                </a:solidFill>
                <a:latin typeface="Times New Roman"/>
              </a:defRPr>
            </a:lvl1pPr>
          </a:lstStyle>
          <a:p>
            <a:pPr indent="0" algn="ctr">
              <a:lnSpc>
                <a:spcPct val="100000"/>
              </a:lnSpc>
              <a:buNone/>
              <a:tabLst>
                <a:tab pos="0" algn="l"/>
              </a:tabLst>
            </a:pPr>
            <a:r>
              <a:rPr lang="en-US" sz="1400" b="0" strike="noStrike" spc="-1">
                <a:solidFill>
                  <a:srgbClr val="000000"/>
                </a:solidFill>
                <a:latin typeface="Times New Roman"/>
              </a:rPr>
              <a:t> </a:t>
            </a:r>
          </a:p>
        </p:txBody>
      </p:sp>
      <p:sp>
        <p:nvSpPr>
          <p:cNvPr id="2" name="PlaceHolder 3"/>
          <p:cNvSpPr>
            <a:spLocks noGrp="1"/>
          </p:cNvSpPr>
          <p:nvPr>
            <p:ph type="sldNum" idx="2"/>
          </p:nvPr>
        </p:nvSpPr>
        <p:spPr>
          <a:xfrm>
            <a:off x="6553080" y="6356520"/>
            <a:ext cx="2132640" cy="36396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1200" b="0" strike="noStrike" spc="-1">
                <a:solidFill>
                  <a:schemeClr val="dk1">
                    <a:tint val="75000"/>
                  </a:schemeClr>
                </a:solidFill>
                <a:latin typeface="Calibri"/>
              </a:defRPr>
            </a:lvl1pPr>
          </a:lstStyle>
          <a:p>
            <a:pPr indent="0" algn="r" defTabSz="914400">
              <a:lnSpc>
                <a:spcPct val="100000"/>
              </a:lnSpc>
              <a:buNone/>
              <a:tabLst>
                <a:tab pos="0" algn="l"/>
              </a:tabLst>
            </a:pPr>
            <a:fld id="{49D1D644-8353-4925-AFD5-6BC0B1BFC0FA}" type="slidenum">
              <a:rPr lang="en-US" sz="1200" b="0" strike="noStrike" spc="-1">
                <a:solidFill>
                  <a:schemeClr val="dk1">
                    <a:tint val="75000"/>
                  </a:schemeClr>
                </a:solidFill>
                <a:latin typeface="Calibri"/>
              </a:rPr>
              <a:t>‹#›</a:t>
            </a:fld>
            <a:endParaRPr lang="en-US" sz="1200" b="0" strike="noStrike" spc="-1">
              <a:solidFill>
                <a:srgbClr val="000000"/>
              </a:solidFill>
              <a:latin typeface="Times New Roman"/>
            </a:endParaRPr>
          </a:p>
        </p:txBody>
      </p:sp>
      <p:sp>
        <p:nvSpPr>
          <p:cNvPr id="3" name="PlaceHolder 4"/>
          <p:cNvSpPr>
            <a:spLocks noGrp="1"/>
          </p:cNvSpPr>
          <p:nvPr>
            <p:ph type="dt" idx="3"/>
          </p:nvPr>
        </p:nvSpPr>
        <p:spPr>
          <a:xfrm>
            <a:off x="457200" y="6356520"/>
            <a:ext cx="2132640" cy="363960"/>
          </a:xfrm>
          <a:prstGeom prst="rect">
            <a:avLst/>
          </a:prstGeom>
          <a:noFill/>
          <a:ln w="0">
            <a:noFill/>
          </a:ln>
        </p:spPr>
        <p:txBody>
          <a:bodyPr lIns="91440" tIns="45720" rIns="91440" bIns="45720" anchor="ctr">
            <a:noAutofit/>
          </a:bodyPr>
          <a:lstStyle>
            <a:lvl1pPr indent="0">
              <a:buNone/>
              <a:defRPr lang="en-US" sz="1400" b="0" strike="noStrike" spc="-1">
                <a:solidFill>
                  <a:srgbClr val="000000"/>
                </a:solidFill>
                <a:latin typeface="Times New Roman"/>
              </a:defRPr>
            </a:lvl1pPr>
          </a:lstStyle>
          <a:p>
            <a:pPr indent="0">
              <a:buNone/>
            </a:pPr>
            <a:r>
              <a:rPr lang="en-US" sz="1400" b="0" strike="noStrike" spc="-1">
                <a:solidFill>
                  <a:srgbClr val="000000"/>
                </a:solidFill>
                <a:latin typeface="Times New Roman"/>
              </a:rPr>
              <a:t> </a:t>
            </a: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PlaceHolder 1"/>
          <p:cNvSpPr>
            <a:spLocks noGrp="1"/>
          </p:cNvSpPr>
          <p:nvPr>
            <p:ph type="ftr" idx="4"/>
          </p:nvPr>
        </p:nvSpPr>
        <p:spPr>
          <a:xfrm>
            <a:off x="3124080" y="6356520"/>
            <a:ext cx="2894400" cy="36396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strike="noStrike" spc="-1">
                <a:solidFill>
                  <a:srgbClr val="000000"/>
                </a:solidFill>
                <a:latin typeface="Times New Roman"/>
              </a:defRPr>
            </a:lvl1pPr>
          </a:lstStyle>
          <a:p>
            <a:pPr indent="0" algn="ctr">
              <a:lnSpc>
                <a:spcPct val="100000"/>
              </a:lnSpc>
              <a:buNone/>
              <a:tabLst>
                <a:tab pos="0" algn="l"/>
              </a:tabLst>
            </a:pPr>
            <a:r>
              <a:rPr lang="en-US" sz="1400" b="0" strike="noStrike" spc="-1">
                <a:solidFill>
                  <a:srgbClr val="000000"/>
                </a:solidFill>
                <a:latin typeface="Times New Roman"/>
              </a:rPr>
              <a:t>&lt;footer&gt;</a:t>
            </a:r>
          </a:p>
        </p:txBody>
      </p:sp>
      <p:sp>
        <p:nvSpPr>
          <p:cNvPr id="7" name="PlaceHolder 2"/>
          <p:cNvSpPr>
            <a:spLocks noGrp="1"/>
          </p:cNvSpPr>
          <p:nvPr>
            <p:ph type="sldNum" idx="5"/>
          </p:nvPr>
        </p:nvSpPr>
        <p:spPr>
          <a:xfrm>
            <a:off x="6553080" y="6356520"/>
            <a:ext cx="2132640" cy="36396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1200" b="0" strike="noStrike" spc="-1">
                <a:solidFill>
                  <a:schemeClr val="dk1">
                    <a:tint val="75000"/>
                  </a:schemeClr>
                </a:solidFill>
                <a:latin typeface="Calibri"/>
              </a:defRPr>
            </a:lvl1pPr>
          </a:lstStyle>
          <a:p>
            <a:pPr indent="0" algn="r" defTabSz="914400">
              <a:lnSpc>
                <a:spcPct val="100000"/>
              </a:lnSpc>
              <a:buNone/>
              <a:tabLst>
                <a:tab pos="0" algn="l"/>
              </a:tabLst>
            </a:pPr>
            <a:fld id="{8D98F6BC-0621-44E1-85DB-452AEDDDE922}" type="slidenum">
              <a:rPr lang="en-US" sz="1200" b="0" strike="noStrike" spc="-1">
                <a:solidFill>
                  <a:schemeClr val="dk1">
                    <a:tint val="75000"/>
                  </a:schemeClr>
                </a:solidFill>
                <a:latin typeface="Calibri"/>
              </a:rPr>
              <a:t>‹#›</a:t>
            </a:fld>
            <a:endParaRPr lang="en-US" sz="1200" b="0" strike="noStrike" spc="-1">
              <a:solidFill>
                <a:srgbClr val="000000"/>
              </a:solidFill>
              <a:latin typeface="Times New Roman"/>
            </a:endParaRPr>
          </a:p>
        </p:txBody>
      </p:sp>
      <p:sp>
        <p:nvSpPr>
          <p:cNvPr id="8" name="PlaceHolder 3"/>
          <p:cNvSpPr>
            <a:spLocks noGrp="1"/>
          </p:cNvSpPr>
          <p:nvPr>
            <p:ph type="dt" idx="6"/>
          </p:nvPr>
        </p:nvSpPr>
        <p:spPr>
          <a:xfrm>
            <a:off x="457200" y="6356520"/>
            <a:ext cx="2132640" cy="363960"/>
          </a:xfrm>
          <a:prstGeom prst="rect">
            <a:avLst/>
          </a:prstGeom>
          <a:noFill/>
          <a:ln w="0">
            <a:noFill/>
          </a:ln>
        </p:spPr>
        <p:txBody>
          <a:bodyPr lIns="91440" tIns="45720" rIns="91440" bIns="45720" anchor="ctr">
            <a:noAutofit/>
          </a:bodyPr>
          <a:lstStyle>
            <a:lvl1pPr indent="0">
              <a:buNone/>
              <a:defRPr lang="en-US" sz="1400" b="0" strike="noStrike" spc="-1">
                <a:solidFill>
                  <a:srgbClr val="000000"/>
                </a:solidFill>
                <a:latin typeface="Times New Roman"/>
              </a:defRPr>
            </a:lvl1pPr>
          </a:lstStyle>
          <a:p>
            <a:pPr indent="0">
              <a:buNone/>
            </a:pPr>
            <a:r>
              <a:rPr lang="en-US" sz="1400" b="0" strike="noStrike" spc="-1">
                <a:solidFill>
                  <a:srgbClr val="000000"/>
                </a:solidFill>
                <a:latin typeface="Times New Roman"/>
              </a:rPr>
              <a:t>&lt;date/time&gt;</a:t>
            </a:r>
          </a:p>
        </p:txBody>
      </p:sp>
    </p:spTree>
  </p:cSld>
  <p:clrMap bg1="lt1" tx1="dk1" bg2="lt2" tx2="dk2" accent1="accent1" accent2="accent2" accent3="accent3" accent4="accent4" accent5="accent5" accent6="accent6" hlink="hlink" folHlink="folHlink"/>
  <p:sldLayoutIdLst>
    <p:sldLayoutId id="214748365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PlaceHolder 1"/>
          <p:cNvSpPr>
            <a:spLocks noGrp="1"/>
          </p:cNvSpPr>
          <p:nvPr>
            <p:ph type="ftr" idx="7"/>
          </p:nvPr>
        </p:nvSpPr>
        <p:spPr>
          <a:xfrm>
            <a:off x="3124080" y="6356520"/>
            <a:ext cx="2894400" cy="36396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strike="noStrike" spc="-1">
                <a:solidFill>
                  <a:srgbClr val="000000"/>
                </a:solidFill>
                <a:latin typeface="Times New Roman"/>
              </a:defRPr>
            </a:lvl1pPr>
          </a:lstStyle>
          <a:p>
            <a:pPr indent="0" algn="ctr">
              <a:lnSpc>
                <a:spcPct val="100000"/>
              </a:lnSpc>
              <a:buNone/>
              <a:tabLst>
                <a:tab pos="0" algn="l"/>
              </a:tabLst>
            </a:pPr>
            <a:r>
              <a:rPr lang="en-US" sz="1400" b="0" strike="noStrike" spc="-1">
                <a:solidFill>
                  <a:srgbClr val="000000"/>
                </a:solidFill>
                <a:latin typeface="Times New Roman"/>
              </a:rPr>
              <a:t>&lt;footer&gt;</a:t>
            </a:r>
          </a:p>
        </p:txBody>
      </p:sp>
      <p:sp>
        <p:nvSpPr>
          <p:cNvPr id="10" name="PlaceHolder 2"/>
          <p:cNvSpPr>
            <a:spLocks noGrp="1"/>
          </p:cNvSpPr>
          <p:nvPr>
            <p:ph type="sldNum" idx="8"/>
          </p:nvPr>
        </p:nvSpPr>
        <p:spPr>
          <a:xfrm>
            <a:off x="6553080" y="6356520"/>
            <a:ext cx="2132640" cy="36396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1200" b="0" strike="noStrike" spc="-1">
                <a:solidFill>
                  <a:schemeClr val="dk1">
                    <a:tint val="75000"/>
                  </a:schemeClr>
                </a:solidFill>
                <a:latin typeface="Calibri"/>
              </a:defRPr>
            </a:lvl1pPr>
          </a:lstStyle>
          <a:p>
            <a:pPr indent="0" algn="r" defTabSz="914400">
              <a:lnSpc>
                <a:spcPct val="100000"/>
              </a:lnSpc>
              <a:buNone/>
              <a:tabLst>
                <a:tab pos="0" algn="l"/>
              </a:tabLst>
            </a:pPr>
            <a:fld id="{FEFF85C8-DF78-4E4F-AFFF-EB977ECF6247}" type="slidenum">
              <a:rPr lang="en-US" sz="1200" b="0" strike="noStrike" spc="-1">
                <a:solidFill>
                  <a:schemeClr val="dk1">
                    <a:tint val="75000"/>
                  </a:schemeClr>
                </a:solidFill>
                <a:latin typeface="Calibri"/>
              </a:rPr>
              <a:t>‹#›</a:t>
            </a:fld>
            <a:endParaRPr lang="en-US" sz="1200" b="0" strike="noStrike" spc="-1">
              <a:solidFill>
                <a:srgbClr val="000000"/>
              </a:solidFill>
              <a:latin typeface="Times New Roman"/>
            </a:endParaRPr>
          </a:p>
        </p:txBody>
      </p:sp>
      <p:sp>
        <p:nvSpPr>
          <p:cNvPr id="11" name="PlaceHolder 3"/>
          <p:cNvSpPr>
            <a:spLocks noGrp="1"/>
          </p:cNvSpPr>
          <p:nvPr>
            <p:ph type="dt" idx="9"/>
          </p:nvPr>
        </p:nvSpPr>
        <p:spPr>
          <a:xfrm>
            <a:off x="457200" y="6356520"/>
            <a:ext cx="2132640" cy="363960"/>
          </a:xfrm>
          <a:prstGeom prst="rect">
            <a:avLst/>
          </a:prstGeom>
          <a:noFill/>
          <a:ln w="0">
            <a:noFill/>
          </a:ln>
        </p:spPr>
        <p:txBody>
          <a:bodyPr lIns="91440" tIns="45720" rIns="91440" bIns="45720" anchor="ctr">
            <a:noAutofit/>
          </a:bodyPr>
          <a:lstStyle>
            <a:lvl1pPr indent="0">
              <a:buNone/>
              <a:defRPr lang="en-US" sz="1400" b="0" strike="noStrike" spc="-1">
                <a:solidFill>
                  <a:srgbClr val="000000"/>
                </a:solidFill>
                <a:latin typeface="Times New Roman"/>
              </a:defRPr>
            </a:lvl1pPr>
          </a:lstStyle>
          <a:p>
            <a:pPr indent="0">
              <a:buNone/>
            </a:pPr>
            <a:r>
              <a:rPr lang="en-US" sz="1400" b="0" strike="noStrike" spc="-1">
                <a:solidFill>
                  <a:srgbClr val="000000"/>
                </a:solidFill>
                <a:latin typeface="Times New Roman"/>
              </a:rPr>
              <a:t>&lt;date/time&gt;</a:t>
            </a:r>
          </a:p>
        </p:txBody>
      </p:sp>
    </p:spTree>
  </p:cSld>
  <p:clrMap bg1="lt1" tx1="dk1" bg2="lt2" tx2="dk2" accent1="accent1" accent2="accent2" accent3="accent3" accent4="accent4" accent5="accent5" accent6="accent6" hlink="hlink" folHlink="folHlink"/>
  <p:sldLayoutIdLst>
    <p:sldLayoutId id="214748365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PlaceHolder 1"/>
          <p:cNvSpPr>
            <a:spLocks noGrp="1"/>
          </p:cNvSpPr>
          <p:nvPr>
            <p:ph type="title"/>
          </p:nvPr>
        </p:nvSpPr>
        <p:spPr>
          <a:xfrm>
            <a:off x="914400" y="410400"/>
            <a:ext cx="16458480" cy="1717200"/>
          </a:xfrm>
          <a:prstGeom prst="rect">
            <a:avLst/>
          </a:prstGeom>
          <a:noFill/>
          <a:ln w="0">
            <a:noFill/>
          </a:ln>
        </p:spPr>
        <p:txBody>
          <a:bodyPr lIns="0" tIns="0" rIns="0" bIns="0" anchor="ctr">
            <a:noAutofit/>
          </a:bodyPr>
          <a:lstStyle/>
          <a:p>
            <a:pPr indent="0">
              <a:buNone/>
            </a:pPr>
            <a:r>
              <a:rPr lang="en-US" sz="1800" b="0" strike="noStrike" spc="-1">
                <a:solidFill>
                  <a:srgbClr val="000000"/>
                </a:solidFill>
                <a:latin typeface="Arial"/>
              </a:rPr>
              <a:t>Click to edit the title text format</a:t>
            </a:r>
          </a:p>
        </p:txBody>
      </p:sp>
      <p:sp>
        <p:nvSpPr>
          <p:cNvPr id="13" name="PlaceHolder 2"/>
          <p:cNvSpPr>
            <a:spLocks noGrp="1"/>
          </p:cNvSpPr>
          <p:nvPr>
            <p:ph type="body"/>
          </p:nvPr>
        </p:nvSpPr>
        <p:spPr>
          <a:xfrm>
            <a:off x="914400" y="2406960"/>
            <a:ext cx="16458480" cy="59655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18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US" sz="1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US" sz="18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US" sz="18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US" sz="18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US" sz="18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US" sz="1800" b="0" strike="noStrike" spc="-1">
                <a:solidFill>
                  <a:srgbClr val="000000"/>
                </a:solidFill>
                <a:latin typeface="Arial"/>
              </a:rPr>
              <a:t>Seventh Outline Level</a:t>
            </a:r>
          </a:p>
        </p:txBody>
      </p:sp>
      <p:sp>
        <p:nvSpPr>
          <p:cNvPr id="14" name="PlaceHolder 3"/>
          <p:cNvSpPr>
            <a:spLocks noGrp="1"/>
          </p:cNvSpPr>
          <p:nvPr>
            <p:ph type="ftr" idx="10"/>
          </p:nvPr>
        </p:nvSpPr>
        <p:spPr>
          <a:xfrm>
            <a:off x="3124080" y="6356520"/>
            <a:ext cx="2894400" cy="36396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strike="noStrike" spc="-1">
                <a:solidFill>
                  <a:srgbClr val="000000"/>
                </a:solidFill>
                <a:latin typeface="Times New Roman"/>
              </a:defRPr>
            </a:lvl1pPr>
          </a:lstStyle>
          <a:p>
            <a:pPr indent="0" algn="ctr">
              <a:lnSpc>
                <a:spcPct val="100000"/>
              </a:lnSpc>
              <a:buNone/>
              <a:tabLst>
                <a:tab pos="0" algn="l"/>
              </a:tabLst>
            </a:pPr>
            <a:r>
              <a:rPr lang="en-US" sz="1400" b="0" strike="noStrike" spc="-1">
                <a:solidFill>
                  <a:srgbClr val="000000"/>
                </a:solidFill>
                <a:latin typeface="Times New Roman"/>
              </a:rPr>
              <a:t>&lt;footer&gt;</a:t>
            </a:r>
          </a:p>
        </p:txBody>
      </p:sp>
      <p:sp>
        <p:nvSpPr>
          <p:cNvPr id="15" name="PlaceHolder 4"/>
          <p:cNvSpPr>
            <a:spLocks noGrp="1"/>
          </p:cNvSpPr>
          <p:nvPr>
            <p:ph type="sldNum" idx="11"/>
          </p:nvPr>
        </p:nvSpPr>
        <p:spPr>
          <a:xfrm>
            <a:off x="6553080" y="6356520"/>
            <a:ext cx="2132640" cy="36396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1200" b="0" strike="noStrike" spc="-1">
                <a:solidFill>
                  <a:schemeClr val="dk1">
                    <a:tint val="75000"/>
                  </a:schemeClr>
                </a:solidFill>
                <a:latin typeface="Calibri"/>
              </a:defRPr>
            </a:lvl1pPr>
          </a:lstStyle>
          <a:p>
            <a:pPr indent="0" algn="r" defTabSz="914400">
              <a:lnSpc>
                <a:spcPct val="100000"/>
              </a:lnSpc>
              <a:buNone/>
              <a:tabLst>
                <a:tab pos="0" algn="l"/>
              </a:tabLst>
            </a:pPr>
            <a:fld id="{B63F7A0F-34FB-415B-82B2-F23C30A878FE}" type="slidenum">
              <a:rPr lang="en-US" sz="1200" b="0" strike="noStrike" spc="-1">
                <a:solidFill>
                  <a:schemeClr val="dk1">
                    <a:tint val="75000"/>
                  </a:schemeClr>
                </a:solidFill>
                <a:latin typeface="Calibri"/>
              </a:rPr>
              <a:t>‹#›</a:t>
            </a:fld>
            <a:endParaRPr lang="en-US" sz="1200" b="0" strike="noStrike" spc="-1">
              <a:solidFill>
                <a:srgbClr val="000000"/>
              </a:solidFill>
              <a:latin typeface="Times New Roman"/>
            </a:endParaRPr>
          </a:p>
        </p:txBody>
      </p:sp>
      <p:sp>
        <p:nvSpPr>
          <p:cNvPr id="16" name="PlaceHolder 5"/>
          <p:cNvSpPr>
            <a:spLocks noGrp="1"/>
          </p:cNvSpPr>
          <p:nvPr>
            <p:ph type="dt" idx="12"/>
          </p:nvPr>
        </p:nvSpPr>
        <p:spPr>
          <a:xfrm>
            <a:off x="457200" y="6356520"/>
            <a:ext cx="2132640" cy="363960"/>
          </a:xfrm>
          <a:prstGeom prst="rect">
            <a:avLst/>
          </a:prstGeom>
          <a:noFill/>
          <a:ln w="0">
            <a:noFill/>
          </a:ln>
        </p:spPr>
        <p:txBody>
          <a:bodyPr lIns="91440" tIns="45720" rIns="91440" bIns="45720" anchor="ctr">
            <a:noAutofit/>
          </a:bodyPr>
          <a:lstStyle>
            <a:lvl1pPr indent="0">
              <a:buNone/>
              <a:defRPr lang="en-US" sz="1400" b="0" strike="noStrike" spc="-1">
                <a:solidFill>
                  <a:srgbClr val="000000"/>
                </a:solidFill>
                <a:latin typeface="Times New Roman"/>
              </a:defRPr>
            </a:lvl1pPr>
          </a:lstStyle>
          <a:p>
            <a:pPr indent="0">
              <a:buNone/>
            </a:pPr>
            <a:r>
              <a:rPr lang="en-US" sz="1400" b="0" strike="noStrike" spc="-1">
                <a:solidFill>
                  <a:srgbClr val="000000"/>
                </a:solidFill>
                <a:latin typeface="Times New Roman"/>
              </a:rPr>
              <a:t>&lt;date/time&gt;</a:t>
            </a:r>
          </a:p>
        </p:txBody>
      </p:sp>
    </p:spTree>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 name="PlaceHolder 1"/>
          <p:cNvSpPr>
            <a:spLocks noGrp="1"/>
          </p:cNvSpPr>
          <p:nvPr>
            <p:ph type="ftr" idx="13"/>
          </p:nvPr>
        </p:nvSpPr>
        <p:spPr>
          <a:xfrm>
            <a:off x="3124080" y="6356520"/>
            <a:ext cx="2894400" cy="36396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strike="noStrike" spc="-1">
                <a:solidFill>
                  <a:srgbClr val="000000"/>
                </a:solidFill>
                <a:latin typeface="Times New Roman"/>
              </a:defRPr>
            </a:lvl1pPr>
          </a:lstStyle>
          <a:p>
            <a:pPr indent="0" algn="ctr">
              <a:lnSpc>
                <a:spcPct val="100000"/>
              </a:lnSpc>
              <a:buNone/>
              <a:tabLst>
                <a:tab pos="0" algn="l"/>
              </a:tabLst>
            </a:pPr>
            <a:r>
              <a:rPr lang="en-US" sz="1400" b="0" strike="noStrike" spc="-1">
                <a:solidFill>
                  <a:srgbClr val="000000"/>
                </a:solidFill>
                <a:latin typeface="Times New Roman"/>
              </a:rPr>
              <a:t>&lt;footer&gt;</a:t>
            </a:r>
          </a:p>
        </p:txBody>
      </p:sp>
      <p:sp>
        <p:nvSpPr>
          <p:cNvPr id="20" name="PlaceHolder 2"/>
          <p:cNvSpPr>
            <a:spLocks noGrp="1"/>
          </p:cNvSpPr>
          <p:nvPr>
            <p:ph type="sldNum" idx="14"/>
          </p:nvPr>
        </p:nvSpPr>
        <p:spPr>
          <a:xfrm>
            <a:off x="6553080" y="6356520"/>
            <a:ext cx="2132640" cy="36396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1200" b="0" strike="noStrike" spc="-1">
                <a:solidFill>
                  <a:schemeClr val="dk1">
                    <a:tint val="75000"/>
                  </a:schemeClr>
                </a:solidFill>
                <a:latin typeface="Calibri"/>
              </a:defRPr>
            </a:lvl1pPr>
          </a:lstStyle>
          <a:p>
            <a:pPr indent="0" algn="r" defTabSz="914400">
              <a:lnSpc>
                <a:spcPct val="100000"/>
              </a:lnSpc>
              <a:buNone/>
              <a:tabLst>
                <a:tab pos="0" algn="l"/>
              </a:tabLst>
            </a:pPr>
            <a:fld id="{330FA047-697F-4041-8C7B-05AA34FFB13B}" type="slidenum">
              <a:rPr lang="en-US" sz="1200" b="0" strike="noStrike" spc="-1">
                <a:solidFill>
                  <a:schemeClr val="dk1">
                    <a:tint val="75000"/>
                  </a:schemeClr>
                </a:solidFill>
                <a:latin typeface="Calibri"/>
              </a:rPr>
              <a:t>‹#›</a:t>
            </a:fld>
            <a:endParaRPr lang="en-US" sz="1200" b="0" strike="noStrike" spc="-1">
              <a:solidFill>
                <a:srgbClr val="000000"/>
              </a:solidFill>
              <a:latin typeface="Times New Roman"/>
            </a:endParaRPr>
          </a:p>
        </p:txBody>
      </p:sp>
      <p:sp>
        <p:nvSpPr>
          <p:cNvPr id="21" name="PlaceHolder 3"/>
          <p:cNvSpPr>
            <a:spLocks noGrp="1"/>
          </p:cNvSpPr>
          <p:nvPr>
            <p:ph type="dt" idx="15"/>
          </p:nvPr>
        </p:nvSpPr>
        <p:spPr>
          <a:xfrm>
            <a:off x="457200" y="6356520"/>
            <a:ext cx="2132640" cy="363960"/>
          </a:xfrm>
          <a:prstGeom prst="rect">
            <a:avLst/>
          </a:prstGeom>
          <a:noFill/>
          <a:ln w="0">
            <a:noFill/>
          </a:ln>
        </p:spPr>
        <p:txBody>
          <a:bodyPr lIns="91440" tIns="45720" rIns="91440" bIns="45720" anchor="ctr">
            <a:noAutofit/>
          </a:bodyPr>
          <a:lstStyle>
            <a:lvl1pPr indent="0">
              <a:buNone/>
              <a:defRPr lang="en-US" sz="1400" b="0" strike="noStrike" spc="-1">
                <a:solidFill>
                  <a:srgbClr val="000000"/>
                </a:solidFill>
                <a:latin typeface="Times New Roman"/>
              </a:defRPr>
            </a:lvl1pPr>
          </a:lstStyle>
          <a:p>
            <a:pPr indent="0">
              <a:buNone/>
            </a:pPr>
            <a:r>
              <a:rPr lang="en-US" sz="1400" b="0" strike="noStrike" spc="-1">
                <a:solidFill>
                  <a:srgbClr val="000000"/>
                </a:solidFill>
                <a:latin typeface="Times New Roman"/>
              </a:rPr>
              <a:t>&lt;date/time&gt;</a:t>
            </a:r>
          </a:p>
        </p:txBody>
      </p:sp>
    </p:spTree>
  </p:cSld>
  <p:clrMap bg1="lt1" tx1="dk1" bg2="lt2" tx2="dk2" accent1="accent1" accent2="accent2" accent3="accent3" accent4="accent4" accent5="accent5" accent6="accent6" hlink="hlink" folHlink="folHlink"/>
  <p:sldLayoutIdLst>
    <p:sldLayoutId id="214748365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 name="PlaceHolder 1"/>
          <p:cNvSpPr>
            <a:spLocks noGrp="1"/>
          </p:cNvSpPr>
          <p:nvPr>
            <p:ph type="title"/>
          </p:nvPr>
        </p:nvSpPr>
        <p:spPr>
          <a:xfrm>
            <a:off x="914400" y="410400"/>
            <a:ext cx="16458480" cy="1717200"/>
          </a:xfrm>
          <a:prstGeom prst="rect">
            <a:avLst/>
          </a:prstGeom>
          <a:noFill/>
          <a:ln w="0">
            <a:noFill/>
          </a:ln>
        </p:spPr>
        <p:txBody>
          <a:bodyPr lIns="0" tIns="0" rIns="0" bIns="0" anchor="ctr">
            <a:noAutofit/>
          </a:bodyPr>
          <a:lstStyle/>
          <a:p>
            <a:pPr indent="0">
              <a:buNone/>
            </a:pPr>
            <a:r>
              <a:rPr lang="en-US" sz="1800" b="0" strike="noStrike" spc="-1">
                <a:solidFill>
                  <a:srgbClr val="000000"/>
                </a:solidFill>
                <a:latin typeface="Arial"/>
              </a:rPr>
              <a:t>Click to edit the title text format</a:t>
            </a:r>
          </a:p>
        </p:txBody>
      </p:sp>
      <p:sp>
        <p:nvSpPr>
          <p:cNvPr id="23" name="PlaceHolder 2"/>
          <p:cNvSpPr>
            <a:spLocks noGrp="1"/>
          </p:cNvSpPr>
          <p:nvPr>
            <p:ph type="body"/>
          </p:nvPr>
        </p:nvSpPr>
        <p:spPr>
          <a:xfrm>
            <a:off x="914400" y="2406960"/>
            <a:ext cx="8031240" cy="59655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18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US" sz="1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US" sz="18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US" sz="18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US" sz="18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US" sz="18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US" sz="1800" b="0" strike="noStrike" spc="-1">
                <a:solidFill>
                  <a:srgbClr val="000000"/>
                </a:solidFill>
                <a:latin typeface="Arial"/>
              </a:rPr>
              <a:t>Seventh Outline Level</a:t>
            </a:r>
          </a:p>
        </p:txBody>
      </p:sp>
      <p:sp>
        <p:nvSpPr>
          <p:cNvPr id="24" name="PlaceHolder 3"/>
          <p:cNvSpPr>
            <a:spLocks noGrp="1"/>
          </p:cNvSpPr>
          <p:nvPr>
            <p:ph type="body"/>
          </p:nvPr>
        </p:nvSpPr>
        <p:spPr>
          <a:xfrm>
            <a:off x="9348120" y="2406960"/>
            <a:ext cx="8031240" cy="59655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18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US" sz="1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US" sz="18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US" sz="18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US" sz="18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US" sz="18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US" sz="1800" b="0" strike="noStrike" spc="-1">
                <a:solidFill>
                  <a:srgbClr val="000000"/>
                </a:solidFill>
                <a:latin typeface="Arial"/>
              </a:rPr>
              <a:t>Seventh Outline Level</a:t>
            </a:r>
          </a:p>
        </p:txBody>
      </p:sp>
      <p:sp>
        <p:nvSpPr>
          <p:cNvPr id="25" name="PlaceHolder 4"/>
          <p:cNvSpPr>
            <a:spLocks noGrp="1"/>
          </p:cNvSpPr>
          <p:nvPr>
            <p:ph type="ftr" idx="16"/>
          </p:nvPr>
        </p:nvSpPr>
        <p:spPr>
          <a:xfrm>
            <a:off x="3124080" y="6356520"/>
            <a:ext cx="2894400" cy="36396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strike="noStrike" spc="-1">
                <a:solidFill>
                  <a:srgbClr val="000000"/>
                </a:solidFill>
                <a:latin typeface="Times New Roman"/>
              </a:defRPr>
            </a:lvl1pPr>
          </a:lstStyle>
          <a:p>
            <a:pPr indent="0" algn="ctr">
              <a:lnSpc>
                <a:spcPct val="100000"/>
              </a:lnSpc>
              <a:buNone/>
              <a:tabLst>
                <a:tab pos="0" algn="l"/>
              </a:tabLst>
            </a:pPr>
            <a:r>
              <a:rPr lang="en-US" sz="1400" b="0" strike="noStrike" spc="-1">
                <a:solidFill>
                  <a:srgbClr val="000000"/>
                </a:solidFill>
                <a:latin typeface="Times New Roman"/>
              </a:rPr>
              <a:t>&lt;footer&gt;</a:t>
            </a:r>
          </a:p>
        </p:txBody>
      </p:sp>
      <p:sp>
        <p:nvSpPr>
          <p:cNvPr id="26" name="PlaceHolder 5"/>
          <p:cNvSpPr>
            <a:spLocks noGrp="1"/>
          </p:cNvSpPr>
          <p:nvPr>
            <p:ph type="sldNum" idx="17"/>
          </p:nvPr>
        </p:nvSpPr>
        <p:spPr>
          <a:xfrm>
            <a:off x="6553080" y="6356520"/>
            <a:ext cx="2132640" cy="36396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1200" b="0" strike="noStrike" spc="-1">
                <a:solidFill>
                  <a:schemeClr val="dk1">
                    <a:tint val="75000"/>
                  </a:schemeClr>
                </a:solidFill>
                <a:latin typeface="Calibri"/>
              </a:defRPr>
            </a:lvl1pPr>
          </a:lstStyle>
          <a:p>
            <a:pPr indent="0" algn="r" defTabSz="914400">
              <a:lnSpc>
                <a:spcPct val="100000"/>
              </a:lnSpc>
              <a:buNone/>
              <a:tabLst>
                <a:tab pos="0" algn="l"/>
              </a:tabLst>
            </a:pPr>
            <a:fld id="{E67905BB-3E17-413A-A055-23512A8D67A9}" type="slidenum">
              <a:rPr lang="en-US" sz="1200" b="0" strike="noStrike" spc="-1">
                <a:solidFill>
                  <a:schemeClr val="dk1">
                    <a:tint val="75000"/>
                  </a:schemeClr>
                </a:solidFill>
                <a:latin typeface="Calibri"/>
              </a:rPr>
              <a:t>‹#›</a:t>
            </a:fld>
            <a:endParaRPr lang="en-US" sz="1200" b="0" strike="noStrike" spc="-1">
              <a:solidFill>
                <a:srgbClr val="000000"/>
              </a:solidFill>
              <a:latin typeface="Times New Roman"/>
            </a:endParaRPr>
          </a:p>
        </p:txBody>
      </p:sp>
      <p:sp>
        <p:nvSpPr>
          <p:cNvPr id="27" name="PlaceHolder 6"/>
          <p:cNvSpPr>
            <a:spLocks noGrp="1"/>
          </p:cNvSpPr>
          <p:nvPr>
            <p:ph type="dt" idx="18"/>
          </p:nvPr>
        </p:nvSpPr>
        <p:spPr>
          <a:xfrm>
            <a:off x="457200" y="6356520"/>
            <a:ext cx="2132640" cy="363960"/>
          </a:xfrm>
          <a:prstGeom prst="rect">
            <a:avLst/>
          </a:prstGeom>
          <a:noFill/>
          <a:ln w="0">
            <a:noFill/>
          </a:ln>
        </p:spPr>
        <p:txBody>
          <a:bodyPr lIns="91440" tIns="45720" rIns="91440" bIns="45720" anchor="ctr">
            <a:noAutofit/>
          </a:bodyPr>
          <a:lstStyle>
            <a:lvl1pPr indent="0">
              <a:buNone/>
              <a:defRPr lang="en-US" sz="1400" b="0" strike="noStrike" spc="-1">
                <a:solidFill>
                  <a:srgbClr val="000000"/>
                </a:solidFill>
                <a:latin typeface="Times New Roman"/>
              </a:defRPr>
            </a:lvl1pPr>
          </a:lstStyle>
          <a:p>
            <a:pPr indent="0">
              <a:buNone/>
            </a:pPr>
            <a:r>
              <a:rPr lang="en-US" sz="1400" b="0" strike="noStrike" spc="-1">
                <a:solidFill>
                  <a:srgbClr val="000000"/>
                </a:solidFill>
                <a:latin typeface="Times New Roman"/>
              </a:rPr>
              <a:t>&lt;date/time&gt;</a:t>
            </a:r>
          </a:p>
        </p:txBody>
      </p:sp>
    </p:spTree>
  </p:cSld>
  <p:clrMap bg1="lt1" tx1="dk1" bg2="lt2" tx2="dk2" accent1="accent1" accent2="accent2" accent3="accent3" accent4="accent4" accent5="accent5" accent6="accent6" hlink="hlink" folHlink="folHlink"/>
  <p:sldLayoutIdLst>
    <p:sldLayoutId id="214748365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1" name="PlaceHolder 1"/>
          <p:cNvSpPr>
            <a:spLocks noGrp="1"/>
          </p:cNvSpPr>
          <p:nvPr>
            <p:ph type="ftr" idx="19"/>
          </p:nvPr>
        </p:nvSpPr>
        <p:spPr>
          <a:xfrm>
            <a:off x="3124080" y="6356520"/>
            <a:ext cx="2894400" cy="36396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strike="noStrike" spc="-1">
                <a:solidFill>
                  <a:srgbClr val="000000"/>
                </a:solidFill>
                <a:latin typeface="Times New Roman"/>
              </a:defRPr>
            </a:lvl1pPr>
          </a:lstStyle>
          <a:p>
            <a:pPr indent="0" algn="ctr">
              <a:lnSpc>
                <a:spcPct val="100000"/>
              </a:lnSpc>
              <a:buNone/>
              <a:tabLst>
                <a:tab pos="0" algn="l"/>
              </a:tabLst>
            </a:pPr>
            <a:r>
              <a:rPr lang="en-US" sz="1400" b="0" strike="noStrike" spc="-1">
                <a:solidFill>
                  <a:srgbClr val="000000"/>
                </a:solidFill>
                <a:latin typeface="Times New Roman"/>
              </a:rPr>
              <a:t>&lt;footer&gt;</a:t>
            </a:r>
          </a:p>
        </p:txBody>
      </p:sp>
      <p:sp>
        <p:nvSpPr>
          <p:cNvPr id="32" name="PlaceHolder 2"/>
          <p:cNvSpPr>
            <a:spLocks noGrp="1"/>
          </p:cNvSpPr>
          <p:nvPr>
            <p:ph type="sldNum" idx="20"/>
          </p:nvPr>
        </p:nvSpPr>
        <p:spPr>
          <a:xfrm>
            <a:off x="6553080" y="6356520"/>
            <a:ext cx="2132640" cy="36396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1200" b="0" strike="noStrike" spc="-1">
                <a:solidFill>
                  <a:schemeClr val="dk1">
                    <a:tint val="75000"/>
                  </a:schemeClr>
                </a:solidFill>
                <a:latin typeface="Calibri"/>
              </a:defRPr>
            </a:lvl1pPr>
          </a:lstStyle>
          <a:p>
            <a:pPr indent="0" algn="r" defTabSz="914400">
              <a:lnSpc>
                <a:spcPct val="100000"/>
              </a:lnSpc>
              <a:buNone/>
              <a:tabLst>
                <a:tab pos="0" algn="l"/>
              </a:tabLst>
            </a:pPr>
            <a:fld id="{88157180-2348-40A7-8107-14BC28065986}" type="slidenum">
              <a:rPr lang="en-US" sz="1200" b="0" strike="noStrike" spc="-1">
                <a:solidFill>
                  <a:schemeClr val="dk1">
                    <a:tint val="75000"/>
                  </a:schemeClr>
                </a:solidFill>
                <a:latin typeface="Calibri"/>
              </a:rPr>
              <a:t>‹#›</a:t>
            </a:fld>
            <a:endParaRPr lang="en-US" sz="1200" b="0" strike="noStrike" spc="-1">
              <a:solidFill>
                <a:srgbClr val="000000"/>
              </a:solidFill>
              <a:latin typeface="Times New Roman"/>
            </a:endParaRPr>
          </a:p>
        </p:txBody>
      </p:sp>
      <p:sp>
        <p:nvSpPr>
          <p:cNvPr id="33" name="PlaceHolder 3"/>
          <p:cNvSpPr>
            <a:spLocks noGrp="1"/>
          </p:cNvSpPr>
          <p:nvPr>
            <p:ph type="dt" idx="21"/>
          </p:nvPr>
        </p:nvSpPr>
        <p:spPr>
          <a:xfrm>
            <a:off x="457200" y="6356520"/>
            <a:ext cx="2132640" cy="363960"/>
          </a:xfrm>
          <a:prstGeom prst="rect">
            <a:avLst/>
          </a:prstGeom>
          <a:noFill/>
          <a:ln w="0">
            <a:noFill/>
          </a:ln>
        </p:spPr>
        <p:txBody>
          <a:bodyPr lIns="91440" tIns="45720" rIns="91440" bIns="45720" anchor="ctr">
            <a:noAutofit/>
          </a:bodyPr>
          <a:lstStyle>
            <a:lvl1pPr indent="0">
              <a:buNone/>
              <a:defRPr lang="en-US" sz="1400" b="0" strike="noStrike" spc="-1">
                <a:solidFill>
                  <a:srgbClr val="000000"/>
                </a:solidFill>
                <a:latin typeface="Times New Roman"/>
              </a:defRPr>
            </a:lvl1pPr>
          </a:lstStyle>
          <a:p>
            <a:pPr indent="0">
              <a:buNone/>
            </a:pPr>
            <a:r>
              <a:rPr lang="en-US" sz="1400" b="0" strike="noStrike" spc="-1">
                <a:solidFill>
                  <a:srgbClr val="000000"/>
                </a:solidFill>
                <a:latin typeface="Times New Roman"/>
              </a:rPr>
              <a:t>&lt;date/time&gt;</a:t>
            </a:r>
          </a:p>
        </p:txBody>
      </p:sp>
    </p:spTree>
  </p:cSld>
  <p:clrMap bg1="lt1" tx1="dk1" bg2="lt2" tx2="dk2" accent1="accent1" accent2="accent2" accent3="accent3" accent4="accent4" accent5="accent5" accent6="accent6" hlink="hlink" folHlink="folHlink"/>
  <p:sldLayoutIdLst>
    <p:sldLayoutId id="214748366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4" name="PlaceHolder 1"/>
          <p:cNvSpPr>
            <a:spLocks noGrp="1"/>
          </p:cNvSpPr>
          <p:nvPr>
            <p:ph type="title"/>
          </p:nvPr>
        </p:nvSpPr>
        <p:spPr>
          <a:xfrm>
            <a:off x="914400" y="410400"/>
            <a:ext cx="16458480" cy="1717200"/>
          </a:xfrm>
          <a:prstGeom prst="rect">
            <a:avLst/>
          </a:prstGeom>
          <a:noFill/>
          <a:ln w="0">
            <a:noFill/>
          </a:ln>
        </p:spPr>
        <p:txBody>
          <a:bodyPr lIns="0" tIns="0" rIns="0" bIns="0" anchor="ctr">
            <a:noAutofit/>
          </a:bodyPr>
          <a:lstStyle/>
          <a:p>
            <a:pPr indent="0">
              <a:buNone/>
            </a:pPr>
            <a:r>
              <a:rPr lang="en-US" sz="1800" b="0" strike="noStrike" spc="-1">
                <a:solidFill>
                  <a:srgbClr val="000000"/>
                </a:solidFill>
                <a:latin typeface="Arial"/>
              </a:rPr>
              <a:t>Click to edit the title text format</a:t>
            </a:r>
          </a:p>
        </p:txBody>
      </p:sp>
      <p:sp>
        <p:nvSpPr>
          <p:cNvPr id="35" name="PlaceHolder 2"/>
          <p:cNvSpPr>
            <a:spLocks noGrp="1"/>
          </p:cNvSpPr>
          <p:nvPr>
            <p:ph type="ftr" idx="22"/>
          </p:nvPr>
        </p:nvSpPr>
        <p:spPr>
          <a:xfrm>
            <a:off x="3124080" y="6356520"/>
            <a:ext cx="2894400" cy="36396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strike="noStrike" spc="-1">
                <a:solidFill>
                  <a:srgbClr val="000000"/>
                </a:solidFill>
                <a:latin typeface="Times New Roman"/>
              </a:defRPr>
            </a:lvl1pPr>
          </a:lstStyle>
          <a:p>
            <a:pPr indent="0" algn="ctr">
              <a:lnSpc>
                <a:spcPct val="100000"/>
              </a:lnSpc>
              <a:buNone/>
              <a:tabLst>
                <a:tab pos="0" algn="l"/>
              </a:tabLst>
            </a:pPr>
            <a:r>
              <a:rPr lang="en-US" sz="1400" b="0" strike="noStrike" spc="-1">
                <a:solidFill>
                  <a:srgbClr val="000000"/>
                </a:solidFill>
                <a:latin typeface="Times New Roman"/>
              </a:rPr>
              <a:t>&lt;footer&gt;</a:t>
            </a:r>
          </a:p>
        </p:txBody>
      </p:sp>
      <p:sp>
        <p:nvSpPr>
          <p:cNvPr id="36" name="PlaceHolder 3"/>
          <p:cNvSpPr>
            <a:spLocks noGrp="1"/>
          </p:cNvSpPr>
          <p:nvPr>
            <p:ph type="sldNum" idx="23"/>
          </p:nvPr>
        </p:nvSpPr>
        <p:spPr>
          <a:xfrm>
            <a:off x="6553080" y="6356520"/>
            <a:ext cx="2132640" cy="36396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1200" b="0" strike="noStrike" spc="-1">
                <a:solidFill>
                  <a:schemeClr val="dk1">
                    <a:tint val="75000"/>
                  </a:schemeClr>
                </a:solidFill>
                <a:latin typeface="Calibri"/>
              </a:defRPr>
            </a:lvl1pPr>
          </a:lstStyle>
          <a:p>
            <a:pPr indent="0" algn="r" defTabSz="914400">
              <a:lnSpc>
                <a:spcPct val="100000"/>
              </a:lnSpc>
              <a:buNone/>
              <a:tabLst>
                <a:tab pos="0" algn="l"/>
              </a:tabLst>
            </a:pPr>
            <a:fld id="{27C877EA-A5E1-4D39-8360-4C5A1ACAC545}" type="slidenum">
              <a:rPr lang="en-US" sz="1200" b="0" strike="noStrike" spc="-1">
                <a:solidFill>
                  <a:schemeClr val="dk1">
                    <a:tint val="75000"/>
                  </a:schemeClr>
                </a:solidFill>
                <a:latin typeface="Calibri"/>
              </a:rPr>
              <a:t>‹#›</a:t>
            </a:fld>
            <a:endParaRPr lang="en-US" sz="1200" b="0" strike="noStrike" spc="-1">
              <a:solidFill>
                <a:srgbClr val="000000"/>
              </a:solidFill>
              <a:latin typeface="Times New Roman"/>
            </a:endParaRPr>
          </a:p>
        </p:txBody>
      </p:sp>
      <p:sp>
        <p:nvSpPr>
          <p:cNvPr id="37" name="PlaceHolder 4"/>
          <p:cNvSpPr>
            <a:spLocks noGrp="1"/>
          </p:cNvSpPr>
          <p:nvPr>
            <p:ph type="dt" idx="24"/>
          </p:nvPr>
        </p:nvSpPr>
        <p:spPr>
          <a:xfrm>
            <a:off x="457200" y="6356520"/>
            <a:ext cx="2132640" cy="363960"/>
          </a:xfrm>
          <a:prstGeom prst="rect">
            <a:avLst/>
          </a:prstGeom>
          <a:noFill/>
          <a:ln w="0">
            <a:noFill/>
          </a:ln>
        </p:spPr>
        <p:txBody>
          <a:bodyPr lIns="91440" tIns="45720" rIns="91440" bIns="45720" anchor="ctr">
            <a:noAutofit/>
          </a:bodyPr>
          <a:lstStyle>
            <a:lvl1pPr indent="0">
              <a:buNone/>
              <a:defRPr lang="en-US" sz="1400" b="0" strike="noStrike" spc="-1">
                <a:solidFill>
                  <a:srgbClr val="000000"/>
                </a:solidFill>
                <a:latin typeface="Times New Roman"/>
              </a:defRPr>
            </a:lvl1pPr>
          </a:lstStyle>
          <a:p>
            <a:pPr indent="0">
              <a:buNone/>
            </a:pPr>
            <a:r>
              <a:rPr lang="en-US" sz="1400" b="0" strike="noStrike" spc="-1">
                <a:solidFill>
                  <a:srgbClr val="000000"/>
                </a:solidFill>
                <a:latin typeface="Times New Roman"/>
              </a:rPr>
              <a:t>&lt;date/time&gt;</a:t>
            </a:r>
          </a:p>
        </p:txBody>
      </p:sp>
    </p:spTree>
  </p:cSld>
  <p:clrMap bg1="lt1" tx1="dk1" bg2="lt2" tx2="dk2" accent1="accent1" accent2="accent2" accent3="accent3" accent4="accent4" accent5="accent5" accent6="accent6" hlink="hlink" folHlink="folHlink"/>
  <p:sldLayoutIdLst>
    <p:sldLayoutId id="214748366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9" name="PlaceHolder 1"/>
          <p:cNvSpPr>
            <a:spLocks noGrp="1"/>
          </p:cNvSpPr>
          <p:nvPr>
            <p:ph type="ftr" idx="25"/>
          </p:nvPr>
        </p:nvSpPr>
        <p:spPr>
          <a:xfrm>
            <a:off x="3124080" y="6356520"/>
            <a:ext cx="2894400" cy="36396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strike="noStrike" spc="-1">
                <a:solidFill>
                  <a:srgbClr val="000000"/>
                </a:solidFill>
                <a:latin typeface="Times New Roman"/>
              </a:defRPr>
            </a:lvl1pPr>
          </a:lstStyle>
          <a:p>
            <a:pPr indent="0" algn="ctr">
              <a:lnSpc>
                <a:spcPct val="100000"/>
              </a:lnSpc>
              <a:buNone/>
              <a:tabLst>
                <a:tab pos="0" algn="l"/>
              </a:tabLst>
            </a:pPr>
            <a:r>
              <a:rPr lang="en-US" sz="1400" b="0" strike="noStrike" spc="-1">
                <a:solidFill>
                  <a:srgbClr val="000000"/>
                </a:solidFill>
                <a:latin typeface="Times New Roman"/>
              </a:rPr>
              <a:t>&lt;footer&gt;</a:t>
            </a:r>
          </a:p>
        </p:txBody>
      </p:sp>
      <p:sp>
        <p:nvSpPr>
          <p:cNvPr id="40" name="PlaceHolder 2"/>
          <p:cNvSpPr>
            <a:spLocks noGrp="1"/>
          </p:cNvSpPr>
          <p:nvPr>
            <p:ph type="sldNum" idx="26"/>
          </p:nvPr>
        </p:nvSpPr>
        <p:spPr>
          <a:xfrm>
            <a:off x="6553080" y="6356520"/>
            <a:ext cx="2132640" cy="36396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1200" b="0" strike="noStrike" spc="-1">
                <a:solidFill>
                  <a:schemeClr val="dk1">
                    <a:tint val="75000"/>
                  </a:schemeClr>
                </a:solidFill>
                <a:latin typeface="Calibri"/>
              </a:defRPr>
            </a:lvl1pPr>
          </a:lstStyle>
          <a:p>
            <a:pPr indent="0" algn="r" defTabSz="914400">
              <a:lnSpc>
                <a:spcPct val="100000"/>
              </a:lnSpc>
              <a:buNone/>
              <a:tabLst>
                <a:tab pos="0" algn="l"/>
              </a:tabLst>
            </a:pPr>
            <a:fld id="{C00BA2AC-E0E0-42B6-BCFC-4DBBA10CA157}" type="slidenum">
              <a:rPr lang="en-US" sz="1200" b="0" strike="noStrike" spc="-1">
                <a:solidFill>
                  <a:schemeClr val="dk1">
                    <a:tint val="75000"/>
                  </a:schemeClr>
                </a:solidFill>
                <a:latin typeface="Calibri"/>
              </a:rPr>
              <a:t>‹#›</a:t>
            </a:fld>
            <a:endParaRPr lang="en-US" sz="1200" b="0" strike="noStrike" spc="-1">
              <a:solidFill>
                <a:srgbClr val="000000"/>
              </a:solidFill>
              <a:latin typeface="Times New Roman"/>
            </a:endParaRPr>
          </a:p>
        </p:txBody>
      </p:sp>
      <p:sp>
        <p:nvSpPr>
          <p:cNvPr id="41" name="PlaceHolder 3"/>
          <p:cNvSpPr>
            <a:spLocks noGrp="1"/>
          </p:cNvSpPr>
          <p:nvPr>
            <p:ph type="dt" idx="27"/>
          </p:nvPr>
        </p:nvSpPr>
        <p:spPr>
          <a:xfrm>
            <a:off x="457200" y="6356520"/>
            <a:ext cx="2132640" cy="363960"/>
          </a:xfrm>
          <a:prstGeom prst="rect">
            <a:avLst/>
          </a:prstGeom>
          <a:noFill/>
          <a:ln w="0">
            <a:noFill/>
          </a:ln>
        </p:spPr>
        <p:txBody>
          <a:bodyPr lIns="91440" tIns="45720" rIns="91440" bIns="45720" anchor="ctr">
            <a:noAutofit/>
          </a:bodyPr>
          <a:lstStyle>
            <a:lvl1pPr indent="0">
              <a:buNone/>
              <a:defRPr lang="en-US" sz="1400" b="0" strike="noStrike" spc="-1">
                <a:solidFill>
                  <a:srgbClr val="000000"/>
                </a:solidFill>
                <a:latin typeface="Times New Roman"/>
              </a:defRPr>
            </a:lvl1pPr>
          </a:lstStyle>
          <a:p>
            <a:pPr indent="0">
              <a:buNone/>
            </a:pPr>
            <a:r>
              <a:rPr lang="en-US" sz="1400" b="0" strike="noStrike" spc="-1">
                <a:solidFill>
                  <a:srgbClr val="000000"/>
                </a:solidFill>
                <a:latin typeface="Times New Roman"/>
              </a:rPr>
              <a:t>&lt;date/time&gt;</a:t>
            </a:r>
          </a:p>
        </p:txBody>
      </p:sp>
      <p:sp>
        <p:nvSpPr>
          <p:cNvPr id="42" name="PlaceHolder 4"/>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r>
              <a:rPr lang="en-US" sz="4400" b="0" strike="noStrike" spc="-1">
                <a:solidFill>
                  <a:srgbClr val="000000"/>
                </a:solidFill>
                <a:latin typeface="Arial"/>
              </a:rPr>
              <a:t>Click to edit the title text format</a:t>
            </a:r>
          </a:p>
        </p:txBody>
      </p:sp>
      <p:sp>
        <p:nvSpPr>
          <p:cNvPr id="43" name="PlaceHolder 5"/>
          <p:cNvSpPr>
            <a:spLocks noGrp="1"/>
          </p:cNvSpPr>
          <p:nvPr>
            <p:ph type="body"/>
          </p:nvPr>
        </p:nvSpPr>
        <p:spPr>
          <a:xfrm>
            <a:off x="914400" y="2406960"/>
            <a:ext cx="16458840" cy="596592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32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US" sz="2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US" sz="24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US" sz="20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US" sz="20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US" sz="20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US"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6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4" name="PlaceHolder 1"/>
          <p:cNvSpPr>
            <a:spLocks noGrp="1"/>
          </p:cNvSpPr>
          <p:nvPr>
            <p:ph type="ftr" idx="28"/>
          </p:nvPr>
        </p:nvSpPr>
        <p:spPr>
          <a:xfrm>
            <a:off x="3124080" y="6356520"/>
            <a:ext cx="2894400" cy="36396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strike="noStrike" spc="-1">
                <a:solidFill>
                  <a:srgbClr val="000000"/>
                </a:solidFill>
                <a:latin typeface="Times New Roman"/>
              </a:defRPr>
            </a:lvl1pPr>
          </a:lstStyle>
          <a:p>
            <a:pPr indent="0" algn="ctr">
              <a:lnSpc>
                <a:spcPct val="100000"/>
              </a:lnSpc>
              <a:buNone/>
              <a:tabLst>
                <a:tab pos="0" algn="l"/>
              </a:tabLst>
            </a:pPr>
            <a:r>
              <a:rPr lang="en-US" sz="1400" b="0" strike="noStrike" spc="-1">
                <a:solidFill>
                  <a:srgbClr val="000000"/>
                </a:solidFill>
                <a:latin typeface="Times New Roman"/>
              </a:rPr>
              <a:t>&lt;footer&gt;</a:t>
            </a:r>
          </a:p>
        </p:txBody>
      </p:sp>
      <p:sp>
        <p:nvSpPr>
          <p:cNvPr id="45" name="PlaceHolder 2"/>
          <p:cNvSpPr>
            <a:spLocks noGrp="1"/>
          </p:cNvSpPr>
          <p:nvPr>
            <p:ph type="sldNum" idx="29"/>
          </p:nvPr>
        </p:nvSpPr>
        <p:spPr>
          <a:xfrm>
            <a:off x="6553080" y="6356520"/>
            <a:ext cx="2132640" cy="36396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1200" b="0" strike="noStrike" spc="-1">
                <a:solidFill>
                  <a:schemeClr val="dk1">
                    <a:tint val="75000"/>
                  </a:schemeClr>
                </a:solidFill>
                <a:latin typeface="Calibri"/>
              </a:defRPr>
            </a:lvl1pPr>
          </a:lstStyle>
          <a:p>
            <a:pPr indent="0" algn="r" defTabSz="914400">
              <a:lnSpc>
                <a:spcPct val="100000"/>
              </a:lnSpc>
              <a:buNone/>
              <a:tabLst>
                <a:tab pos="0" algn="l"/>
              </a:tabLst>
            </a:pPr>
            <a:fld id="{9BE0DBAF-E135-456B-98A5-F587149BCA07}" type="slidenum">
              <a:rPr lang="en-US" sz="1200" b="0" strike="noStrike" spc="-1">
                <a:solidFill>
                  <a:schemeClr val="dk1">
                    <a:tint val="75000"/>
                  </a:schemeClr>
                </a:solidFill>
                <a:latin typeface="Calibri"/>
              </a:rPr>
              <a:t>‹#›</a:t>
            </a:fld>
            <a:endParaRPr lang="en-US" sz="1200" b="0" strike="noStrike" spc="-1">
              <a:solidFill>
                <a:srgbClr val="000000"/>
              </a:solidFill>
              <a:latin typeface="Times New Roman"/>
            </a:endParaRPr>
          </a:p>
        </p:txBody>
      </p:sp>
      <p:sp>
        <p:nvSpPr>
          <p:cNvPr id="46" name="PlaceHolder 3"/>
          <p:cNvSpPr>
            <a:spLocks noGrp="1"/>
          </p:cNvSpPr>
          <p:nvPr>
            <p:ph type="dt" idx="30"/>
          </p:nvPr>
        </p:nvSpPr>
        <p:spPr>
          <a:xfrm>
            <a:off x="457200" y="6356520"/>
            <a:ext cx="2132640" cy="363960"/>
          </a:xfrm>
          <a:prstGeom prst="rect">
            <a:avLst/>
          </a:prstGeom>
          <a:noFill/>
          <a:ln w="0">
            <a:noFill/>
          </a:ln>
        </p:spPr>
        <p:txBody>
          <a:bodyPr lIns="91440" tIns="45720" rIns="91440" bIns="45720" anchor="ctr">
            <a:noAutofit/>
          </a:bodyPr>
          <a:lstStyle>
            <a:lvl1pPr indent="0">
              <a:buNone/>
              <a:defRPr lang="en-US" sz="1400" b="0" strike="noStrike" spc="-1">
                <a:solidFill>
                  <a:srgbClr val="000000"/>
                </a:solidFill>
                <a:latin typeface="Times New Roman"/>
              </a:defRPr>
            </a:lvl1pPr>
          </a:lstStyle>
          <a:p>
            <a:pPr indent="0">
              <a:buNone/>
            </a:pPr>
            <a:r>
              <a:rPr lang="en-US" sz="1400" b="0" strike="noStrike" spc="-1">
                <a:solidFill>
                  <a:srgbClr val="000000"/>
                </a:solidFill>
                <a:latin typeface="Times New Roman"/>
              </a:rPr>
              <a:t>&lt;date/time&gt;</a:t>
            </a:r>
          </a:p>
        </p:txBody>
      </p:sp>
    </p:spTree>
  </p:cSld>
  <p:clrMap bg1="lt1" tx1="dk1" bg2="lt2" tx2="dk2" accent1="accent1" accent2="accent2" accent3="accent3" accent4="accent4" accent5="accent5" accent6="accent6" hlink="hlink" folHlink="folHlink"/>
  <p:sldLayoutIdLst>
    <p:sldLayoutId id="214748366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7" name="PlaceHolder 1"/>
          <p:cNvSpPr>
            <a:spLocks noGrp="1"/>
          </p:cNvSpPr>
          <p:nvPr>
            <p:ph type="ftr" idx="31"/>
          </p:nvPr>
        </p:nvSpPr>
        <p:spPr>
          <a:xfrm>
            <a:off x="3124080" y="6356520"/>
            <a:ext cx="2894400" cy="36396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strike="noStrike" spc="-1">
                <a:solidFill>
                  <a:srgbClr val="000000"/>
                </a:solidFill>
                <a:latin typeface="Times New Roman"/>
              </a:defRPr>
            </a:lvl1pPr>
          </a:lstStyle>
          <a:p>
            <a:pPr indent="0" algn="ctr">
              <a:lnSpc>
                <a:spcPct val="100000"/>
              </a:lnSpc>
              <a:buNone/>
              <a:tabLst>
                <a:tab pos="0" algn="l"/>
              </a:tabLst>
            </a:pPr>
            <a:r>
              <a:rPr lang="en-US" sz="1400" b="0" strike="noStrike" spc="-1">
                <a:solidFill>
                  <a:srgbClr val="000000"/>
                </a:solidFill>
                <a:latin typeface="Times New Roman"/>
              </a:rPr>
              <a:t>&lt;footer&gt;</a:t>
            </a:r>
          </a:p>
        </p:txBody>
      </p:sp>
      <p:sp>
        <p:nvSpPr>
          <p:cNvPr id="48" name="PlaceHolder 2"/>
          <p:cNvSpPr>
            <a:spLocks noGrp="1"/>
          </p:cNvSpPr>
          <p:nvPr>
            <p:ph type="sldNum" idx="32"/>
          </p:nvPr>
        </p:nvSpPr>
        <p:spPr>
          <a:xfrm>
            <a:off x="6553080" y="6356520"/>
            <a:ext cx="2132640" cy="36396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1200" b="0" strike="noStrike" spc="-1">
                <a:solidFill>
                  <a:schemeClr val="dk1">
                    <a:tint val="75000"/>
                  </a:schemeClr>
                </a:solidFill>
                <a:latin typeface="Calibri"/>
              </a:defRPr>
            </a:lvl1pPr>
          </a:lstStyle>
          <a:p>
            <a:pPr indent="0" algn="r" defTabSz="914400">
              <a:lnSpc>
                <a:spcPct val="100000"/>
              </a:lnSpc>
              <a:buNone/>
              <a:tabLst>
                <a:tab pos="0" algn="l"/>
              </a:tabLst>
            </a:pPr>
            <a:fld id="{D911E7B5-EA16-4DF6-8DB0-869E5B9C57DE}" type="slidenum">
              <a:rPr lang="en-US" sz="1200" b="0" strike="noStrike" spc="-1">
                <a:solidFill>
                  <a:schemeClr val="dk1">
                    <a:tint val="75000"/>
                  </a:schemeClr>
                </a:solidFill>
                <a:latin typeface="Calibri"/>
              </a:rPr>
              <a:t>‹#›</a:t>
            </a:fld>
            <a:endParaRPr lang="en-US" sz="1200" b="0" strike="noStrike" spc="-1">
              <a:solidFill>
                <a:srgbClr val="000000"/>
              </a:solidFill>
              <a:latin typeface="Times New Roman"/>
            </a:endParaRPr>
          </a:p>
        </p:txBody>
      </p:sp>
      <p:sp>
        <p:nvSpPr>
          <p:cNvPr id="49" name="PlaceHolder 3"/>
          <p:cNvSpPr>
            <a:spLocks noGrp="1"/>
          </p:cNvSpPr>
          <p:nvPr>
            <p:ph type="dt" idx="33"/>
          </p:nvPr>
        </p:nvSpPr>
        <p:spPr>
          <a:xfrm>
            <a:off x="457200" y="6356520"/>
            <a:ext cx="2132640" cy="363960"/>
          </a:xfrm>
          <a:prstGeom prst="rect">
            <a:avLst/>
          </a:prstGeom>
          <a:noFill/>
          <a:ln w="0">
            <a:noFill/>
          </a:ln>
        </p:spPr>
        <p:txBody>
          <a:bodyPr lIns="91440" tIns="45720" rIns="91440" bIns="45720" anchor="ctr">
            <a:noAutofit/>
          </a:bodyPr>
          <a:lstStyle>
            <a:lvl1pPr indent="0">
              <a:buNone/>
              <a:defRPr lang="en-US" sz="1400" b="0" strike="noStrike" spc="-1">
                <a:solidFill>
                  <a:srgbClr val="000000"/>
                </a:solidFill>
                <a:latin typeface="Times New Roman"/>
              </a:defRPr>
            </a:lvl1pPr>
          </a:lstStyle>
          <a:p>
            <a:pPr indent="0">
              <a:buNone/>
            </a:pPr>
            <a:r>
              <a:rPr lang="en-US" sz="1400" b="0" strike="noStrike" spc="-1">
                <a:solidFill>
                  <a:srgbClr val="000000"/>
                </a:solidFill>
                <a:latin typeface="Times New Roman"/>
              </a:rPr>
              <a:t>&lt;date/time&gt;</a:t>
            </a:r>
          </a:p>
        </p:txBody>
      </p:sp>
    </p:spTree>
  </p:cSld>
  <p:clrMap bg1="lt1" tx1="dk1" bg2="lt2" tx2="dk2" accent1="accent1" accent2="accent2" accent3="accent3" accent4="accent4" accent5="accent5" accent6="accent6" hlink="hlink" folHlink="folHlink"/>
  <p:sldLayoutIdLst>
    <p:sldLayoutId id="214748366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3" Type="http://schemas.openxmlformats.org/officeDocument/2006/relationships/image" Target="../media/image4.svg"/><Relationship Id="rId7" Type="http://schemas.openxmlformats.org/officeDocument/2006/relationships/image" Target="../media/image8.svg"/><Relationship Id="rId2" Type="http://schemas.openxmlformats.org/officeDocument/2006/relationships/image" Target="../media/image3.png"/><Relationship Id="rId1" Type="http://schemas.openxmlformats.org/officeDocument/2006/relationships/slideLayout" Target="../slideLayouts/slideLayout9.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9.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9.xml"/><Relationship Id="rId5" Type="http://schemas.openxmlformats.org/officeDocument/2006/relationships/image" Target="../media/image16.png"/><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9.xml"/><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1A38"/>
        </a:solidFill>
        <a:effectLst/>
      </p:bgPr>
    </p:bg>
    <p:spTree>
      <p:nvGrpSpPr>
        <p:cNvPr id="1" name=""/>
        <p:cNvGrpSpPr/>
        <p:nvPr/>
      </p:nvGrpSpPr>
      <p:grpSpPr>
        <a:xfrm>
          <a:off x="0" y="0"/>
          <a:ext cx="0" cy="0"/>
          <a:chOff x="0" y="0"/>
          <a:chExt cx="0" cy="0"/>
        </a:xfrm>
      </p:grpSpPr>
      <p:grpSp>
        <p:nvGrpSpPr>
          <p:cNvPr id="50" name="Group 2"/>
          <p:cNvGrpSpPr/>
          <p:nvPr/>
        </p:nvGrpSpPr>
        <p:grpSpPr>
          <a:xfrm>
            <a:off x="0" y="0"/>
            <a:ext cx="18286920" cy="10285920"/>
            <a:chOff x="0" y="0"/>
            <a:chExt cx="18286920" cy="10285920"/>
          </a:xfrm>
        </p:grpSpPr>
        <p:sp>
          <p:nvSpPr>
            <p:cNvPr id="51" name="Freeform 3"/>
            <p:cNvSpPr/>
            <p:nvPr/>
          </p:nvSpPr>
          <p:spPr>
            <a:xfrm>
              <a:off x="0" y="0"/>
              <a:ext cx="18286920" cy="10285920"/>
            </a:xfrm>
            <a:custGeom>
              <a:avLst/>
              <a:gdLst>
                <a:gd name="textAreaLeft" fmla="*/ 0 w 18286920"/>
                <a:gd name="textAreaRight" fmla="*/ 18288000 w 18286920"/>
                <a:gd name="textAreaTop" fmla="*/ 0 h 10285920"/>
                <a:gd name="textAreaBottom" fmla="*/ 10287000 h 10285920"/>
              </a:gdLst>
              <a:ahLst/>
              <a:cxnLst/>
              <a:rect l="textAreaLeft" t="textAreaTop" r="textAreaRight" b="textAreaBottom"/>
              <a:pathLst>
                <a:path w="24384000" h="13716000">
                  <a:moveTo>
                    <a:pt x="0" y="0"/>
                  </a:moveTo>
                  <a:lnTo>
                    <a:pt x="24384000" y="0"/>
                  </a:lnTo>
                  <a:lnTo>
                    <a:pt x="24384000" y="13716000"/>
                  </a:lnTo>
                  <a:lnTo>
                    <a:pt x="0" y="13716000"/>
                  </a:lnTo>
                  <a:lnTo>
                    <a:pt x="0" y="0"/>
                  </a:lnTo>
                  <a:close/>
                </a:path>
              </a:pathLst>
            </a:custGeom>
            <a:blipFill rotWithShape="0">
              <a:blip r:embed="rId2"/>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GB" sz="1800" b="0" strike="noStrike" spc="-1">
                <a:solidFill>
                  <a:schemeClr val="dk1"/>
                </a:solidFill>
                <a:latin typeface="Calibri"/>
              </a:endParaRPr>
            </a:p>
          </p:txBody>
        </p:sp>
        <p:grpSp>
          <p:nvGrpSpPr>
            <p:cNvPr id="52" name="Group 4"/>
            <p:cNvGrpSpPr/>
            <p:nvPr/>
          </p:nvGrpSpPr>
          <p:grpSpPr>
            <a:xfrm>
              <a:off x="13716000" y="1589760"/>
              <a:ext cx="1332360" cy="1849320"/>
              <a:chOff x="13716000" y="1589760"/>
              <a:chExt cx="1332360" cy="1849320"/>
            </a:xfrm>
          </p:grpSpPr>
          <p:sp>
            <p:nvSpPr>
              <p:cNvPr id="53" name="Freeform 5"/>
              <p:cNvSpPr/>
              <p:nvPr/>
            </p:nvSpPr>
            <p:spPr>
              <a:xfrm>
                <a:off x="13716000" y="1770480"/>
                <a:ext cx="1332360" cy="1668600"/>
              </a:xfrm>
              <a:custGeom>
                <a:avLst/>
                <a:gdLst>
                  <a:gd name="textAreaLeft" fmla="*/ 0 w 1332360"/>
                  <a:gd name="textAreaRight" fmla="*/ 1333440 w 1332360"/>
                  <a:gd name="textAreaTop" fmla="*/ 0 h 1668600"/>
                  <a:gd name="textAreaBottom" fmla="*/ 1669680 h 1668600"/>
                </a:gdLst>
                <a:ahLst/>
                <a:cxnLst/>
                <a:rect l="textAreaLeft" t="textAreaTop" r="textAreaRight" b="textAreaBottom"/>
                <a:pathLst>
                  <a:path w="351210" h="439750">
                    <a:moveTo>
                      <a:pt x="0" y="0"/>
                    </a:moveTo>
                    <a:lnTo>
                      <a:pt x="351210" y="0"/>
                    </a:lnTo>
                    <a:lnTo>
                      <a:pt x="351210" y="439750"/>
                    </a:lnTo>
                    <a:lnTo>
                      <a:pt x="0" y="43975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GB" sz="1800" b="0" strike="noStrike" spc="-1">
                  <a:solidFill>
                    <a:schemeClr val="dk1"/>
                  </a:solidFill>
                  <a:latin typeface="Calibri"/>
                </a:endParaRPr>
              </a:p>
            </p:txBody>
          </p:sp>
          <p:sp>
            <p:nvSpPr>
              <p:cNvPr id="54" name="TextBox 6"/>
              <p:cNvSpPr/>
              <p:nvPr/>
            </p:nvSpPr>
            <p:spPr>
              <a:xfrm>
                <a:off x="13716000" y="1589760"/>
                <a:ext cx="1332360" cy="184932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3359"/>
                  </a:lnSpc>
                </a:pPr>
                <a:endParaRPr lang="en-US" sz="1800" b="0" strike="noStrike" spc="-1">
                  <a:solidFill>
                    <a:schemeClr val="dk1"/>
                  </a:solidFill>
                  <a:latin typeface="Calibri"/>
                </a:endParaRPr>
              </a:p>
            </p:txBody>
          </p:sp>
        </p:grpSp>
      </p:grpSp>
      <p:sp>
        <p:nvSpPr>
          <p:cNvPr id="55" name="TextBox 7"/>
          <p:cNvSpPr/>
          <p:nvPr/>
        </p:nvSpPr>
        <p:spPr>
          <a:xfrm>
            <a:off x="4486320" y="593640"/>
            <a:ext cx="9314280" cy="5486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10800"/>
              </a:lnSpc>
            </a:pPr>
            <a:r>
              <a:rPr lang="en-US" sz="9000" b="1" strike="noStrike" spc="-1">
                <a:solidFill>
                  <a:srgbClr val="FFFFFF"/>
                </a:solidFill>
                <a:latin typeface="Century Gothic Paneuropean Heavy"/>
                <a:ea typeface="Century Gothic Paneuropean Heavy"/>
              </a:rPr>
              <a:t>From Launch </a:t>
            </a:r>
            <a:endParaRPr lang="en-US" sz="9000" b="0" strike="noStrike" spc="-1">
              <a:solidFill>
                <a:srgbClr val="FFFFFF"/>
              </a:solidFill>
              <a:latin typeface="Arial"/>
            </a:endParaRPr>
          </a:p>
          <a:p>
            <a:pPr algn="ctr" defTabSz="914400">
              <a:lnSpc>
                <a:spcPts val="10800"/>
              </a:lnSpc>
            </a:pPr>
            <a:r>
              <a:rPr lang="en-US" sz="9000" b="1" strike="noStrike" spc="-1">
                <a:solidFill>
                  <a:srgbClr val="FFFFFF"/>
                </a:solidFill>
                <a:latin typeface="Century Gothic Paneuropean Heavy"/>
                <a:ea typeface="Century Gothic Paneuropean Heavy"/>
              </a:rPr>
              <a:t>to Litter:</a:t>
            </a:r>
            <a:endParaRPr lang="en-US" sz="9000" b="0" strike="noStrike" spc="-1">
              <a:solidFill>
                <a:srgbClr val="FFFFFF"/>
              </a:solidFill>
              <a:latin typeface="Arial"/>
            </a:endParaRPr>
          </a:p>
          <a:p>
            <a:pPr algn="ctr" defTabSz="914400">
              <a:lnSpc>
                <a:spcPts val="10800"/>
              </a:lnSpc>
            </a:pPr>
            <a:r>
              <a:rPr lang="en-US" sz="9000" b="1" strike="noStrike" spc="-1">
                <a:solidFill>
                  <a:srgbClr val="FFBD00"/>
                </a:solidFill>
                <a:latin typeface="Century Gothic Paneuropean Heavy"/>
                <a:ea typeface="Century Gothic Paneuropean Heavy"/>
              </a:rPr>
              <a:t>Orbital Overload </a:t>
            </a:r>
            <a:endParaRPr lang="en-US" sz="9000" b="0" strike="noStrike" spc="-1">
              <a:solidFill>
                <a:srgbClr val="FFFFFF"/>
              </a:solidFill>
              <a:latin typeface="Arial"/>
            </a:endParaRPr>
          </a:p>
        </p:txBody>
      </p:sp>
      <p:sp>
        <p:nvSpPr>
          <p:cNvPr id="56" name="Freeform 8"/>
          <p:cNvSpPr/>
          <p:nvPr/>
        </p:nvSpPr>
        <p:spPr>
          <a:xfrm>
            <a:off x="8751960" y="4398840"/>
            <a:ext cx="10917360" cy="4611960"/>
          </a:xfrm>
          <a:custGeom>
            <a:avLst/>
            <a:gdLst>
              <a:gd name="textAreaLeft" fmla="*/ 0 w 10917360"/>
              <a:gd name="textAreaRight" fmla="*/ 10918440 w 10917360"/>
              <a:gd name="textAreaTop" fmla="*/ 0 h 4611960"/>
              <a:gd name="textAreaBottom" fmla="*/ 4613040 h 4611960"/>
            </a:gdLst>
            <a:ahLst/>
            <a:cxnLst/>
            <a:rect l="textAreaLeft" t="textAreaTop" r="textAreaRight" b="textAreaBottom"/>
            <a:pathLst>
              <a:path w="10918450" h="4613045">
                <a:moveTo>
                  <a:pt x="0" y="0"/>
                </a:moveTo>
                <a:lnTo>
                  <a:pt x="10918450" y="0"/>
                </a:lnTo>
                <a:lnTo>
                  <a:pt x="10918450" y="4613045"/>
                </a:lnTo>
                <a:lnTo>
                  <a:pt x="0" y="4613045"/>
                </a:lnTo>
                <a:lnTo>
                  <a:pt x="0" y="0"/>
                </a:lnTo>
                <a:close/>
              </a:path>
            </a:pathLst>
          </a:custGeom>
          <a:blipFill rotWithShape="0">
            <a:blip r:embed="rId3"/>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GB" sz="1800" b="0" strike="noStrike" spc="-1">
              <a:solidFill>
                <a:schemeClr val="dk1"/>
              </a:solidFill>
              <a:latin typeface="Calibri"/>
            </a:endParaRPr>
          </a:p>
        </p:txBody>
      </p:sp>
      <p:sp>
        <p:nvSpPr>
          <p:cNvPr id="57" name="TextBox 9"/>
          <p:cNvSpPr/>
          <p:nvPr/>
        </p:nvSpPr>
        <p:spPr>
          <a:xfrm>
            <a:off x="15163920" y="9487080"/>
            <a:ext cx="312300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800" b="1" strike="noStrike" spc="-1">
                <a:solidFill>
                  <a:srgbClr val="9AD3F3"/>
                </a:solidFill>
                <a:latin typeface="Century Gothic Paneuropean Heavy"/>
              </a:rPr>
              <a:t>Tom Rowan, ST20285213</a:t>
            </a:r>
            <a:endParaRPr lang="en-US" sz="1800" b="0" strike="noStrike" spc="-1">
              <a:solidFill>
                <a:srgbClr val="FFFFFF"/>
              </a:solidFill>
              <a:latin typeface="Arial"/>
            </a:endParaRPr>
          </a:p>
          <a:p>
            <a:pPr defTabSz="914400">
              <a:lnSpc>
                <a:spcPct val="100000"/>
              </a:lnSpc>
            </a:pPr>
            <a:r>
              <a:rPr lang="en-US" sz="1800" b="1" strike="noStrike" spc="-1">
                <a:solidFill>
                  <a:srgbClr val="9AD3F3"/>
                </a:solidFill>
                <a:latin typeface="Century Gothic Paneuropean Heavy"/>
              </a:rPr>
              <a:t>DAT5001_S2_25 PRES1</a:t>
            </a:r>
            <a:endParaRPr lang="en-US" sz="1800" b="0" strike="noStrike" spc="-1">
              <a:solidFill>
                <a:srgbClr val="FFFFFF"/>
              </a:solidFill>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F1A38"/>
        </a:solidFill>
        <a:effectLst/>
      </p:bgPr>
    </p:bg>
    <p:spTree>
      <p:nvGrpSpPr>
        <p:cNvPr id="1" name=""/>
        <p:cNvGrpSpPr/>
        <p:nvPr/>
      </p:nvGrpSpPr>
      <p:grpSpPr>
        <a:xfrm>
          <a:off x="0" y="0"/>
          <a:ext cx="0" cy="0"/>
          <a:chOff x="0" y="0"/>
          <a:chExt cx="0" cy="0"/>
        </a:xfrm>
      </p:grpSpPr>
      <p:sp>
        <p:nvSpPr>
          <p:cNvPr id="58" name="TextBox 2"/>
          <p:cNvSpPr/>
          <p:nvPr/>
        </p:nvSpPr>
        <p:spPr>
          <a:xfrm>
            <a:off x="890280" y="1028880"/>
            <a:ext cx="16506360" cy="1340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10559"/>
              </a:lnSpc>
              <a:tabLst>
                <a:tab pos="0" algn="l"/>
              </a:tabLst>
            </a:pPr>
            <a:r>
              <a:rPr lang="en-US" sz="8800" b="1" strike="noStrike" spc="-369">
                <a:solidFill>
                  <a:srgbClr val="FFFFFF"/>
                </a:solidFill>
                <a:latin typeface="Century Gothic Paneuropean Heavy"/>
                <a:ea typeface="Century Gothic Paneuropean Heavy"/>
              </a:rPr>
              <a:t>Table Of </a:t>
            </a:r>
            <a:r>
              <a:rPr lang="en-US" sz="8800" b="1" strike="noStrike" spc="-369">
                <a:solidFill>
                  <a:srgbClr val="FFBD00"/>
                </a:solidFill>
                <a:latin typeface="Century Gothic Paneuropean Heavy"/>
                <a:ea typeface="Century Gothic Paneuropean Heavy"/>
              </a:rPr>
              <a:t>Contents</a:t>
            </a:r>
            <a:endParaRPr lang="en-US" sz="8800" b="0" strike="noStrike" spc="-1">
              <a:solidFill>
                <a:srgbClr val="FFFFFF"/>
              </a:solidFill>
              <a:latin typeface="Arial"/>
            </a:endParaRPr>
          </a:p>
        </p:txBody>
      </p:sp>
      <p:sp>
        <p:nvSpPr>
          <p:cNvPr id="59" name="TextBox 3"/>
          <p:cNvSpPr/>
          <p:nvPr/>
        </p:nvSpPr>
        <p:spPr>
          <a:xfrm>
            <a:off x="7848720" y="7772400"/>
            <a:ext cx="3685680" cy="426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3359"/>
              </a:lnSpc>
              <a:tabLst>
                <a:tab pos="0" algn="l"/>
              </a:tabLst>
            </a:pPr>
            <a:r>
              <a:rPr lang="en-US" sz="2400" b="0" strike="noStrike" spc="-1">
                <a:solidFill>
                  <a:srgbClr val="FFFFFF"/>
                </a:solidFill>
                <a:latin typeface="Arial"/>
                <a:ea typeface="Open Sauce"/>
              </a:rPr>
              <a:t>Looking at what’s in orbit. </a:t>
            </a:r>
            <a:endParaRPr lang="en-US" sz="2400" b="0" strike="noStrike" spc="-1">
              <a:solidFill>
                <a:srgbClr val="FFFFFF"/>
              </a:solidFill>
              <a:latin typeface="Arial"/>
            </a:endParaRPr>
          </a:p>
        </p:txBody>
      </p:sp>
      <p:sp>
        <p:nvSpPr>
          <p:cNvPr id="60" name="TextBox 4"/>
          <p:cNvSpPr/>
          <p:nvPr/>
        </p:nvSpPr>
        <p:spPr>
          <a:xfrm>
            <a:off x="7848720" y="6591240"/>
            <a:ext cx="3685680" cy="975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3841"/>
              </a:lnSpc>
              <a:tabLst>
                <a:tab pos="0" algn="l"/>
              </a:tabLst>
            </a:pPr>
            <a:r>
              <a:rPr lang="en-US" sz="3200" b="1" strike="noStrike" spc="-1">
                <a:solidFill>
                  <a:srgbClr val="FFBD00"/>
                </a:solidFill>
                <a:latin typeface="Open Sauce Semi-Bold"/>
                <a:ea typeface="Open Sauce Semi-Bold"/>
              </a:rPr>
              <a:t>Exploring </a:t>
            </a:r>
            <a:br>
              <a:rPr sz="3200"/>
            </a:br>
            <a:r>
              <a:rPr lang="en-US" sz="3200" b="1" strike="noStrike" spc="-1">
                <a:solidFill>
                  <a:srgbClr val="FFBD00"/>
                </a:solidFill>
                <a:latin typeface="Open Sauce Semi-Bold"/>
                <a:ea typeface="Open Sauce Semi-Bold"/>
              </a:rPr>
              <a:t>the Data</a:t>
            </a:r>
            <a:endParaRPr lang="en-US" sz="3200" b="0" strike="noStrike" spc="-1">
              <a:solidFill>
                <a:srgbClr val="FFFFFF"/>
              </a:solidFill>
              <a:latin typeface="Arial"/>
            </a:endParaRPr>
          </a:p>
        </p:txBody>
      </p:sp>
      <p:sp>
        <p:nvSpPr>
          <p:cNvPr id="61" name="Freeform 5"/>
          <p:cNvSpPr/>
          <p:nvPr/>
        </p:nvSpPr>
        <p:spPr>
          <a:xfrm>
            <a:off x="8336520" y="3328560"/>
            <a:ext cx="2321280" cy="2710440"/>
          </a:xfrm>
          <a:custGeom>
            <a:avLst/>
            <a:gdLst>
              <a:gd name="textAreaLeft" fmla="*/ 0 w 2321280"/>
              <a:gd name="textAreaRight" fmla="*/ 2322360 w 2321280"/>
              <a:gd name="textAreaTop" fmla="*/ 0 h 2710440"/>
              <a:gd name="textAreaBottom" fmla="*/ 2711520 h 2710440"/>
            </a:gdLst>
            <a:ahLst/>
            <a:cxnLst/>
            <a:rect l="textAreaLeft" t="textAreaTop" r="textAreaRight" b="textAreaBottom"/>
            <a:pathLst>
              <a:path w="2322193" h="2711690">
                <a:moveTo>
                  <a:pt x="0" y="0"/>
                </a:moveTo>
                <a:lnTo>
                  <a:pt x="2322193" y="0"/>
                </a:lnTo>
                <a:lnTo>
                  <a:pt x="2322193" y="2711690"/>
                </a:lnTo>
                <a:lnTo>
                  <a:pt x="0" y="2711690"/>
                </a:lnTo>
                <a:lnTo>
                  <a:pt x="0" y="0"/>
                </a:lnTo>
                <a:close/>
              </a:path>
            </a:pathLst>
          </a:custGeom>
          <a:blipFill rotWithShape="0">
            <a:blip r:embed="rId2">
              <a:extLst>
                <a:ext uri="{96DAC541-7B7A-43D3-8B79-37D633B846F1}">
                  <asvg:svgBlip xmlns:asvg="http://schemas.microsoft.com/office/drawing/2016/SVG/main" r:embed="rId3"/>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GB" sz="1800" b="0" strike="noStrike" spc="-1">
              <a:solidFill>
                <a:schemeClr val="dk1"/>
              </a:solidFill>
              <a:latin typeface="Calibri"/>
            </a:endParaRPr>
          </a:p>
        </p:txBody>
      </p:sp>
      <p:sp>
        <p:nvSpPr>
          <p:cNvPr id="62" name="TextBox 6"/>
          <p:cNvSpPr/>
          <p:nvPr/>
        </p:nvSpPr>
        <p:spPr>
          <a:xfrm>
            <a:off x="12313800" y="6606000"/>
            <a:ext cx="3793320" cy="975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3841"/>
              </a:lnSpc>
              <a:tabLst>
                <a:tab pos="0" algn="l"/>
              </a:tabLst>
            </a:pPr>
            <a:r>
              <a:rPr lang="en-US" sz="3200" b="1" strike="noStrike" spc="-1">
                <a:solidFill>
                  <a:srgbClr val="FFBD00"/>
                </a:solidFill>
                <a:latin typeface="Open Sauce Semi-Bold"/>
                <a:ea typeface="Open Sauce Semi-Bold"/>
              </a:rPr>
              <a:t>Planning for</a:t>
            </a:r>
            <a:endParaRPr lang="en-US" sz="3200" b="0" strike="noStrike" spc="-1">
              <a:solidFill>
                <a:srgbClr val="FFFFFF"/>
              </a:solidFill>
              <a:latin typeface="Arial"/>
            </a:endParaRPr>
          </a:p>
          <a:p>
            <a:pPr algn="ctr" defTabSz="914400">
              <a:lnSpc>
                <a:spcPts val="3841"/>
              </a:lnSpc>
              <a:tabLst>
                <a:tab pos="0" algn="l"/>
              </a:tabLst>
            </a:pPr>
            <a:r>
              <a:rPr lang="en-US" sz="3200" b="1" strike="noStrike" spc="-1">
                <a:solidFill>
                  <a:srgbClr val="FFBD00"/>
                </a:solidFill>
                <a:latin typeface="Open Sauce Semi-Bold"/>
                <a:ea typeface="Open Sauce Semi-Bold"/>
              </a:rPr>
              <a:t>The Future</a:t>
            </a:r>
            <a:endParaRPr lang="en-US" sz="3200" b="0" strike="noStrike" spc="-1">
              <a:solidFill>
                <a:srgbClr val="FFFFFF"/>
              </a:solidFill>
              <a:latin typeface="Arial"/>
            </a:endParaRPr>
          </a:p>
        </p:txBody>
      </p:sp>
      <p:sp>
        <p:nvSpPr>
          <p:cNvPr id="63" name="TextBox 7"/>
          <p:cNvSpPr/>
          <p:nvPr/>
        </p:nvSpPr>
        <p:spPr>
          <a:xfrm>
            <a:off x="12496680" y="7772400"/>
            <a:ext cx="3305160" cy="852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3359"/>
              </a:lnSpc>
              <a:tabLst>
                <a:tab pos="0" algn="l"/>
              </a:tabLst>
            </a:pPr>
            <a:r>
              <a:rPr lang="en-US" sz="2400" b="0" strike="noStrike" spc="-1">
                <a:solidFill>
                  <a:srgbClr val="FFFFFF"/>
                </a:solidFill>
                <a:latin typeface="Open Sauce"/>
                <a:ea typeface="Open Sauce"/>
              </a:rPr>
              <a:t>How can we avoid a disaster?</a:t>
            </a:r>
            <a:endParaRPr lang="en-US" sz="2400" b="0" strike="noStrike" spc="-1">
              <a:solidFill>
                <a:srgbClr val="FFFFFF"/>
              </a:solidFill>
              <a:latin typeface="Arial"/>
            </a:endParaRPr>
          </a:p>
        </p:txBody>
      </p:sp>
      <p:sp>
        <p:nvSpPr>
          <p:cNvPr id="64" name="Freeform 8"/>
          <p:cNvSpPr/>
          <p:nvPr/>
        </p:nvSpPr>
        <p:spPr>
          <a:xfrm>
            <a:off x="12557880" y="3328560"/>
            <a:ext cx="2760840" cy="2710440"/>
          </a:xfrm>
          <a:custGeom>
            <a:avLst/>
            <a:gdLst>
              <a:gd name="textAreaLeft" fmla="*/ 0 w 2760840"/>
              <a:gd name="textAreaRight" fmla="*/ 2761920 w 2760840"/>
              <a:gd name="textAreaTop" fmla="*/ 0 h 2710440"/>
              <a:gd name="textAreaBottom" fmla="*/ 2711520 h 2710440"/>
            </a:gdLst>
            <a:ahLst/>
            <a:cxnLst/>
            <a:rect l="textAreaLeft" t="textAreaTop" r="textAreaRight" b="textAreaBottom"/>
            <a:pathLst>
              <a:path w="2761907" h="2711690">
                <a:moveTo>
                  <a:pt x="0" y="0"/>
                </a:moveTo>
                <a:lnTo>
                  <a:pt x="2761906" y="0"/>
                </a:lnTo>
                <a:lnTo>
                  <a:pt x="2761906" y="2711690"/>
                </a:lnTo>
                <a:lnTo>
                  <a:pt x="0" y="2711690"/>
                </a:lnTo>
                <a:lnTo>
                  <a:pt x="0" y="0"/>
                </a:lnTo>
                <a:close/>
              </a:path>
            </a:pathLst>
          </a:custGeom>
          <a:blipFill rotWithShape="0">
            <a:blip r:embed="rId4">
              <a:extLst>
                <a:ext uri="{96DAC541-7B7A-43D3-8B79-37D633B846F1}">
                  <asvg:svgBlip xmlns:asvg="http://schemas.microsoft.com/office/drawing/2016/SVG/main" r:embed="rId5"/>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GB" sz="1800" b="0" strike="noStrike" spc="-1">
              <a:solidFill>
                <a:schemeClr val="dk1"/>
              </a:solidFill>
              <a:latin typeface="Calibri"/>
            </a:endParaRPr>
          </a:p>
        </p:txBody>
      </p:sp>
      <p:sp>
        <p:nvSpPr>
          <p:cNvPr id="65" name="Freeform 10"/>
          <p:cNvSpPr/>
          <p:nvPr/>
        </p:nvSpPr>
        <p:spPr>
          <a:xfrm>
            <a:off x="2902680" y="3444120"/>
            <a:ext cx="2917080" cy="2917080"/>
          </a:xfrm>
          <a:custGeom>
            <a:avLst/>
            <a:gdLst>
              <a:gd name="textAreaLeft" fmla="*/ 0 w 2917080"/>
              <a:gd name="textAreaRight" fmla="*/ 2918160 w 2917080"/>
              <a:gd name="textAreaTop" fmla="*/ 0 h 2917080"/>
              <a:gd name="textAreaBottom" fmla="*/ 2918160 h 2917080"/>
            </a:gdLst>
            <a:ahLst/>
            <a:cxnLst/>
            <a:rect l="textAreaLeft" t="textAreaTop" r="textAreaRight" b="textAreaBottom"/>
            <a:pathLst>
              <a:path w="3891027" h="3891027">
                <a:moveTo>
                  <a:pt x="0" y="0"/>
                </a:moveTo>
                <a:lnTo>
                  <a:pt x="3891027" y="0"/>
                </a:lnTo>
                <a:lnTo>
                  <a:pt x="3891027" y="3891027"/>
                </a:lnTo>
                <a:lnTo>
                  <a:pt x="0" y="3891027"/>
                </a:lnTo>
                <a:lnTo>
                  <a:pt x="0" y="0"/>
                </a:lnTo>
                <a:close/>
              </a:path>
            </a:pathLst>
          </a:custGeom>
          <a:blipFill rotWithShape="0">
            <a:blip r:embed="rId6">
              <a:extLst>
                <a:ext uri="{96DAC541-7B7A-43D3-8B79-37D633B846F1}">
                  <asvg:svgBlip xmlns:asvg="http://schemas.microsoft.com/office/drawing/2016/SVG/main" r:embed="rId7"/>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GB" sz="1800" b="0" strike="noStrike" spc="-1">
              <a:solidFill>
                <a:schemeClr val="dk1"/>
              </a:solidFill>
              <a:latin typeface="Calibri"/>
            </a:endParaRPr>
          </a:p>
        </p:txBody>
      </p:sp>
      <p:sp>
        <p:nvSpPr>
          <p:cNvPr id="66" name="TextBox 11"/>
          <p:cNvSpPr/>
          <p:nvPr/>
        </p:nvSpPr>
        <p:spPr>
          <a:xfrm>
            <a:off x="1988280" y="6629400"/>
            <a:ext cx="4869720" cy="975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3841"/>
              </a:lnSpc>
              <a:tabLst>
                <a:tab pos="0" algn="l"/>
              </a:tabLst>
            </a:pPr>
            <a:r>
              <a:rPr lang="en-US" sz="3200" b="1" strike="noStrike" spc="-1">
                <a:solidFill>
                  <a:srgbClr val="FFBD00"/>
                </a:solidFill>
                <a:latin typeface="Open Sauce Semi-Bold"/>
                <a:ea typeface="Open Sauce Semi-Bold"/>
              </a:rPr>
              <a:t>What is the Kessler Syndrome?</a:t>
            </a:r>
            <a:endParaRPr lang="en-US" sz="3200" b="0" strike="noStrike" spc="-1">
              <a:solidFill>
                <a:srgbClr val="FFFFFF"/>
              </a:solidFill>
              <a:latin typeface="Arial"/>
            </a:endParaRPr>
          </a:p>
        </p:txBody>
      </p:sp>
      <p:sp>
        <p:nvSpPr>
          <p:cNvPr id="67" name="TextBox 12"/>
          <p:cNvSpPr/>
          <p:nvPr/>
        </p:nvSpPr>
        <p:spPr>
          <a:xfrm>
            <a:off x="2743200" y="7772400"/>
            <a:ext cx="3305160" cy="853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3359"/>
              </a:lnSpc>
              <a:tabLst>
                <a:tab pos="0" algn="l"/>
              </a:tabLst>
            </a:pPr>
            <a:r>
              <a:rPr lang="en-US" sz="2400" b="0" strike="noStrike" spc="-1">
                <a:solidFill>
                  <a:srgbClr val="FFFFFF"/>
                </a:solidFill>
                <a:latin typeface="Open Sauce"/>
                <a:ea typeface="Open Sauce"/>
              </a:rPr>
              <a:t>And its potential impact on civilization.</a:t>
            </a:r>
            <a:endParaRPr lang="en-US" sz="2400" b="0" strike="noStrike" spc="-1">
              <a:solidFill>
                <a:srgbClr val="FFFFFF"/>
              </a:solidFill>
              <a:latin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F1A38"/>
        </a:solidFill>
        <a:effectLst/>
      </p:bgPr>
    </p:bg>
    <p:spTree>
      <p:nvGrpSpPr>
        <p:cNvPr id="1" name=""/>
        <p:cNvGrpSpPr/>
        <p:nvPr/>
      </p:nvGrpSpPr>
      <p:grpSpPr>
        <a:xfrm>
          <a:off x="0" y="0"/>
          <a:ext cx="0" cy="0"/>
          <a:chOff x="0" y="0"/>
          <a:chExt cx="0" cy="0"/>
        </a:xfrm>
      </p:grpSpPr>
      <p:sp>
        <p:nvSpPr>
          <p:cNvPr id="68" name="Freeform 10"/>
          <p:cNvSpPr/>
          <p:nvPr/>
        </p:nvSpPr>
        <p:spPr>
          <a:xfrm>
            <a:off x="12801600" y="6515280"/>
            <a:ext cx="1141920" cy="1141920"/>
          </a:xfrm>
          <a:custGeom>
            <a:avLst/>
            <a:gdLst>
              <a:gd name="textAreaLeft" fmla="*/ 0 w 1141920"/>
              <a:gd name="textAreaRight" fmla="*/ 1143000 w 1141920"/>
              <a:gd name="textAreaTop" fmla="*/ 0 h 1141920"/>
              <a:gd name="textAreaBottom" fmla="*/ 1143000 h 1141920"/>
            </a:gdLst>
            <a:ahLst/>
            <a:cxnLst/>
            <a:rect l="textAreaLeft" t="textAreaTop" r="textAreaRight" b="textAreaBottom"/>
            <a:pathLst>
              <a:path w="3891027" h="3891027">
                <a:moveTo>
                  <a:pt x="0" y="0"/>
                </a:moveTo>
                <a:lnTo>
                  <a:pt x="3891027" y="0"/>
                </a:lnTo>
                <a:lnTo>
                  <a:pt x="3891027" y="3891027"/>
                </a:lnTo>
                <a:lnTo>
                  <a:pt x="0" y="3891027"/>
                </a:lnTo>
                <a:lnTo>
                  <a:pt x="0" y="0"/>
                </a:lnTo>
                <a:close/>
              </a:path>
            </a:pathLst>
          </a:custGeom>
          <a:blipFill rotWithShape="0">
            <a:blip r:embed="rId2">
              <a:extLst>
                <a:ext uri="{96DAC541-7B7A-43D3-8B79-37D633B846F1}">
                  <asvg:svgBlip xmlns:asvg="http://schemas.microsoft.com/office/drawing/2016/SVG/main" r:embed="rId3"/>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GB" sz="1800" b="0" strike="noStrike" spc="-1">
              <a:solidFill>
                <a:schemeClr val="dk1"/>
              </a:solidFill>
              <a:latin typeface="Calibri"/>
            </a:endParaRPr>
          </a:p>
        </p:txBody>
      </p:sp>
      <p:sp>
        <p:nvSpPr>
          <p:cNvPr id="69" name="Freeform 10"/>
          <p:cNvSpPr/>
          <p:nvPr/>
        </p:nvSpPr>
        <p:spPr>
          <a:xfrm>
            <a:off x="12801600" y="4305240"/>
            <a:ext cx="1141920" cy="1141920"/>
          </a:xfrm>
          <a:custGeom>
            <a:avLst/>
            <a:gdLst>
              <a:gd name="textAreaLeft" fmla="*/ 0 w 1141920"/>
              <a:gd name="textAreaRight" fmla="*/ 1143000 w 1141920"/>
              <a:gd name="textAreaTop" fmla="*/ 0 h 1141920"/>
              <a:gd name="textAreaBottom" fmla="*/ 1143000 h 1141920"/>
            </a:gdLst>
            <a:ahLst/>
            <a:cxnLst/>
            <a:rect l="textAreaLeft" t="textAreaTop" r="textAreaRight" b="textAreaBottom"/>
            <a:pathLst>
              <a:path w="3891027" h="3891027">
                <a:moveTo>
                  <a:pt x="0" y="0"/>
                </a:moveTo>
                <a:lnTo>
                  <a:pt x="3891027" y="0"/>
                </a:lnTo>
                <a:lnTo>
                  <a:pt x="3891027" y="3891027"/>
                </a:lnTo>
                <a:lnTo>
                  <a:pt x="0" y="3891027"/>
                </a:lnTo>
                <a:lnTo>
                  <a:pt x="0" y="0"/>
                </a:lnTo>
                <a:close/>
              </a:path>
            </a:pathLst>
          </a:custGeom>
          <a:blipFill rotWithShape="0">
            <a:blip r:embed="rId2">
              <a:extLst>
                <a:ext uri="{96DAC541-7B7A-43D3-8B79-37D633B846F1}">
                  <asvg:svgBlip xmlns:asvg="http://schemas.microsoft.com/office/drawing/2016/SVG/main" r:embed="rId3"/>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GB" sz="1800" b="0" strike="noStrike" spc="-1">
              <a:solidFill>
                <a:schemeClr val="dk1"/>
              </a:solidFill>
              <a:latin typeface="Calibri"/>
            </a:endParaRPr>
          </a:p>
        </p:txBody>
      </p:sp>
      <p:grpSp>
        <p:nvGrpSpPr>
          <p:cNvPr id="70" name="Group 53"/>
          <p:cNvGrpSpPr/>
          <p:nvPr/>
        </p:nvGrpSpPr>
        <p:grpSpPr>
          <a:xfrm>
            <a:off x="12649320" y="4610160"/>
            <a:ext cx="1218240" cy="3351600"/>
            <a:chOff x="12649320" y="4610160"/>
            <a:chExt cx="1218240" cy="3351600"/>
          </a:xfrm>
        </p:grpSpPr>
        <p:sp>
          <p:nvSpPr>
            <p:cNvPr id="71" name="Explosion: 8 Points 36"/>
            <p:cNvSpPr/>
            <p:nvPr/>
          </p:nvSpPr>
          <p:spPr>
            <a:xfrm>
              <a:off x="12649320" y="6819840"/>
              <a:ext cx="1218240" cy="1141920"/>
            </a:xfrm>
            <a:prstGeom prst="irregularSeal1">
              <a:avLst/>
            </a:prstGeom>
            <a:solidFill>
              <a:srgbClr val="FFBD00"/>
            </a:solidFill>
            <a:ln>
              <a:solidFill>
                <a:srgbClr val="000000"/>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GB" sz="1800" b="0" strike="noStrike" spc="-1">
                <a:solidFill>
                  <a:schemeClr val="lt1"/>
                </a:solidFill>
                <a:latin typeface="Calibri"/>
              </a:endParaRPr>
            </a:p>
          </p:txBody>
        </p:sp>
        <p:sp>
          <p:nvSpPr>
            <p:cNvPr id="72" name="Explosion: 8 Points 34"/>
            <p:cNvSpPr/>
            <p:nvPr/>
          </p:nvSpPr>
          <p:spPr>
            <a:xfrm>
              <a:off x="12649320" y="4610160"/>
              <a:ext cx="1218240" cy="1141920"/>
            </a:xfrm>
            <a:prstGeom prst="irregularSeal1">
              <a:avLst/>
            </a:prstGeom>
            <a:solidFill>
              <a:srgbClr val="FFBD00"/>
            </a:solidFill>
            <a:ln>
              <a:solidFill>
                <a:srgbClr val="000000"/>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GB" sz="1800" b="0" strike="noStrike" spc="-1">
                <a:solidFill>
                  <a:schemeClr val="lt1"/>
                </a:solidFill>
                <a:latin typeface="Calibri"/>
              </a:endParaRPr>
            </a:p>
          </p:txBody>
        </p:sp>
      </p:grpSp>
      <p:sp>
        <p:nvSpPr>
          <p:cNvPr id="73" name="TextBox 2"/>
          <p:cNvSpPr/>
          <p:nvPr/>
        </p:nvSpPr>
        <p:spPr>
          <a:xfrm>
            <a:off x="887040" y="731520"/>
            <a:ext cx="16506360" cy="1340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10559"/>
              </a:lnSpc>
              <a:tabLst>
                <a:tab pos="0" algn="l"/>
              </a:tabLst>
            </a:pPr>
            <a:r>
              <a:rPr lang="en-US" sz="8800" b="1" strike="noStrike" spc="-369">
                <a:solidFill>
                  <a:srgbClr val="FFFFFF"/>
                </a:solidFill>
                <a:latin typeface="Century Gothic Paneuropean Heavy"/>
                <a:ea typeface="Century Gothic Paneuropean Heavy"/>
              </a:rPr>
              <a:t>What is the </a:t>
            </a:r>
            <a:r>
              <a:rPr lang="en-US" sz="8800" b="1" strike="noStrike" spc="-369">
                <a:solidFill>
                  <a:srgbClr val="FFBD00"/>
                </a:solidFill>
                <a:latin typeface="Century Gothic Paneuropean Heavy"/>
                <a:ea typeface="Century Gothic Paneuropean Heavy"/>
              </a:rPr>
              <a:t>Kessler Syndrome?</a:t>
            </a:r>
            <a:endParaRPr lang="en-US" sz="8800" b="0" strike="noStrike" spc="-1">
              <a:solidFill>
                <a:srgbClr val="FFFFFF"/>
              </a:solidFill>
              <a:latin typeface="Arial"/>
            </a:endParaRPr>
          </a:p>
        </p:txBody>
      </p:sp>
      <p:sp>
        <p:nvSpPr>
          <p:cNvPr id="74" name="Freeform 10"/>
          <p:cNvSpPr/>
          <p:nvPr/>
        </p:nvSpPr>
        <p:spPr>
          <a:xfrm>
            <a:off x="10515600" y="5295960"/>
            <a:ext cx="1141920" cy="1141920"/>
          </a:xfrm>
          <a:custGeom>
            <a:avLst/>
            <a:gdLst>
              <a:gd name="textAreaLeft" fmla="*/ 0 w 1141920"/>
              <a:gd name="textAreaRight" fmla="*/ 1143000 w 1141920"/>
              <a:gd name="textAreaTop" fmla="*/ 0 h 1141920"/>
              <a:gd name="textAreaBottom" fmla="*/ 1143000 h 1141920"/>
            </a:gdLst>
            <a:ahLst/>
            <a:cxnLst/>
            <a:rect l="textAreaLeft" t="textAreaTop" r="textAreaRight" b="textAreaBottom"/>
            <a:pathLst>
              <a:path w="3891027" h="3891027">
                <a:moveTo>
                  <a:pt x="0" y="0"/>
                </a:moveTo>
                <a:lnTo>
                  <a:pt x="3891027" y="0"/>
                </a:lnTo>
                <a:lnTo>
                  <a:pt x="3891027" y="3891027"/>
                </a:lnTo>
                <a:lnTo>
                  <a:pt x="0" y="3891027"/>
                </a:lnTo>
                <a:lnTo>
                  <a:pt x="0" y="0"/>
                </a:lnTo>
                <a:close/>
              </a:path>
            </a:pathLst>
          </a:custGeom>
          <a:blipFill rotWithShape="0">
            <a:blip r:embed="rId2">
              <a:extLst>
                <a:ext uri="{96DAC541-7B7A-43D3-8B79-37D633B846F1}">
                  <asvg:svgBlip xmlns:asvg="http://schemas.microsoft.com/office/drawing/2016/SVG/main" r:embed="rId3"/>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GB" sz="1800" b="0" strike="noStrike" spc="-1">
              <a:solidFill>
                <a:schemeClr val="dk1"/>
              </a:solidFill>
              <a:latin typeface="Calibri"/>
            </a:endParaRPr>
          </a:p>
        </p:txBody>
      </p:sp>
      <p:sp>
        <p:nvSpPr>
          <p:cNvPr id="75" name="TextBox 7"/>
          <p:cNvSpPr/>
          <p:nvPr/>
        </p:nvSpPr>
        <p:spPr>
          <a:xfrm>
            <a:off x="1143000" y="3543480"/>
            <a:ext cx="3869640" cy="487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841"/>
              </a:lnSpc>
              <a:tabLst>
                <a:tab pos="0" algn="l"/>
              </a:tabLst>
            </a:pPr>
            <a:r>
              <a:rPr lang="en-US" sz="3200" b="1" strike="noStrike" spc="-1">
                <a:solidFill>
                  <a:srgbClr val="9AD3F3"/>
                </a:solidFill>
                <a:latin typeface="Open Sauce Semi-Bold"/>
                <a:ea typeface="Open Sauce Semi-Bold"/>
              </a:rPr>
              <a:t>Collision Cascade</a:t>
            </a:r>
            <a:endParaRPr lang="en-US" sz="3200" b="0" strike="noStrike" spc="-1">
              <a:solidFill>
                <a:srgbClr val="FFFFFF"/>
              </a:solidFill>
              <a:latin typeface="Arial"/>
            </a:endParaRPr>
          </a:p>
        </p:txBody>
      </p:sp>
      <p:sp>
        <p:nvSpPr>
          <p:cNvPr id="76" name="TextBox 11"/>
          <p:cNvSpPr/>
          <p:nvPr/>
        </p:nvSpPr>
        <p:spPr>
          <a:xfrm>
            <a:off x="1143000" y="4305240"/>
            <a:ext cx="5866200" cy="1279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359"/>
              </a:lnSpc>
              <a:tabLst>
                <a:tab pos="0" algn="l"/>
              </a:tabLst>
            </a:pPr>
            <a:r>
              <a:rPr lang="en-US" sz="2400" b="0" strike="noStrike" spc="-1">
                <a:solidFill>
                  <a:srgbClr val="FFFFFF"/>
                </a:solidFill>
                <a:latin typeface="Open Sauce"/>
                <a:ea typeface="Open Sauce"/>
              </a:rPr>
              <a:t>A scenario where satellite and/or space debris collisions cause a cascade effect, making low Earth orbit unusable.</a:t>
            </a:r>
            <a:endParaRPr lang="en-US" sz="2400" b="0" strike="noStrike" spc="-1">
              <a:solidFill>
                <a:srgbClr val="FFFFFF"/>
              </a:solidFill>
              <a:latin typeface="Arial"/>
            </a:endParaRPr>
          </a:p>
        </p:txBody>
      </p:sp>
      <p:sp>
        <p:nvSpPr>
          <p:cNvPr id="77" name="TextBox 7"/>
          <p:cNvSpPr/>
          <p:nvPr/>
        </p:nvSpPr>
        <p:spPr>
          <a:xfrm>
            <a:off x="1143000" y="6743880"/>
            <a:ext cx="3869640" cy="487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841"/>
              </a:lnSpc>
              <a:tabLst>
                <a:tab pos="0" algn="l"/>
              </a:tabLst>
            </a:pPr>
            <a:r>
              <a:rPr lang="en-US" sz="3200" b="1" strike="noStrike" spc="-1">
                <a:solidFill>
                  <a:srgbClr val="9AD3F3"/>
                </a:solidFill>
                <a:latin typeface="Open Sauce Semi-Bold"/>
                <a:ea typeface="Open Sauce Semi-Bold"/>
              </a:rPr>
              <a:t>Disaster Scenario</a:t>
            </a:r>
            <a:endParaRPr lang="en-US" sz="3200" b="0" strike="noStrike" spc="-1">
              <a:solidFill>
                <a:srgbClr val="FFFFFF"/>
              </a:solidFill>
              <a:latin typeface="Arial"/>
            </a:endParaRPr>
          </a:p>
        </p:txBody>
      </p:sp>
      <p:sp>
        <p:nvSpPr>
          <p:cNvPr id="78" name="TextBox 11"/>
          <p:cNvSpPr/>
          <p:nvPr/>
        </p:nvSpPr>
        <p:spPr>
          <a:xfrm>
            <a:off x="1143000" y="7505640"/>
            <a:ext cx="6094800" cy="852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359"/>
              </a:lnSpc>
              <a:tabLst>
                <a:tab pos="0" algn="l"/>
              </a:tabLst>
            </a:pPr>
            <a:r>
              <a:rPr lang="en-US" sz="2400" b="0" strike="noStrike" spc="-1">
                <a:solidFill>
                  <a:srgbClr val="FFFFFF"/>
                </a:solidFill>
                <a:latin typeface="Open Sauce"/>
                <a:ea typeface="Open Sauce"/>
              </a:rPr>
              <a:t>First identified in 1978 by Donald J. Kessler and Burton G. Cour-Palais. </a:t>
            </a:r>
            <a:endParaRPr lang="en-US" sz="2400" b="0" strike="noStrike" spc="-1">
              <a:solidFill>
                <a:srgbClr val="FFFFFF"/>
              </a:solidFill>
              <a:latin typeface="Arial"/>
            </a:endParaRPr>
          </a:p>
        </p:txBody>
      </p:sp>
      <p:sp>
        <p:nvSpPr>
          <p:cNvPr id="79" name="Explosion: 8 Points 21"/>
          <p:cNvSpPr/>
          <p:nvPr/>
        </p:nvSpPr>
        <p:spPr>
          <a:xfrm>
            <a:off x="10363320" y="5600880"/>
            <a:ext cx="1218240" cy="1141920"/>
          </a:xfrm>
          <a:prstGeom prst="irregularSeal1">
            <a:avLst/>
          </a:prstGeom>
          <a:solidFill>
            <a:srgbClr val="FFBD00"/>
          </a:solidFill>
          <a:ln>
            <a:solidFill>
              <a:srgbClr val="000000"/>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GB" sz="1800" b="0" strike="noStrike" spc="-1">
              <a:solidFill>
                <a:schemeClr val="lt1"/>
              </a:solidFill>
              <a:latin typeface="Calibri"/>
            </a:endParaRPr>
          </a:p>
        </p:txBody>
      </p:sp>
      <p:sp>
        <p:nvSpPr>
          <p:cNvPr id="80" name="Freeform 10"/>
          <p:cNvSpPr/>
          <p:nvPr/>
        </p:nvSpPr>
        <p:spPr>
          <a:xfrm>
            <a:off x="7924680" y="5295960"/>
            <a:ext cx="1141920" cy="1141920"/>
          </a:xfrm>
          <a:custGeom>
            <a:avLst/>
            <a:gdLst>
              <a:gd name="textAreaLeft" fmla="*/ 0 w 1141920"/>
              <a:gd name="textAreaRight" fmla="*/ 1143000 w 1141920"/>
              <a:gd name="textAreaTop" fmla="*/ 0 h 1141920"/>
              <a:gd name="textAreaBottom" fmla="*/ 1143000 h 1141920"/>
            </a:gdLst>
            <a:ahLst/>
            <a:cxnLst/>
            <a:rect l="textAreaLeft" t="textAreaTop" r="textAreaRight" b="textAreaBottom"/>
            <a:pathLst>
              <a:path w="3891027" h="3891027">
                <a:moveTo>
                  <a:pt x="0" y="0"/>
                </a:moveTo>
                <a:lnTo>
                  <a:pt x="3891027" y="0"/>
                </a:lnTo>
                <a:lnTo>
                  <a:pt x="3891027" y="3891027"/>
                </a:lnTo>
                <a:lnTo>
                  <a:pt x="0" y="3891027"/>
                </a:lnTo>
                <a:lnTo>
                  <a:pt x="0" y="0"/>
                </a:lnTo>
                <a:close/>
              </a:path>
            </a:pathLst>
          </a:custGeom>
          <a:blipFill rotWithShape="0">
            <a:blip r:embed="rId2">
              <a:extLst>
                <a:ext uri="{96DAC541-7B7A-43D3-8B79-37D633B846F1}">
                  <asvg:svgBlip xmlns:asvg="http://schemas.microsoft.com/office/drawing/2016/SVG/main" r:embed="rId3"/>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GB" sz="1800" b="0" strike="noStrike" spc="-1">
              <a:solidFill>
                <a:schemeClr val="dk1"/>
              </a:solidFill>
              <a:latin typeface="Calibri"/>
            </a:endParaRPr>
          </a:p>
        </p:txBody>
      </p:sp>
      <p:sp>
        <p:nvSpPr>
          <p:cNvPr id="81" name="Arrow: Right 24"/>
          <p:cNvSpPr/>
          <p:nvPr/>
        </p:nvSpPr>
        <p:spPr>
          <a:xfrm>
            <a:off x="9220320" y="5524560"/>
            <a:ext cx="1065600" cy="684720"/>
          </a:xfrm>
          <a:prstGeom prst="rightArrow">
            <a:avLst>
              <a:gd name="adj1" fmla="val 50000"/>
              <a:gd name="adj2" fmla="val 50000"/>
            </a:avLst>
          </a:prstGeom>
          <a:solidFill>
            <a:srgbClr val="0F1A38"/>
          </a:solidFill>
          <a:ln>
            <a:solidFill>
              <a:srgbClr val="FFFFFF"/>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GB" sz="1800" b="0" strike="noStrike" spc="-1">
              <a:solidFill>
                <a:schemeClr val="lt1"/>
              </a:solidFill>
              <a:latin typeface="Calibri"/>
            </a:endParaRPr>
          </a:p>
        </p:txBody>
      </p:sp>
      <p:sp>
        <p:nvSpPr>
          <p:cNvPr id="82" name="Freeform 10"/>
          <p:cNvSpPr/>
          <p:nvPr/>
        </p:nvSpPr>
        <p:spPr>
          <a:xfrm>
            <a:off x="15468480" y="4610160"/>
            <a:ext cx="1141920" cy="1141920"/>
          </a:xfrm>
          <a:custGeom>
            <a:avLst/>
            <a:gdLst>
              <a:gd name="textAreaLeft" fmla="*/ 0 w 1141920"/>
              <a:gd name="textAreaRight" fmla="*/ 1143000 w 1141920"/>
              <a:gd name="textAreaTop" fmla="*/ 0 h 1141920"/>
              <a:gd name="textAreaBottom" fmla="*/ 1143000 h 1141920"/>
            </a:gdLst>
            <a:ahLst/>
            <a:cxnLst/>
            <a:rect l="textAreaLeft" t="textAreaTop" r="textAreaRight" b="textAreaBottom"/>
            <a:pathLst>
              <a:path w="3891027" h="3891027">
                <a:moveTo>
                  <a:pt x="0" y="0"/>
                </a:moveTo>
                <a:lnTo>
                  <a:pt x="3891027" y="0"/>
                </a:lnTo>
                <a:lnTo>
                  <a:pt x="3891027" y="3891027"/>
                </a:lnTo>
                <a:lnTo>
                  <a:pt x="0" y="3891027"/>
                </a:lnTo>
                <a:lnTo>
                  <a:pt x="0" y="0"/>
                </a:lnTo>
                <a:close/>
              </a:path>
            </a:pathLst>
          </a:custGeom>
          <a:blipFill rotWithShape="0">
            <a:blip r:embed="rId2">
              <a:extLst>
                <a:ext uri="{96DAC541-7B7A-43D3-8B79-37D633B846F1}">
                  <asvg:svgBlip xmlns:asvg="http://schemas.microsoft.com/office/drawing/2016/SVG/main" r:embed="rId3"/>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GB" sz="1800" b="0" strike="noStrike" spc="-1">
              <a:solidFill>
                <a:schemeClr val="dk1"/>
              </a:solidFill>
              <a:latin typeface="Calibri"/>
            </a:endParaRPr>
          </a:p>
        </p:txBody>
      </p:sp>
      <p:sp>
        <p:nvSpPr>
          <p:cNvPr id="83" name="Freeform 10"/>
          <p:cNvSpPr/>
          <p:nvPr/>
        </p:nvSpPr>
        <p:spPr>
          <a:xfrm>
            <a:off x="15468480" y="2933640"/>
            <a:ext cx="1141920" cy="1141920"/>
          </a:xfrm>
          <a:custGeom>
            <a:avLst/>
            <a:gdLst>
              <a:gd name="textAreaLeft" fmla="*/ 0 w 1141920"/>
              <a:gd name="textAreaRight" fmla="*/ 1143000 w 1141920"/>
              <a:gd name="textAreaTop" fmla="*/ 0 h 1141920"/>
              <a:gd name="textAreaBottom" fmla="*/ 1143000 h 1141920"/>
            </a:gdLst>
            <a:ahLst/>
            <a:cxnLst/>
            <a:rect l="textAreaLeft" t="textAreaTop" r="textAreaRight" b="textAreaBottom"/>
            <a:pathLst>
              <a:path w="3891027" h="3891027">
                <a:moveTo>
                  <a:pt x="0" y="0"/>
                </a:moveTo>
                <a:lnTo>
                  <a:pt x="3891027" y="0"/>
                </a:lnTo>
                <a:lnTo>
                  <a:pt x="3891027" y="3891027"/>
                </a:lnTo>
                <a:lnTo>
                  <a:pt x="0" y="3891027"/>
                </a:lnTo>
                <a:lnTo>
                  <a:pt x="0" y="0"/>
                </a:lnTo>
                <a:close/>
              </a:path>
            </a:pathLst>
          </a:custGeom>
          <a:blipFill rotWithShape="0">
            <a:blip r:embed="rId2">
              <a:extLst>
                <a:ext uri="{96DAC541-7B7A-43D3-8B79-37D633B846F1}">
                  <asvg:svgBlip xmlns:asvg="http://schemas.microsoft.com/office/drawing/2016/SVG/main" r:embed="rId3"/>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GB" sz="1800" b="0" strike="noStrike" spc="-1">
              <a:solidFill>
                <a:schemeClr val="dk1"/>
              </a:solidFill>
              <a:latin typeface="Calibri"/>
            </a:endParaRPr>
          </a:p>
        </p:txBody>
      </p:sp>
      <p:sp>
        <p:nvSpPr>
          <p:cNvPr id="84" name="Freeform 10"/>
          <p:cNvSpPr/>
          <p:nvPr/>
        </p:nvSpPr>
        <p:spPr>
          <a:xfrm>
            <a:off x="15468480" y="8039160"/>
            <a:ext cx="1141920" cy="1141920"/>
          </a:xfrm>
          <a:custGeom>
            <a:avLst/>
            <a:gdLst>
              <a:gd name="textAreaLeft" fmla="*/ 0 w 1141920"/>
              <a:gd name="textAreaRight" fmla="*/ 1143000 w 1141920"/>
              <a:gd name="textAreaTop" fmla="*/ 0 h 1141920"/>
              <a:gd name="textAreaBottom" fmla="*/ 1143000 h 1141920"/>
            </a:gdLst>
            <a:ahLst/>
            <a:cxnLst/>
            <a:rect l="textAreaLeft" t="textAreaTop" r="textAreaRight" b="textAreaBottom"/>
            <a:pathLst>
              <a:path w="3891027" h="3891027">
                <a:moveTo>
                  <a:pt x="0" y="0"/>
                </a:moveTo>
                <a:lnTo>
                  <a:pt x="3891027" y="0"/>
                </a:lnTo>
                <a:lnTo>
                  <a:pt x="3891027" y="3891027"/>
                </a:lnTo>
                <a:lnTo>
                  <a:pt x="0" y="3891027"/>
                </a:lnTo>
                <a:lnTo>
                  <a:pt x="0" y="0"/>
                </a:lnTo>
                <a:close/>
              </a:path>
            </a:pathLst>
          </a:custGeom>
          <a:blipFill rotWithShape="0">
            <a:blip r:embed="rId2">
              <a:extLst>
                <a:ext uri="{96DAC541-7B7A-43D3-8B79-37D633B846F1}">
                  <asvg:svgBlip xmlns:asvg="http://schemas.microsoft.com/office/drawing/2016/SVG/main" r:embed="rId3"/>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GB" sz="1800" b="0" strike="noStrike" spc="-1">
              <a:solidFill>
                <a:schemeClr val="dk1"/>
              </a:solidFill>
              <a:latin typeface="Calibri"/>
            </a:endParaRPr>
          </a:p>
        </p:txBody>
      </p:sp>
      <p:sp>
        <p:nvSpPr>
          <p:cNvPr id="85" name="Freeform 10"/>
          <p:cNvSpPr/>
          <p:nvPr/>
        </p:nvSpPr>
        <p:spPr>
          <a:xfrm>
            <a:off x="15468480" y="6362640"/>
            <a:ext cx="1141920" cy="1141920"/>
          </a:xfrm>
          <a:custGeom>
            <a:avLst/>
            <a:gdLst>
              <a:gd name="textAreaLeft" fmla="*/ 0 w 1141920"/>
              <a:gd name="textAreaRight" fmla="*/ 1143000 w 1141920"/>
              <a:gd name="textAreaTop" fmla="*/ 0 h 1141920"/>
              <a:gd name="textAreaBottom" fmla="*/ 1143000 h 1141920"/>
            </a:gdLst>
            <a:ahLst/>
            <a:cxnLst/>
            <a:rect l="textAreaLeft" t="textAreaTop" r="textAreaRight" b="textAreaBottom"/>
            <a:pathLst>
              <a:path w="3891027" h="3891027">
                <a:moveTo>
                  <a:pt x="0" y="0"/>
                </a:moveTo>
                <a:lnTo>
                  <a:pt x="3891027" y="0"/>
                </a:lnTo>
                <a:lnTo>
                  <a:pt x="3891027" y="3891027"/>
                </a:lnTo>
                <a:lnTo>
                  <a:pt x="0" y="3891027"/>
                </a:lnTo>
                <a:lnTo>
                  <a:pt x="0" y="0"/>
                </a:lnTo>
                <a:close/>
              </a:path>
            </a:pathLst>
          </a:custGeom>
          <a:blipFill rotWithShape="0">
            <a:blip r:embed="rId2">
              <a:extLst>
                <a:ext uri="{96DAC541-7B7A-43D3-8B79-37D633B846F1}">
                  <asvg:svgBlip xmlns:asvg="http://schemas.microsoft.com/office/drawing/2016/SVG/main" r:embed="rId3"/>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GB" sz="1800" b="0" strike="noStrike" spc="-1">
              <a:solidFill>
                <a:schemeClr val="dk1"/>
              </a:solidFill>
              <a:latin typeface="Calibri"/>
            </a:endParaRPr>
          </a:p>
        </p:txBody>
      </p:sp>
      <p:grpSp>
        <p:nvGrpSpPr>
          <p:cNvPr id="86" name="Group 55"/>
          <p:cNvGrpSpPr/>
          <p:nvPr/>
        </p:nvGrpSpPr>
        <p:grpSpPr>
          <a:xfrm>
            <a:off x="15316200" y="3238560"/>
            <a:ext cx="1218240" cy="6247440"/>
            <a:chOff x="15316200" y="3238560"/>
            <a:chExt cx="1218240" cy="6247440"/>
          </a:xfrm>
        </p:grpSpPr>
        <p:sp>
          <p:nvSpPr>
            <p:cNvPr id="87" name="Explosion: 8 Points 38"/>
            <p:cNvSpPr/>
            <p:nvPr/>
          </p:nvSpPr>
          <p:spPr>
            <a:xfrm>
              <a:off x="15316200" y="4915080"/>
              <a:ext cx="1218240" cy="1141920"/>
            </a:xfrm>
            <a:prstGeom prst="irregularSeal1">
              <a:avLst/>
            </a:prstGeom>
            <a:solidFill>
              <a:srgbClr val="FFBD00"/>
            </a:solidFill>
            <a:ln>
              <a:solidFill>
                <a:srgbClr val="000000"/>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GB" sz="1800" b="0" strike="noStrike" spc="-1">
                <a:solidFill>
                  <a:schemeClr val="lt1"/>
                </a:solidFill>
                <a:latin typeface="Calibri"/>
              </a:endParaRPr>
            </a:p>
          </p:txBody>
        </p:sp>
        <p:sp>
          <p:nvSpPr>
            <p:cNvPr id="88" name="Explosion: 8 Points 40"/>
            <p:cNvSpPr/>
            <p:nvPr/>
          </p:nvSpPr>
          <p:spPr>
            <a:xfrm>
              <a:off x="15316200" y="3238560"/>
              <a:ext cx="1218240" cy="1141920"/>
            </a:xfrm>
            <a:prstGeom prst="irregularSeal1">
              <a:avLst/>
            </a:prstGeom>
            <a:solidFill>
              <a:srgbClr val="FFBD00"/>
            </a:solidFill>
            <a:ln>
              <a:solidFill>
                <a:srgbClr val="000000"/>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GB" sz="1800" b="0" strike="noStrike" spc="-1">
                <a:solidFill>
                  <a:schemeClr val="lt1"/>
                </a:solidFill>
                <a:latin typeface="Calibri"/>
              </a:endParaRPr>
            </a:p>
          </p:txBody>
        </p:sp>
        <p:sp>
          <p:nvSpPr>
            <p:cNvPr id="89" name="Explosion: 8 Points 42"/>
            <p:cNvSpPr/>
            <p:nvPr/>
          </p:nvSpPr>
          <p:spPr>
            <a:xfrm>
              <a:off x="15316200" y="8344080"/>
              <a:ext cx="1218240" cy="1141920"/>
            </a:xfrm>
            <a:prstGeom prst="irregularSeal1">
              <a:avLst/>
            </a:prstGeom>
            <a:solidFill>
              <a:srgbClr val="FFBD00"/>
            </a:solidFill>
            <a:ln>
              <a:solidFill>
                <a:srgbClr val="000000"/>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GB" sz="1800" b="0" strike="noStrike" spc="-1">
                <a:solidFill>
                  <a:schemeClr val="lt1"/>
                </a:solidFill>
                <a:latin typeface="Calibri"/>
              </a:endParaRPr>
            </a:p>
          </p:txBody>
        </p:sp>
        <p:sp>
          <p:nvSpPr>
            <p:cNvPr id="90" name="Explosion: 8 Points 44"/>
            <p:cNvSpPr/>
            <p:nvPr/>
          </p:nvSpPr>
          <p:spPr>
            <a:xfrm>
              <a:off x="15316200" y="6667560"/>
              <a:ext cx="1218240" cy="1141920"/>
            </a:xfrm>
            <a:prstGeom prst="irregularSeal1">
              <a:avLst/>
            </a:prstGeom>
            <a:solidFill>
              <a:srgbClr val="FFBD00"/>
            </a:solidFill>
            <a:ln>
              <a:solidFill>
                <a:srgbClr val="000000"/>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GB" sz="1800" b="0" strike="noStrike" spc="-1">
                <a:solidFill>
                  <a:schemeClr val="lt1"/>
                </a:solidFill>
                <a:latin typeface="Calibri"/>
              </a:endParaRPr>
            </a:p>
          </p:txBody>
        </p:sp>
      </p:grpSp>
      <p:grpSp>
        <p:nvGrpSpPr>
          <p:cNvPr id="91" name="Group 54"/>
          <p:cNvGrpSpPr/>
          <p:nvPr/>
        </p:nvGrpSpPr>
        <p:grpSpPr>
          <a:xfrm>
            <a:off x="14096160" y="3695400"/>
            <a:ext cx="1035360" cy="4877280"/>
            <a:chOff x="14096160" y="3695400"/>
            <a:chExt cx="1035360" cy="4877280"/>
          </a:xfrm>
        </p:grpSpPr>
        <p:sp>
          <p:nvSpPr>
            <p:cNvPr id="92" name="Arrow: Right 46"/>
            <p:cNvSpPr/>
            <p:nvPr/>
          </p:nvSpPr>
          <p:spPr>
            <a:xfrm rot="20311800">
              <a:off x="14271480" y="3810960"/>
              <a:ext cx="761040" cy="684720"/>
            </a:xfrm>
            <a:prstGeom prst="rightArrow">
              <a:avLst>
                <a:gd name="adj1" fmla="val 50000"/>
                <a:gd name="adj2" fmla="val 50000"/>
              </a:avLst>
            </a:prstGeom>
            <a:solidFill>
              <a:srgbClr val="0F1A38"/>
            </a:solidFill>
            <a:ln>
              <a:solidFill>
                <a:srgbClr val="FFFFFF"/>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GB" sz="1800" b="0" strike="noStrike" spc="-1">
                <a:solidFill>
                  <a:schemeClr val="lt1"/>
                </a:solidFill>
                <a:latin typeface="Calibri"/>
              </a:endParaRPr>
            </a:p>
          </p:txBody>
        </p:sp>
        <p:sp>
          <p:nvSpPr>
            <p:cNvPr id="93" name="Arrow: Right 47"/>
            <p:cNvSpPr/>
            <p:nvPr/>
          </p:nvSpPr>
          <p:spPr>
            <a:xfrm rot="1288200" flipV="1">
              <a:off x="14194800" y="7772040"/>
              <a:ext cx="761040" cy="684360"/>
            </a:xfrm>
            <a:prstGeom prst="rightArrow">
              <a:avLst>
                <a:gd name="adj1" fmla="val 50000"/>
                <a:gd name="adj2" fmla="val 50000"/>
              </a:avLst>
            </a:prstGeom>
            <a:solidFill>
              <a:srgbClr val="0F1A38"/>
            </a:solidFill>
            <a:ln>
              <a:solidFill>
                <a:srgbClr val="FFFFFF"/>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GB" sz="1800" b="0" strike="noStrike" spc="-1">
                <a:solidFill>
                  <a:schemeClr val="lt1"/>
                </a:solidFill>
                <a:latin typeface="Calibri"/>
              </a:endParaRPr>
            </a:p>
          </p:txBody>
        </p:sp>
        <p:sp>
          <p:nvSpPr>
            <p:cNvPr id="94" name="Arrow: Right 49"/>
            <p:cNvSpPr/>
            <p:nvPr/>
          </p:nvSpPr>
          <p:spPr>
            <a:xfrm flipV="1">
              <a:off x="14249520" y="6895440"/>
              <a:ext cx="761040" cy="684720"/>
            </a:xfrm>
            <a:prstGeom prst="rightArrow">
              <a:avLst>
                <a:gd name="adj1" fmla="val 50000"/>
                <a:gd name="adj2" fmla="val 50000"/>
              </a:avLst>
            </a:prstGeom>
            <a:solidFill>
              <a:srgbClr val="0F1A38"/>
            </a:solidFill>
            <a:ln>
              <a:solidFill>
                <a:srgbClr val="FFFFFF"/>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GB" sz="1800" b="0" strike="noStrike" spc="-1">
                <a:solidFill>
                  <a:schemeClr val="lt1"/>
                </a:solidFill>
                <a:latin typeface="Calibri"/>
              </a:endParaRPr>
            </a:p>
          </p:txBody>
        </p:sp>
        <p:sp>
          <p:nvSpPr>
            <p:cNvPr id="95" name="Arrow: Right 50"/>
            <p:cNvSpPr/>
            <p:nvPr/>
          </p:nvSpPr>
          <p:spPr>
            <a:xfrm flipV="1">
              <a:off x="14325480" y="4838040"/>
              <a:ext cx="761040" cy="684720"/>
            </a:xfrm>
            <a:prstGeom prst="rightArrow">
              <a:avLst>
                <a:gd name="adj1" fmla="val 50000"/>
                <a:gd name="adj2" fmla="val 50000"/>
              </a:avLst>
            </a:prstGeom>
            <a:solidFill>
              <a:srgbClr val="0F1A38"/>
            </a:solidFill>
            <a:ln>
              <a:solidFill>
                <a:srgbClr val="FFFFFF"/>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GB" sz="1800" b="0" strike="noStrike" spc="-1">
                <a:solidFill>
                  <a:schemeClr val="lt1"/>
                </a:solidFill>
                <a:latin typeface="Calibri"/>
              </a:endParaRPr>
            </a:p>
          </p:txBody>
        </p:sp>
      </p:grpSp>
      <p:grpSp>
        <p:nvGrpSpPr>
          <p:cNvPr id="96" name="Group 52"/>
          <p:cNvGrpSpPr/>
          <p:nvPr/>
        </p:nvGrpSpPr>
        <p:grpSpPr>
          <a:xfrm>
            <a:off x="11734200" y="4990680"/>
            <a:ext cx="959040" cy="1981800"/>
            <a:chOff x="11734200" y="4990680"/>
            <a:chExt cx="959040" cy="1981800"/>
          </a:xfrm>
        </p:grpSpPr>
        <p:sp>
          <p:nvSpPr>
            <p:cNvPr id="97" name="Arrow: Right 45"/>
            <p:cNvSpPr/>
            <p:nvPr/>
          </p:nvSpPr>
          <p:spPr>
            <a:xfrm rot="20311800">
              <a:off x="11833200" y="5106240"/>
              <a:ext cx="761040" cy="684720"/>
            </a:xfrm>
            <a:prstGeom prst="rightArrow">
              <a:avLst>
                <a:gd name="adj1" fmla="val 50000"/>
                <a:gd name="adj2" fmla="val 50000"/>
              </a:avLst>
            </a:prstGeom>
            <a:solidFill>
              <a:srgbClr val="0F1A38"/>
            </a:solidFill>
            <a:ln>
              <a:solidFill>
                <a:srgbClr val="FFFFFF"/>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GB" sz="1800" b="0" strike="noStrike" spc="-1">
                <a:solidFill>
                  <a:schemeClr val="lt1"/>
                </a:solidFill>
                <a:latin typeface="Calibri"/>
              </a:endParaRPr>
            </a:p>
          </p:txBody>
        </p:sp>
        <p:sp>
          <p:nvSpPr>
            <p:cNvPr id="98" name="Arrow: Right 51"/>
            <p:cNvSpPr/>
            <p:nvPr/>
          </p:nvSpPr>
          <p:spPr>
            <a:xfrm rot="1288200" flipV="1">
              <a:off x="11832840" y="6171840"/>
              <a:ext cx="761040" cy="684360"/>
            </a:xfrm>
            <a:prstGeom prst="rightArrow">
              <a:avLst>
                <a:gd name="adj1" fmla="val 50000"/>
                <a:gd name="adj2" fmla="val 50000"/>
              </a:avLst>
            </a:prstGeom>
            <a:solidFill>
              <a:srgbClr val="0F1A38"/>
            </a:solidFill>
            <a:ln>
              <a:solidFill>
                <a:srgbClr val="FFFFFF"/>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GB" sz="1800" b="0" strike="noStrike" spc="-1">
                <a:solidFill>
                  <a:schemeClr val="lt1"/>
                </a:solidFill>
                <a:latin typeface="Calibri"/>
              </a:endParaRPr>
            </a:p>
          </p:txBody>
        </p:sp>
      </p:grpSp>
    </p:spTree>
  </p:cSld>
  <p:clrMapOvr>
    <a:masterClrMapping/>
  </p:clrMapOvr>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1" presetClass="entr" fill="hold" nodeType="clickEffect">
                                  <p:stCondLst>
                                    <p:cond delay="0"/>
                                  </p:stCondLst>
                                  <p:childTnLst>
                                    <p:set>
                                      <p:cBhvr>
                                        <p:cTn id="6" dur="1" fill="hold">
                                          <p:stCondLst>
                                            <p:cond delay="0"/>
                                          </p:stCondLst>
                                        </p:cTn>
                                        <p:tgtEl>
                                          <p:spTgt spid="81"/>
                                        </p:tgtEl>
                                        <p:attrNameLst>
                                          <p:attrName>style.visibility</p:attrName>
                                        </p:attrNameLst>
                                      </p:cBhvr>
                                      <p:to>
                                        <p:strVal val="visible"/>
                                      </p:to>
                                    </p:set>
                                  </p:childTnLst>
                                </p:cTn>
                              </p:par>
                            </p:childTnLst>
                          </p:cTn>
                        </p:par>
                        <p:par>
                          <p:cTn id="7" fill="hold">
                            <p:stCondLst>
                              <p:cond delay="0"/>
                            </p:stCondLst>
                            <p:childTnLst>
                              <p:par>
                                <p:cTn id="8" presetID="1" presetClass="entr" fill="hold" nodeType="afterEffect">
                                  <p:stCondLst>
                                    <p:cond delay="3000"/>
                                  </p:stCondLst>
                                  <p:childTnLst>
                                    <p:set>
                                      <p:cBhvr>
                                        <p:cTn id="9" dur="1" fill="hold">
                                          <p:stCondLst>
                                            <p:cond delay="0"/>
                                          </p:stCondLst>
                                        </p:cTn>
                                        <p:tgtEl>
                                          <p:spTgt spid="79"/>
                                        </p:tgtEl>
                                        <p:attrNameLst>
                                          <p:attrName>style.visibility</p:attrName>
                                        </p:attrNameLst>
                                      </p:cBhvr>
                                      <p:to>
                                        <p:strVal val="visible"/>
                                      </p:to>
                                    </p:set>
                                  </p:childTnLst>
                                </p:cTn>
                              </p:par>
                            </p:childTnLst>
                          </p:cTn>
                        </p:par>
                        <p:par>
                          <p:cTn id="10" fill="hold">
                            <p:stCondLst>
                              <p:cond delay="3000"/>
                            </p:stCondLst>
                            <p:childTnLst>
                              <p:par>
                                <p:cTn id="11" presetID="1" presetClass="entr" fill="hold" nodeType="afterEffect">
                                  <p:stCondLst>
                                    <p:cond delay="3000"/>
                                  </p:stCondLst>
                                  <p:childTnLst>
                                    <p:set>
                                      <p:cBhvr>
                                        <p:cTn id="12" dur="1" fill="hold">
                                          <p:stCondLst>
                                            <p:cond delay="0"/>
                                          </p:stCondLst>
                                        </p:cTn>
                                        <p:tgtEl>
                                          <p:spTgt spid="96"/>
                                        </p:tgtEl>
                                        <p:attrNameLst>
                                          <p:attrName>style.visibility</p:attrName>
                                        </p:attrNameLst>
                                      </p:cBhvr>
                                      <p:to>
                                        <p:strVal val="visible"/>
                                      </p:to>
                                    </p:set>
                                  </p:childTnLst>
                                </p:cTn>
                              </p:par>
                            </p:childTnLst>
                          </p:cTn>
                        </p:par>
                        <p:par>
                          <p:cTn id="13" fill="hold">
                            <p:stCondLst>
                              <p:cond delay="6000"/>
                            </p:stCondLst>
                            <p:childTnLst>
                              <p:par>
                                <p:cTn id="14" presetID="1" presetClass="entr" fill="hold" nodeType="afterEffect">
                                  <p:stCondLst>
                                    <p:cond delay="3000"/>
                                  </p:stCondLst>
                                  <p:childTnLst>
                                    <p:set>
                                      <p:cBhvr>
                                        <p:cTn id="15" dur="1" fill="hold">
                                          <p:stCondLst>
                                            <p:cond delay="0"/>
                                          </p:stCondLst>
                                        </p:cTn>
                                        <p:tgtEl>
                                          <p:spTgt spid="70"/>
                                        </p:tgtEl>
                                        <p:attrNameLst>
                                          <p:attrName>style.visibility</p:attrName>
                                        </p:attrNameLst>
                                      </p:cBhvr>
                                      <p:to>
                                        <p:strVal val="visible"/>
                                      </p:to>
                                    </p:set>
                                  </p:childTnLst>
                                </p:cTn>
                              </p:par>
                            </p:childTnLst>
                          </p:cTn>
                        </p:par>
                        <p:par>
                          <p:cTn id="16" fill="hold">
                            <p:stCondLst>
                              <p:cond delay="9000"/>
                            </p:stCondLst>
                            <p:childTnLst>
                              <p:par>
                                <p:cTn id="17" presetID="1" presetClass="entr" fill="hold" nodeType="afterEffect">
                                  <p:stCondLst>
                                    <p:cond delay="3000"/>
                                  </p:stCondLst>
                                  <p:childTnLst>
                                    <p:set>
                                      <p:cBhvr>
                                        <p:cTn id="18" dur="1" fill="hold">
                                          <p:stCondLst>
                                            <p:cond delay="0"/>
                                          </p:stCondLst>
                                        </p:cTn>
                                        <p:tgtEl>
                                          <p:spTgt spid="91"/>
                                        </p:tgtEl>
                                        <p:attrNameLst>
                                          <p:attrName>style.visibility</p:attrName>
                                        </p:attrNameLst>
                                      </p:cBhvr>
                                      <p:to>
                                        <p:strVal val="visible"/>
                                      </p:to>
                                    </p:set>
                                  </p:childTnLst>
                                </p:cTn>
                              </p:par>
                            </p:childTnLst>
                          </p:cTn>
                        </p:par>
                        <p:par>
                          <p:cTn id="19" fill="hold">
                            <p:stCondLst>
                              <p:cond delay="12000"/>
                            </p:stCondLst>
                            <p:childTnLst>
                              <p:par>
                                <p:cTn id="20" presetID="1" presetClass="entr" fill="hold" nodeType="afterEffect">
                                  <p:stCondLst>
                                    <p:cond delay="3000"/>
                                  </p:stCondLst>
                                  <p:childTnLst>
                                    <p:set>
                                      <p:cBhvr>
                                        <p:cTn id="21" dur="1" fill="hold">
                                          <p:stCondLst>
                                            <p:cond delay="0"/>
                                          </p:stCondLst>
                                        </p:cTn>
                                        <p:tgtEl>
                                          <p:spTgt spid="8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F1A38"/>
        </a:solidFill>
        <a:effectLst/>
      </p:bgPr>
    </p:bg>
    <p:spTree>
      <p:nvGrpSpPr>
        <p:cNvPr id="1" name=""/>
        <p:cNvGrpSpPr/>
        <p:nvPr/>
      </p:nvGrpSpPr>
      <p:grpSpPr>
        <a:xfrm>
          <a:off x="0" y="0"/>
          <a:ext cx="0" cy="0"/>
          <a:chOff x="0" y="0"/>
          <a:chExt cx="0" cy="0"/>
        </a:xfrm>
      </p:grpSpPr>
      <p:sp>
        <p:nvSpPr>
          <p:cNvPr id="99" name="TextBox 6"/>
          <p:cNvSpPr/>
          <p:nvPr/>
        </p:nvSpPr>
        <p:spPr>
          <a:xfrm>
            <a:off x="887040" y="731520"/>
            <a:ext cx="14286600" cy="1371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10800"/>
              </a:lnSpc>
            </a:pPr>
            <a:r>
              <a:rPr lang="en-US" sz="9000" b="1" strike="noStrike" spc="-1">
                <a:solidFill>
                  <a:srgbClr val="FFFFFF"/>
                </a:solidFill>
                <a:latin typeface="Century Gothic Paneuropean Heavy"/>
                <a:ea typeface="Century Gothic Paneuropean Heavy"/>
              </a:rPr>
              <a:t>Satellite </a:t>
            </a:r>
            <a:r>
              <a:rPr lang="en-US" sz="9000" b="1" strike="noStrike" spc="-1">
                <a:solidFill>
                  <a:srgbClr val="FFBD00"/>
                </a:solidFill>
                <a:latin typeface="Century Gothic Paneuropean Heavy"/>
                <a:ea typeface="Century Gothic Paneuropean Heavy"/>
              </a:rPr>
              <a:t>Launch Trends</a:t>
            </a:r>
            <a:endParaRPr lang="en-US" sz="9000" b="0" strike="noStrike" spc="-1">
              <a:solidFill>
                <a:srgbClr val="FFFFFF"/>
              </a:solidFill>
              <a:latin typeface="Arial"/>
            </a:endParaRPr>
          </a:p>
        </p:txBody>
      </p:sp>
      <p:pic>
        <p:nvPicPr>
          <p:cNvPr id="100" name="Picture 99"/>
          <p:cNvPicPr/>
          <p:nvPr/>
        </p:nvPicPr>
        <p:blipFill>
          <a:blip r:embed="rId2"/>
          <a:stretch/>
        </p:blipFill>
        <p:spPr>
          <a:xfrm>
            <a:off x="1265760" y="2057400"/>
            <a:ext cx="15650280" cy="7772040"/>
          </a:xfrm>
          <a:prstGeom prst="rect">
            <a:avLst/>
          </a:prstGeom>
          <a:ln w="0">
            <a:noFill/>
          </a:ln>
        </p:spPr>
      </p:pic>
      <p:sp>
        <p:nvSpPr>
          <p:cNvPr id="101" name="TextBox 5"/>
          <p:cNvSpPr/>
          <p:nvPr/>
        </p:nvSpPr>
        <p:spPr>
          <a:xfrm>
            <a:off x="9944280" y="2514600"/>
            <a:ext cx="5828760" cy="487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841"/>
              </a:lnSpc>
              <a:spcBef>
                <a:spcPts val="1191"/>
              </a:spcBef>
              <a:spcAft>
                <a:spcPts val="992"/>
              </a:spcAft>
              <a:tabLst>
                <a:tab pos="0" algn="l"/>
              </a:tabLst>
            </a:pPr>
            <a:r>
              <a:rPr lang="en-US" sz="3200" b="1" strike="noStrike" spc="-1">
                <a:solidFill>
                  <a:srgbClr val="9AD3F3"/>
                </a:solidFill>
                <a:latin typeface="Open Sauce Semi-Bold"/>
                <a:ea typeface="Open Sauce Semi-Bold"/>
              </a:rPr>
              <a:t>Cumulative In-Orbit Objects</a:t>
            </a:r>
            <a:endParaRPr lang="en-US" sz="3200" b="0" strike="noStrike" spc="-1">
              <a:solidFill>
                <a:srgbClr val="FFFFFF"/>
              </a:solidFill>
              <a:latin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F1A38"/>
        </a:solidFill>
        <a:effectLst/>
      </p:bgPr>
    </p:bg>
    <p:spTree>
      <p:nvGrpSpPr>
        <p:cNvPr id="1" name=""/>
        <p:cNvGrpSpPr/>
        <p:nvPr/>
      </p:nvGrpSpPr>
      <p:grpSpPr>
        <a:xfrm>
          <a:off x="0" y="0"/>
          <a:ext cx="0" cy="0"/>
          <a:chOff x="0" y="0"/>
          <a:chExt cx="0" cy="0"/>
        </a:xfrm>
      </p:grpSpPr>
      <p:pic>
        <p:nvPicPr>
          <p:cNvPr id="102" name="Picture 101"/>
          <p:cNvPicPr/>
          <p:nvPr/>
        </p:nvPicPr>
        <p:blipFill>
          <a:blip r:embed="rId2"/>
          <a:stretch/>
        </p:blipFill>
        <p:spPr>
          <a:xfrm>
            <a:off x="432000" y="2300400"/>
            <a:ext cx="17159760" cy="7541280"/>
          </a:xfrm>
          <a:prstGeom prst="rect">
            <a:avLst/>
          </a:prstGeom>
          <a:ln w="0">
            <a:noFill/>
          </a:ln>
        </p:spPr>
      </p:pic>
      <p:sp>
        <p:nvSpPr>
          <p:cNvPr id="103" name="TextBox 22"/>
          <p:cNvSpPr/>
          <p:nvPr/>
        </p:nvSpPr>
        <p:spPr>
          <a:xfrm>
            <a:off x="887040" y="731520"/>
            <a:ext cx="14286600" cy="1371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10800"/>
              </a:lnSpc>
            </a:pPr>
            <a:r>
              <a:rPr lang="en-US" sz="9000" b="1" strike="noStrike" spc="-1">
                <a:solidFill>
                  <a:srgbClr val="FFFFFF"/>
                </a:solidFill>
                <a:latin typeface="Century Gothic Paneuropean Heavy"/>
                <a:ea typeface="Century Gothic Paneuropean Heavy"/>
              </a:rPr>
              <a:t>What’s up </a:t>
            </a:r>
            <a:r>
              <a:rPr lang="en-US" sz="9000" b="1" strike="noStrike" spc="-1">
                <a:solidFill>
                  <a:srgbClr val="FFBD00"/>
                </a:solidFill>
                <a:latin typeface="Century Gothic Paneuropean Heavy"/>
                <a:ea typeface="Century Gothic Paneuropean Heavy"/>
              </a:rPr>
              <a:t>in Orbit?</a:t>
            </a:r>
            <a:endParaRPr lang="en-US" sz="9000" b="0" strike="noStrike" spc="-1">
              <a:solidFill>
                <a:srgbClr val="FFFFFF"/>
              </a:solidFill>
              <a:latin typeface="Arial"/>
            </a:endParaRPr>
          </a:p>
        </p:txBody>
      </p:sp>
      <p:sp>
        <p:nvSpPr>
          <p:cNvPr id="104" name="TextBox 25"/>
          <p:cNvSpPr/>
          <p:nvPr/>
        </p:nvSpPr>
        <p:spPr>
          <a:xfrm>
            <a:off x="13471920" y="1051560"/>
            <a:ext cx="4332960" cy="975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914400">
              <a:lnSpc>
                <a:spcPts val="3841"/>
              </a:lnSpc>
              <a:tabLst>
                <a:tab pos="0" algn="l"/>
              </a:tabLst>
            </a:pPr>
            <a:r>
              <a:rPr lang="en-US" sz="3200" b="1" strike="noStrike" spc="-1">
                <a:solidFill>
                  <a:srgbClr val="9AD3F3"/>
                </a:solidFill>
                <a:latin typeface="Open Sauce Semi-Bold"/>
                <a:ea typeface="Open Sauce Semi-Bold"/>
              </a:rPr>
              <a:t>Count of Objects In Low Earth Orbit</a:t>
            </a:r>
            <a:endParaRPr lang="en-US" sz="3200" b="0" strike="noStrike" spc="-1">
              <a:solidFill>
                <a:srgbClr val="FFFFFF"/>
              </a:solidFill>
              <a:latin typeface="Arial"/>
            </a:endParaRPr>
          </a:p>
        </p:txBody>
      </p:sp>
      <p:pic>
        <p:nvPicPr>
          <p:cNvPr id="105" name="Picture 104"/>
          <p:cNvPicPr/>
          <p:nvPr/>
        </p:nvPicPr>
        <p:blipFill>
          <a:blip r:embed="rId3"/>
          <a:stretch/>
        </p:blipFill>
        <p:spPr>
          <a:xfrm>
            <a:off x="12032640" y="3332520"/>
            <a:ext cx="6026040" cy="4667760"/>
          </a:xfrm>
          <a:prstGeom prst="rect">
            <a:avLst/>
          </a:prstGeom>
          <a:ln w="0">
            <a:noFill/>
          </a:ln>
        </p:spPr>
      </p:pic>
      <p:pic>
        <p:nvPicPr>
          <p:cNvPr id="106" name="Picture 105"/>
          <p:cNvPicPr/>
          <p:nvPr/>
        </p:nvPicPr>
        <p:blipFill>
          <a:blip r:embed="rId4"/>
          <a:stretch/>
        </p:blipFill>
        <p:spPr>
          <a:xfrm>
            <a:off x="7086600" y="3441600"/>
            <a:ext cx="4794120" cy="4571280"/>
          </a:xfrm>
          <a:prstGeom prst="rect">
            <a:avLst/>
          </a:prstGeom>
          <a:ln w="0">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F1A38"/>
        </a:solidFill>
        <a:effectLst/>
      </p:bgPr>
    </p:bg>
    <p:spTree>
      <p:nvGrpSpPr>
        <p:cNvPr id="1" name=""/>
        <p:cNvGrpSpPr/>
        <p:nvPr/>
      </p:nvGrpSpPr>
      <p:grpSpPr>
        <a:xfrm>
          <a:off x="0" y="0"/>
          <a:ext cx="0" cy="0"/>
          <a:chOff x="0" y="0"/>
          <a:chExt cx="0" cy="0"/>
        </a:xfrm>
      </p:grpSpPr>
      <p:pic>
        <p:nvPicPr>
          <p:cNvPr id="107" name="Picture 106"/>
          <p:cNvPicPr/>
          <p:nvPr/>
        </p:nvPicPr>
        <p:blipFill>
          <a:blip r:embed="rId2"/>
          <a:stretch/>
        </p:blipFill>
        <p:spPr>
          <a:xfrm>
            <a:off x="349200" y="2570400"/>
            <a:ext cx="10843560" cy="7222680"/>
          </a:xfrm>
          <a:prstGeom prst="rect">
            <a:avLst/>
          </a:prstGeom>
          <a:ln w="0">
            <a:noFill/>
          </a:ln>
        </p:spPr>
      </p:pic>
      <p:sp>
        <p:nvSpPr>
          <p:cNvPr id="108" name="TextBox 32"/>
          <p:cNvSpPr/>
          <p:nvPr/>
        </p:nvSpPr>
        <p:spPr>
          <a:xfrm>
            <a:off x="13269240" y="1058400"/>
            <a:ext cx="4332960" cy="97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914400">
              <a:lnSpc>
                <a:spcPts val="3841"/>
              </a:lnSpc>
              <a:tabLst>
                <a:tab pos="0" algn="l"/>
              </a:tabLst>
            </a:pPr>
            <a:r>
              <a:rPr lang="en-US" sz="3200" b="1" strike="noStrike" spc="-1">
                <a:solidFill>
                  <a:srgbClr val="9AD3F3"/>
                </a:solidFill>
                <a:latin typeface="Open Sauce Semi-Bold"/>
                <a:ea typeface="Open Sauce Semi-Bold"/>
              </a:rPr>
              <a:t>Mass of Payloads</a:t>
            </a:r>
            <a:endParaRPr lang="en-US" sz="3200" b="0" strike="noStrike" spc="-1">
              <a:solidFill>
                <a:srgbClr val="FFFFFF"/>
              </a:solidFill>
              <a:latin typeface="Arial"/>
            </a:endParaRPr>
          </a:p>
          <a:p>
            <a:pPr algn="r" defTabSz="914400">
              <a:lnSpc>
                <a:spcPts val="3841"/>
              </a:lnSpc>
              <a:tabLst>
                <a:tab pos="0" algn="l"/>
              </a:tabLst>
            </a:pPr>
            <a:r>
              <a:rPr lang="en-US" sz="3200" b="1" strike="noStrike" spc="-1">
                <a:solidFill>
                  <a:srgbClr val="9AD3F3"/>
                </a:solidFill>
                <a:latin typeface="Open Sauce Semi-Bold"/>
                <a:ea typeface="Open Sauce Semi-Bold"/>
              </a:rPr>
              <a:t>in Low Earth Orbit </a:t>
            </a:r>
            <a:endParaRPr lang="en-US" sz="3200" b="0" strike="noStrike" spc="-1">
              <a:solidFill>
                <a:srgbClr val="FFFFFF"/>
              </a:solidFill>
              <a:latin typeface="Arial"/>
            </a:endParaRPr>
          </a:p>
        </p:txBody>
      </p:sp>
      <p:sp>
        <p:nvSpPr>
          <p:cNvPr id="109" name="TextBox 21"/>
          <p:cNvSpPr/>
          <p:nvPr/>
        </p:nvSpPr>
        <p:spPr>
          <a:xfrm>
            <a:off x="887040" y="754560"/>
            <a:ext cx="14286600" cy="1371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10800"/>
              </a:lnSpc>
            </a:pPr>
            <a:r>
              <a:rPr lang="en-US" sz="9000" b="1" strike="noStrike" spc="-1">
                <a:solidFill>
                  <a:srgbClr val="FFFFFF"/>
                </a:solidFill>
                <a:latin typeface="Century Gothic Paneuropean Heavy"/>
                <a:ea typeface="Century Gothic Paneuropean Heavy"/>
              </a:rPr>
              <a:t>Heavy </a:t>
            </a:r>
            <a:r>
              <a:rPr lang="en-US" sz="9000" b="1" strike="noStrike" spc="-1">
                <a:solidFill>
                  <a:srgbClr val="FFBD00"/>
                </a:solidFill>
                <a:latin typeface="Century Gothic Paneuropean Heavy"/>
                <a:ea typeface="Century Gothic Paneuropean Heavy"/>
              </a:rPr>
              <a:t>Metal</a:t>
            </a:r>
            <a:endParaRPr lang="en-US" sz="9000" b="0" strike="noStrike" spc="-1">
              <a:solidFill>
                <a:srgbClr val="FFFFFF"/>
              </a:solidFill>
              <a:latin typeface="Arial"/>
            </a:endParaRPr>
          </a:p>
        </p:txBody>
      </p:sp>
      <p:pic>
        <p:nvPicPr>
          <p:cNvPr id="110" name="Picture 109"/>
          <p:cNvPicPr/>
          <p:nvPr/>
        </p:nvPicPr>
        <p:blipFill>
          <a:blip r:embed="rId3"/>
          <a:stretch/>
        </p:blipFill>
        <p:spPr>
          <a:xfrm>
            <a:off x="11658600" y="2435400"/>
            <a:ext cx="5943600" cy="7394400"/>
          </a:xfrm>
          <a:prstGeom prst="rect">
            <a:avLst/>
          </a:prstGeom>
          <a:ln w="0">
            <a:noFill/>
          </a:ln>
        </p:spPr>
      </p:pic>
      <p:pic>
        <p:nvPicPr>
          <p:cNvPr id="111" name="Picture 110"/>
          <p:cNvPicPr/>
          <p:nvPr/>
        </p:nvPicPr>
        <p:blipFill>
          <a:blip r:embed="rId4"/>
          <a:stretch/>
        </p:blipFill>
        <p:spPr>
          <a:xfrm>
            <a:off x="4114800" y="3797640"/>
            <a:ext cx="6629400" cy="4948920"/>
          </a:xfrm>
          <a:prstGeom prst="rect">
            <a:avLst/>
          </a:prstGeom>
          <a:ln w="0">
            <a:noFill/>
          </a:ln>
        </p:spPr>
      </p:pic>
      <p:pic>
        <p:nvPicPr>
          <p:cNvPr id="112" name="Picture 111"/>
          <p:cNvPicPr/>
          <p:nvPr/>
        </p:nvPicPr>
        <p:blipFill>
          <a:blip r:embed="rId5"/>
          <a:stretch/>
        </p:blipFill>
        <p:spPr>
          <a:xfrm>
            <a:off x="13944600" y="4283640"/>
            <a:ext cx="3886200" cy="3886200"/>
          </a:xfrm>
          <a:prstGeom prst="rect">
            <a:avLst/>
          </a:prstGeom>
          <a:ln w="0">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F1A38"/>
        </a:solidFill>
        <a:effectLst/>
      </p:bgPr>
    </p:bg>
    <p:spTree>
      <p:nvGrpSpPr>
        <p:cNvPr id="1" name=""/>
        <p:cNvGrpSpPr/>
        <p:nvPr/>
      </p:nvGrpSpPr>
      <p:grpSpPr>
        <a:xfrm>
          <a:off x="0" y="0"/>
          <a:ext cx="0" cy="0"/>
          <a:chOff x="0" y="0"/>
          <a:chExt cx="0" cy="0"/>
        </a:xfrm>
      </p:grpSpPr>
      <p:sp>
        <p:nvSpPr>
          <p:cNvPr id="113" name="TextBox 31"/>
          <p:cNvSpPr/>
          <p:nvPr/>
        </p:nvSpPr>
        <p:spPr>
          <a:xfrm>
            <a:off x="887040" y="731520"/>
            <a:ext cx="14286600" cy="1371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10800"/>
              </a:lnSpc>
            </a:pPr>
            <a:r>
              <a:rPr lang="en-US" sz="9000" b="1" strike="noStrike" spc="-1">
                <a:solidFill>
                  <a:srgbClr val="FFFFFF"/>
                </a:solidFill>
                <a:latin typeface="Century Gothic Paneuropean Heavy"/>
                <a:ea typeface="Century Gothic Paneuropean Heavy"/>
              </a:rPr>
              <a:t>Operators and </a:t>
            </a:r>
            <a:r>
              <a:rPr lang="en-US" sz="9000" b="1" strike="noStrike" spc="-1">
                <a:solidFill>
                  <a:srgbClr val="FFBD00"/>
                </a:solidFill>
                <a:latin typeface="Century Gothic Paneuropean Heavy"/>
                <a:ea typeface="Century Gothic Paneuropean Heavy"/>
              </a:rPr>
              <a:t>Origins</a:t>
            </a:r>
            <a:endParaRPr lang="en-US" sz="9000" b="0" strike="noStrike" spc="-1">
              <a:solidFill>
                <a:srgbClr val="FFFFFF"/>
              </a:solidFill>
              <a:latin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F1A38"/>
        </a:solidFill>
        <a:effectLst/>
      </p:bgPr>
    </p:bg>
    <p:spTree>
      <p:nvGrpSpPr>
        <p:cNvPr id="1" name=""/>
        <p:cNvGrpSpPr/>
        <p:nvPr/>
      </p:nvGrpSpPr>
      <p:grpSpPr>
        <a:xfrm>
          <a:off x="0" y="0"/>
          <a:ext cx="0" cy="0"/>
          <a:chOff x="0" y="0"/>
          <a:chExt cx="0" cy="0"/>
        </a:xfrm>
      </p:grpSpPr>
      <p:sp>
        <p:nvSpPr>
          <p:cNvPr id="114" name="TextBox 6"/>
          <p:cNvSpPr/>
          <p:nvPr/>
        </p:nvSpPr>
        <p:spPr>
          <a:xfrm>
            <a:off x="1028880" y="1019160"/>
            <a:ext cx="14286600" cy="1371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10800"/>
              </a:lnSpc>
            </a:pPr>
            <a:r>
              <a:rPr lang="en-US" sz="9000" b="1" strike="noStrike" spc="-1">
                <a:solidFill>
                  <a:srgbClr val="FFFFFF"/>
                </a:solidFill>
                <a:latin typeface="Century Gothic Paneuropean Heavy"/>
                <a:ea typeface="Century Gothic Paneuropean Heavy"/>
              </a:rPr>
              <a:t>Lifespan and </a:t>
            </a:r>
            <a:r>
              <a:rPr lang="en-US" sz="9000" b="1" strike="noStrike" spc="-1">
                <a:solidFill>
                  <a:srgbClr val="FFBD00"/>
                </a:solidFill>
                <a:latin typeface="Century Gothic Paneuropean Heavy"/>
                <a:ea typeface="Century Gothic Paneuropean Heavy"/>
              </a:rPr>
              <a:t>Litter</a:t>
            </a:r>
            <a:endParaRPr lang="en-US" sz="9000" b="0" strike="noStrike" spc="-1">
              <a:solidFill>
                <a:srgbClr val="FFFFFF"/>
              </a:solidFill>
              <a:latin typeface="Arial"/>
            </a:endParaRPr>
          </a:p>
        </p:txBody>
      </p:sp>
      <p:sp>
        <p:nvSpPr>
          <p:cNvPr id="115" name="TextBox 8"/>
          <p:cNvSpPr/>
          <p:nvPr/>
        </p:nvSpPr>
        <p:spPr>
          <a:xfrm>
            <a:off x="5283720" y="4005360"/>
            <a:ext cx="4031640" cy="487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841"/>
              </a:lnSpc>
              <a:tabLst>
                <a:tab pos="0" algn="l"/>
              </a:tabLst>
            </a:pPr>
            <a:r>
              <a:rPr lang="en-US" sz="3200" b="1" strike="noStrike" spc="-1">
                <a:solidFill>
                  <a:srgbClr val="9AD3F3"/>
                </a:solidFill>
                <a:latin typeface="Open Sauce Semi-Bold"/>
                <a:ea typeface="Open Sauce Semi-Bold"/>
              </a:rPr>
              <a:t>Service Two</a:t>
            </a:r>
            <a:endParaRPr lang="en-US" sz="3200" b="0" strike="noStrike" spc="-1">
              <a:solidFill>
                <a:srgbClr val="FFFFFF"/>
              </a:solidFill>
              <a:latin typeface="Arial"/>
            </a:endParaRPr>
          </a:p>
        </p:txBody>
      </p:sp>
      <p:sp>
        <p:nvSpPr>
          <p:cNvPr id="116" name="TextBox 9"/>
          <p:cNvSpPr/>
          <p:nvPr/>
        </p:nvSpPr>
        <p:spPr>
          <a:xfrm>
            <a:off x="1028880" y="6998400"/>
            <a:ext cx="3869640" cy="487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841"/>
              </a:lnSpc>
              <a:tabLst>
                <a:tab pos="0" algn="l"/>
              </a:tabLst>
            </a:pPr>
            <a:r>
              <a:rPr lang="en-US" sz="3200" b="1" strike="noStrike" spc="-1">
                <a:solidFill>
                  <a:srgbClr val="9AD3F3"/>
                </a:solidFill>
                <a:latin typeface="Open Sauce Semi-Bold"/>
                <a:ea typeface="Open Sauce Semi-Bold"/>
              </a:rPr>
              <a:t>Service Three</a:t>
            </a:r>
            <a:endParaRPr lang="en-US" sz="3200" b="0" strike="noStrike" spc="-1">
              <a:solidFill>
                <a:srgbClr val="FFFFFF"/>
              </a:solidFill>
              <a:latin typeface="Arial"/>
            </a:endParaRPr>
          </a:p>
        </p:txBody>
      </p:sp>
      <p:sp>
        <p:nvSpPr>
          <p:cNvPr id="117" name="TextBox 10"/>
          <p:cNvSpPr/>
          <p:nvPr/>
        </p:nvSpPr>
        <p:spPr>
          <a:xfrm>
            <a:off x="5283720" y="6998400"/>
            <a:ext cx="4031640" cy="487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841"/>
              </a:lnSpc>
              <a:tabLst>
                <a:tab pos="0" algn="l"/>
              </a:tabLst>
            </a:pPr>
            <a:r>
              <a:rPr lang="en-US" sz="3200" b="1" strike="noStrike" spc="-1">
                <a:solidFill>
                  <a:srgbClr val="9AD3F3"/>
                </a:solidFill>
                <a:latin typeface="Open Sauce Semi-Bold"/>
                <a:ea typeface="Open Sauce Semi-Bold"/>
              </a:rPr>
              <a:t>Service Four</a:t>
            </a:r>
            <a:endParaRPr lang="en-US" sz="3200" b="0" strike="noStrike" spc="-1">
              <a:solidFill>
                <a:srgbClr val="FFFFFF"/>
              </a:solidFill>
              <a:latin typeface="Arial"/>
            </a:endParaRPr>
          </a:p>
        </p:txBody>
      </p:sp>
      <p:sp>
        <p:nvSpPr>
          <p:cNvPr id="118" name="TextBox 11"/>
          <p:cNvSpPr/>
          <p:nvPr/>
        </p:nvSpPr>
        <p:spPr>
          <a:xfrm>
            <a:off x="1028880" y="4686840"/>
            <a:ext cx="3869640" cy="852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359"/>
              </a:lnSpc>
              <a:tabLst>
                <a:tab pos="0" algn="l"/>
              </a:tabLst>
            </a:pPr>
            <a:r>
              <a:rPr lang="en-US" sz="2400" b="0" strike="noStrike" spc="-1">
                <a:solidFill>
                  <a:srgbClr val="FFFFFF"/>
                </a:solidFill>
                <a:latin typeface="Open Sauce"/>
                <a:ea typeface="Open Sauce"/>
              </a:rPr>
              <a:t>Elaborate on what you want to discuss. </a:t>
            </a:r>
            <a:endParaRPr lang="en-US" sz="2400" b="0" strike="noStrike" spc="-1">
              <a:solidFill>
                <a:srgbClr val="FFFFFF"/>
              </a:solidFill>
              <a:latin typeface="Arial"/>
            </a:endParaRPr>
          </a:p>
        </p:txBody>
      </p:sp>
      <p:sp>
        <p:nvSpPr>
          <p:cNvPr id="119" name="TextBox 12"/>
          <p:cNvSpPr/>
          <p:nvPr/>
        </p:nvSpPr>
        <p:spPr>
          <a:xfrm>
            <a:off x="5283720" y="4686840"/>
            <a:ext cx="3869640" cy="852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359"/>
              </a:lnSpc>
              <a:tabLst>
                <a:tab pos="0" algn="l"/>
              </a:tabLst>
            </a:pPr>
            <a:r>
              <a:rPr lang="en-US" sz="2400" b="0" strike="noStrike" spc="-1">
                <a:solidFill>
                  <a:srgbClr val="FFFFFF"/>
                </a:solidFill>
                <a:latin typeface="Open Sauce"/>
                <a:ea typeface="Open Sauce"/>
              </a:rPr>
              <a:t>Elaborate on what you want to discuss. </a:t>
            </a:r>
            <a:endParaRPr lang="en-US" sz="2400" b="0" strike="noStrike" spc="-1">
              <a:solidFill>
                <a:srgbClr val="FFFFFF"/>
              </a:solidFill>
              <a:latin typeface="Arial"/>
            </a:endParaRPr>
          </a:p>
        </p:txBody>
      </p:sp>
      <p:sp>
        <p:nvSpPr>
          <p:cNvPr id="120" name="TextBox 13"/>
          <p:cNvSpPr/>
          <p:nvPr/>
        </p:nvSpPr>
        <p:spPr>
          <a:xfrm>
            <a:off x="1028880" y="7679880"/>
            <a:ext cx="3979080" cy="852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359"/>
              </a:lnSpc>
              <a:tabLst>
                <a:tab pos="0" algn="l"/>
              </a:tabLst>
            </a:pPr>
            <a:r>
              <a:rPr lang="en-US" sz="2400" b="0" strike="noStrike" spc="-1">
                <a:solidFill>
                  <a:srgbClr val="FFFFFF"/>
                </a:solidFill>
                <a:latin typeface="Open Sauce"/>
                <a:ea typeface="Open Sauce"/>
              </a:rPr>
              <a:t>Elaborate on what you want to discuss. </a:t>
            </a:r>
            <a:endParaRPr lang="en-US" sz="2400" b="0" strike="noStrike" spc="-1">
              <a:solidFill>
                <a:srgbClr val="FFFFFF"/>
              </a:solidFill>
              <a:latin typeface="Arial"/>
            </a:endParaRPr>
          </a:p>
        </p:txBody>
      </p:sp>
      <p:sp>
        <p:nvSpPr>
          <p:cNvPr id="121" name="TextBox 14"/>
          <p:cNvSpPr/>
          <p:nvPr/>
        </p:nvSpPr>
        <p:spPr>
          <a:xfrm>
            <a:off x="5283720" y="7679880"/>
            <a:ext cx="3979080" cy="852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359"/>
              </a:lnSpc>
              <a:tabLst>
                <a:tab pos="0" algn="l"/>
              </a:tabLst>
            </a:pPr>
            <a:r>
              <a:rPr lang="en-US" sz="2400" b="0" strike="noStrike" spc="-1">
                <a:solidFill>
                  <a:srgbClr val="FFFFFF"/>
                </a:solidFill>
                <a:latin typeface="Open Sauce"/>
                <a:ea typeface="Open Sauce"/>
              </a:rPr>
              <a:t>Elaborate on what you want to discuss. </a:t>
            </a:r>
            <a:endParaRPr lang="en-US" sz="2400" b="0" strike="noStrike" spc="-1">
              <a:solidFill>
                <a:srgbClr val="FFFFFF"/>
              </a:solidFill>
              <a:latin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F1A38"/>
        </a:solidFill>
        <a:effectLst/>
      </p:bgPr>
    </p:bg>
    <p:spTree>
      <p:nvGrpSpPr>
        <p:cNvPr id="1" name=""/>
        <p:cNvGrpSpPr/>
        <p:nvPr/>
      </p:nvGrpSpPr>
      <p:grpSpPr>
        <a:xfrm>
          <a:off x="0" y="0"/>
          <a:ext cx="0" cy="0"/>
          <a:chOff x="0" y="0"/>
          <a:chExt cx="0" cy="0"/>
        </a:xfrm>
      </p:grpSpPr>
      <p:sp>
        <p:nvSpPr>
          <p:cNvPr id="122" name="TextBox 6"/>
          <p:cNvSpPr/>
          <p:nvPr/>
        </p:nvSpPr>
        <p:spPr>
          <a:xfrm>
            <a:off x="1028880" y="1019160"/>
            <a:ext cx="14286600" cy="1371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10800"/>
              </a:lnSpc>
            </a:pPr>
            <a:r>
              <a:rPr lang="en-US" sz="9000" b="1" strike="noStrike" spc="-1">
                <a:solidFill>
                  <a:srgbClr val="FFFFFF"/>
                </a:solidFill>
                <a:latin typeface="Century Gothic Paneuropean Heavy"/>
                <a:ea typeface="Century Gothic Paneuropean Heavy"/>
              </a:rPr>
              <a:t>Collision </a:t>
            </a:r>
            <a:r>
              <a:rPr lang="en-US" sz="9000" b="1" strike="noStrike" spc="-1">
                <a:solidFill>
                  <a:srgbClr val="FFBD00"/>
                </a:solidFill>
                <a:latin typeface="Century Gothic Paneuropean Heavy"/>
                <a:ea typeface="Century Gothic Paneuropean Heavy"/>
              </a:rPr>
              <a:t>Risk</a:t>
            </a:r>
            <a:endParaRPr lang="en-US" sz="9000" b="0" strike="noStrike" spc="-1">
              <a:solidFill>
                <a:srgbClr val="FFFFFF"/>
              </a:solidFill>
              <a:latin typeface="Arial"/>
            </a:endParaRPr>
          </a:p>
        </p:txBody>
      </p:sp>
      <p:sp>
        <p:nvSpPr>
          <p:cNvPr id="123" name="TextBox 7"/>
          <p:cNvSpPr/>
          <p:nvPr/>
        </p:nvSpPr>
        <p:spPr>
          <a:xfrm>
            <a:off x="1028880" y="4005360"/>
            <a:ext cx="3869640" cy="487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841"/>
              </a:lnSpc>
              <a:tabLst>
                <a:tab pos="0" algn="l"/>
              </a:tabLst>
            </a:pPr>
            <a:r>
              <a:rPr lang="en-US" sz="3200" b="1" strike="noStrike" spc="-1">
                <a:solidFill>
                  <a:srgbClr val="9AD3F3"/>
                </a:solidFill>
                <a:latin typeface="Open Sauce Semi-Bold"/>
                <a:ea typeface="Open Sauce Semi-Bold"/>
              </a:rPr>
              <a:t>Service One</a:t>
            </a:r>
            <a:endParaRPr lang="en-US" sz="3200" b="0" strike="noStrike" spc="-1">
              <a:solidFill>
                <a:srgbClr val="FFFFFF"/>
              </a:solidFill>
              <a:latin typeface="Arial"/>
            </a:endParaRPr>
          </a:p>
        </p:txBody>
      </p:sp>
      <p:sp>
        <p:nvSpPr>
          <p:cNvPr id="124" name="TextBox 8"/>
          <p:cNvSpPr/>
          <p:nvPr/>
        </p:nvSpPr>
        <p:spPr>
          <a:xfrm>
            <a:off x="5283720" y="4005360"/>
            <a:ext cx="4031640" cy="487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841"/>
              </a:lnSpc>
              <a:tabLst>
                <a:tab pos="0" algn="l"/>
              </a:tabLst>
            </a:pPr>
            <a:r>
              <a:rPr lang="en-US" sz="3200" b="1" strike="noStrike" spc="-1">
                <a:solidFill>
                  <a:srgbClr val="9AD3F3"/>
                </a:solidFill>
                <a:latin typeface="Open Sauce Semi-Bold"/>
                <a:ea typeface="Open Sauce Semi-Bold"/>
              </a:rPr>
              <a:t>Service Two</a:t>
            </a:r>
            <a:endParaRPr lang="en-US" sz="3200" b="0" strike="noStrike" spc="-1">
              <a:solidFill>
                <a:srgbClr val="FFFFFF"/>
              </a:solidFill>
              <a:latin typeface="Arial"/>
            </a:endParaRPr>
          </a:p>
        </p:txBody>
      </p:sp>
      <p:sp>
        <p:nvSpPr>
          <p:cNvPr id="125" name="TextBox 9"/>
          <p:cNvSpPr/>
          <p:nvPr/>
        </p:nvSpPr>
        <p:spPr>
          <a:xfrm>
            <a:off x="1028880" y="6998400"/>
            <a:ext cx="3869640" cy="487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841"/>
              </a:lnSpc>
              <a:tabLst>
                <a:tab pos="0" algn="l"/>
              </a:tabLst>
            </a:pPr>
            <a:r>
              <a:rPr lang="en-US" sz="3200" b="1" strike="noStrike" spc="-1">
                <a:solidFill>
                  <a:srgbClr val="9AD3F3"/>
                </a:solidFill>
                <a:latin typeface="Open Sauce Semi-Bold"/>
                <a:ea typeface="Open Sauce Semi-Bold"/>
              </a:rPr>
              <a:t>Service Three</a:t>
            </a:r>
            <a:endParaRPr lang="en-US" sz="3200" b="0" strike="noStrike" spc="-1">
              <a:solidFill>
                <a:srgbClr val="FFFFFF"/>
              </a:solidFill>
              <a:latin typeface="Arial"/>
            </a:endParaRPr>
          </a:p>
        </p:txBody>
      </p:sp>
      <p:sp>
        <p:nvSpPr>
          <p:cNvPr id="126" name="TextBox 10"/>
          <p:cNvSpPr/>
          <p:nvPr/>
        </p:nvSpPr>
        <p:spPr>
          <a:xfrm>
            <a:off x="5283720" y="6998400"/>
            <a:ext cx="4031640" cy="487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841"/>
              </a:lnSpc>
              <a:tabLst>
                <a:tab pos="0" algn="l"/>
              </a:tabLst>
            </a:pPr>
            <a:r>
              <a:rPr lang="en-US" sz="3200" b="1" strike="noStrike" spc="-1">
                <a:solidFill>
                  <a:srgbClr val="9AD3F3"/>
                </a:solidFill>
                <a:latin typeface="Open Sauce Semi-Bold"/>
                <a:ea typeface="Open Sauce Semi-Bold"/>
              </a:rPr>
              <a:t>Service Four</a:t>
            </a:r>
            <a:endParaRPr lang="en-US" sz="3200" b="0" strike="noStrike" spc="-1">
              <a:solidFill>
                <a:srgbClr val="FFFFFF"/>
              </a:solidFill>
              <a:latin typeface="Arial"/>
            </a:endParaRPr>
          </a:p>
        </p:txBody>
      </p:sp>
      <p:sp>
        <p:nvSpPr>
          <p:cNvPr id="127" name="TextBox 11"/>
          <p:cNvSpPr/>
          <p:nvPr/>
        </p:nvSpPr>
        <p:spPr>
          <a:xfrm>
            <a:off x="1028880" y="4686840"/>
            <a:ext cx="3869640" cy="3412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359"/>
              </a:lnSpc>
              <a:spcBef>
                <a:spcPts val="1191"/>
              </a:spcBef>
              <a:spcAft>
                <a:spcPts val="992"/>
              </a:spcAft>
              <a:tabLst>
                <a:tab pos="0" algn="l"/>
              </a:tabLst>
            </a:pPr>
            <a:r>
              <a:rPr lang="en-US" sz="2400" b="0" strike="noStrike" spc="-1">
                <a:solidFill>
                  <a:srgbClr val="FFFFFF"/>
                </a:solidFill>
                <a:latin typeface="Open Sauce"/>
                <a:ea typeface="Open Sauce"/>
              </a:rPr>
              <a:t>During the first four years after the first Starlink launch, the number of evasive maneuvers kept doubling every six months, reaching 25,299 in the half-year leading up to May 31, 2023</a:t>
            </a:r>
            <a:endParaRPr lang="en-US" sz="2400" b="0" strike="noStrike" spc="-1">
              <a:solidFill>
                <a:srgbClr val="FFFFFF"/>
              </a:solidFill>
              <a:latin typeface="Arial"/>
            </a:endParaRPr>
          </a:p>
        </p:txBody>
      </p:sp>
      <p:sp>
        <p:nvSpPr>
          <p:cNvPr id="128" name="TextBox 12"/>
          <p:cNvSpPr/>
          <p:nvPr/>
        </p:nvSpPr>
        <p:spPr>
          <a:xfrm>
            <a:off x="5283720" y="4686840"/>
            <a:ext cx="3869640" cy="852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359"/>
              </a:lnSpc>
              <a:tabLst>
                <a:tab pos="0" algn="l"/>
              </a:tabLst>
            </a:pPr>
            <a:r>
              <a:rPr lang="en-US" sz="2400" b="0" strike="noStrike" spc="-1">
                <a:solidFill>
                  <a:srgbClr val="FFFFFF"/>
                </a:solidFill>
                <a:latin typeface="Open Sauce"/>
                <a:ea typeface="Open Sauce"/>
              </a:rPr>
              <a:t>Elaborate on what you want to discuss. </a:t>
            </a:r>
            <a:endParaRPr lang="en-US" sz="2400" b="0" strike="noStrike" spc="-1">
              <a:solidFill>
                <a:srgbClr val="FFFFFF"/>
              </a:solidFill>
              <a:latin typeface="Arial"/>
            </a:endParaRPr>
          </a:p>
        </p:txBody>
      </p:sp>
      <p:sp>
        <p:nvSpPr>
          <p:cNvPr id="129" name="TextBox 13"/>
          <p:cNvSpPr/>
          <p:nvPr/>
        </p:nvSpPr>
        <p:spPr>
          <a:xfrm>
            <a:off x="1028880" y="7679880"/>
            <a:ext cx="3979080" cy="852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359"/>
              </a:lnSpc>
              <a:tabLst>
                <a:tab pos="0" algn="l"/>
              </a:tabLst>
            </a:pPr>
            <a:r>
              <a:rPr lang="en-US" sz="2400" b="0" strike="noStrike" spc="-1">
                <a:solidFill>
                  <a:srgbClr val="FFFFFF"/>
                </a:solidFill>
                <a:latin typeface="Open Sauce"/>
                <a:ea typeface="Open Sauce"/>
              </a:rPr>
              <a:t>Elaborate on what you want to discuss. </a:t>
            </a:r>
            <a:endParaRPr lang="en-US" sz="2400" b="0" strike="noStrike" spc="-1">
              <a:solidFill>
                <a:srgbClr val="FFFFFF"/>
              </a:solidFill>
              <a:latin typeface="Arial"/>
            </a:endParaRPr>
          </a:p>
        </p:txBody>
      </p:sp>
      <p:sp>
        <p:nvSpPr>
          <p:cNvPr id="130" name="TextBox 14"/>
          <p:cNvSpPr/>
          <p:nvPr/>
        </p:nvSpPr>
        <p:spPr>
          <a:xfrm>
            <a:off x="5283720" y="7679880"/>
            <a:ext cx="3979080" cy="852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359"/>
              </a:lnSpc>
              <a:tabLst>
                <a:tab pos="0" algn="l"/>
              </a:tabLst>
            </a:pPr>
            <a:r>
              <a:rPr lang="en-US" sz="2400" b="0" strike="noStrike" spc="-1">
                <a:solidFill>
                  <a:srgbClr val="FFFFFF"/>
                </a:solidFill>
                <a:latin typeface="Open Sauce"/>
                <a:ea typeface="Open Sauce"/>
              </a:rPr>
              <a:t>Elaborate on what you want to discuss. </a:t>
            </a:r>
            <a:endParaRPr lang="en-US" sz="2400" b="0" strike="noStrike" spc="-1">
              <a:solidFill>
                <a:srgbClr val="FFFFFF"/>
              </a:solidFill>
              <a:latin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F1A38"/>
        </a:solidFill>
        <a:effectLst/>
      </p:bgPr>
    </p:bg>
    <p:spTree>
      <p:nvGrpSpPr>
        <p:cNvPr id="1" name=""/>
        <p:cNvGrpSpPr/>
        <p:nvPr/>
      </p:nvGrpSpPr>
      <p:grpSpPr>
        <a:xfrm>
          <a:off x="0" y="0"/>
          <a:ext cx="0" cy="0"/>
          <a:chOff x="0" y="0"/>
          <a:chExt cx="0" cy="0"/>
        </a:xfrm>
      </p:grpSpPr>
      <p:sp>
        <p:nvSpPr>
          <p:cNvPr id="131" name="TextBox 6"/>
          <p:cNvSpPr/>
          <p:nvPr/>
        </p:nvSpPr>
        <p:spPr>
          <a:xfrm>
            <a:off x="1028880" y="1019160"/>
            <a:ext cx="14286600" cy="1371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10800"/>
              </a:lnSpc>
            </a:pPr>
            <a:r>
              <a:rPr lang="en-US" sz="9000" b="1" strike="noStrike" spc="-1">
                <a:solidFill>
                  <a:srgbClr val="FFFFFF"/>
                </a:solidFill>
                <a:latin typeface="Century Gothic Paneuropean Heavy"/>
                <a:ea typeface="Century Gothic Paneuropean Heavy"/>
              </a:rPr>
              <a:t>What is </a:t>
            </a:r>
            <a:r>
              <a:rPr lang="en-US" sz="9000" b="1" strike="noStrike" spc="-1">
                <a:solidFill>
                  <a:srgbClr val="FFBD00"/>
                </a:solidFill>
                <a:latin typeface="Century Gothic Paneuropean Heavy"/>
                <a:ea typeface="Century Gothic Paneuropean Heavy"/>
              </a:rPr>
              <a:t>at Stake?</a:t>
            </a:r>
            <a:endParaRPr lang="en-US" sz="9000" b="0" strike="noStrike" spc="-1">
              <a:solidFill>
                <a:srgbClr val="FFFFFF"/>
              </a:solidFill>
              <a:latin typeface="Arial"/>
            </a:endParaRPr>
          </a:p>
        </p:txBody>
      </p:sp>
      <p:sp>
        <p:nvSpPr>
          <p:cNvPr id="132" name="TextBox 7"/>
          <p:cNvSpPr/>
          <p:nvPr/>
        </p:nvSpPr>
        <p:spPr>
          <a:xfrm>
            <a:off x="1028880" y="4005360"/>
            <a:ext cx="3869640" cy="487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841"/>
              </a:lnSpc>
              <a:tabLst>
                <a:tab pos="0" algn="l"/>
              </a:tabLst>
            </a:pPr>
            <a:r>
              <a:rPr lang="en-US" sz="3200" b="1" strike="noStrike" spc="-1">
                <a:solidFill>
                  <a:srgbClr val="9AD3F3"/>
                </a:solidFill>
                <a:latin typeface="Open Sauce Semi-Bold"/>
                <a:ea typeface="Open Sauce Semi-Bold"/>
              </a:rPr>
              <a:t>Service One</a:t>
            </a:r>
            <a:endParaRPr lang="en-US" sz="3200" b="0" strike="noStrike" spc="-1">
              <a:solidFill>
                <a:srgbClr val="FFFFFF"/>
              </a:solidFill>
              <a:latin typeface="Arial"/>
            </a:endParaRPr>
          </a:p>
        </p:txBody>
      </p:sp>
      <p:sp>
        <p:nvSpPr>
          <p:cNvPr id="133" name="TextBox 8"/>
          <p:cNvSpPr/>
          <p:nvPr/>
        </p:nvSpPr>
        <p:spPr>
          <a:xfrm>
            <a:off x="5283720" y="4005360"/>
            <a:ext cx="4031640" cy="487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841"/>
              </a:lnSpc>
              <a:tabLst>
                <a:tab pos="0" algn="l"/>
              </a:tabLst>
            </a:pPr>
            <a:r>
              <a:rPr lang="en-US" sz="3200" b="1" strike="noStrike" spc="-1">
                <a:solidFill>
                  <a:srgbClr val="9AD3F3"/>
                </a:solidFill>
                <a:latin typeface="Open Sauce Semi-Bold"/>
                <a:ea typeface="Open Sauce Semi-Bold"/>
              </a:rPr>
              <a:t>Service Two</a:t>
            </a:r>
            <a:endParaRPr lang="en-US" sz="3200" b="0" strike="noStrike" spc="-1">
              <a:solidFill>
                <a:srgbClr val="FFFFFF"/>
              </a:solidFill>
              <a:latin typeface="Arial"/>
            </a:endParaRPr>
          </a:p>
        </p:txBody>
      </p:sp>
      <p:sp>
        <p:nvSpPr>
          <p:cNvPr id="134" name="TextBox 9"/>
          <p:cNvSpPr/>
          <p:nvPr/>
        </p:nvSpPr>
        <p:spPr>
          <a:xfrm>
            <a:off x="1028880" y="6998400"/>
            <a:ext cx="3869640" cy="487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841"/>
              </a:lnSpc>
              <a:tabLst>
                <a:tab pos="0" algn="l"/>
              </a:tabLst>
            </a:pPr>
            <a:r>
              <a:rPr lang="en-US" sz="3200" b="1" strike="noStrike" spc="-1">
                <a:solidFill>
                  <a:srgbClr val="9AD3F3"/>
                </a:solidFill>
                <a:latin typeface="Open Sauce Semi-Bold"/>
                <a:ea typeface="Open Sauce Semi-Bold"/>
              </a:rPr>
              <a:t>Service Three</a:t>
            </a:r>
            <a:endParaRPr lang="en-US" sz="3200" b="0" strike="noStrike" spc="-1">
              <a:solidFill>
                <a:srgbClr val="FFFFFF"/>
              </a:solidFill>
              <a:latin typeface="Arial"/>
            </a:endParaRPr>
          </a:p>
        </p:txBody>
      </p:sp>
      <p:sp>
        <p:nvSpPr>
          <p:cNvPr id="135" name="TextBox 10"/>
          <p:cNvSpPr/>
          <p:nvPr/>
        </p:nvSpPr>
        <p:spPr>
          <a:xfrm>
            <a:off x="5283720" y="6998400"/>
            <a:ext cx="4031640" cy="487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841"/>
              </a:lnSpc>
              <a:tabLst>
                <a:tab pos="0" algn="l"/>
              </a:tabLst>
            </a:pPr>
            <a:r>
              <a:rPr lang="en-US" sz="3200" b="1" strike="noStrike" spc="-1">
                <a:solidFill>
                  <a:srgbClr val="9AD3F3"/>
                </a:solidFill>
                <a:latin typeface="Open Sauce Semi-Bold"/>
                <a:ea typeface="Open Sauce Semi-Bold"/>
              </a:rPr>
              <a:t>Service Four</a:t>
            </a:r>
            <a:endParaRPr lang="en-US" sz="3200" b="0" strike="noStrike" spc="-1">
              <a:solidFill>
                <a:srgbClr val="FFFFFF"/>
              </a:solidFill>
              <a:latin typeface="Arial"/>
            </a:endParaRPr>
          </a:p>
        </p:txBody>
      </p:sp>
      <p:sp>
        <p:nvSpPr>
          <p:cNvPr id="136" name="TextBox 11"/>
          <p:cNvSpPr/>
          <p:nvPr/>
        </p:nvSpPr>
        <p:spPr>
          <a:xfrm>
            <a:off x="1028880" y="4686840"/>
            <a:ext cx="3869640" cy="852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359"/>
              </a:lnSpc>
              <a:tabLst>
                <a:tab pos="0" algn="l"/>
              </a:tabLst>
            </a:pPr>
            <a:r>
              <a:rPr lang="en-US" sz="2400" b="0" strike="noStrike" spc="-1">
                <a:solidFill>
                  <a:srgbClr val="FFFFFF"/>
                </a:solidFill>
                <a:latin typeface="Open Sauce"/>
                <a:ea typeface="Open Sauce"/>
              </a:rPr>
              <a:t>Elaborate on what you want to discuss. </a:t>
            </a:r>
            <a:endParaRPr lang="en-US" sz="2400" b="0" strike="noStrike" spc="-1">
              <a:solidFill>
                <a:srgbClr val="FFFFFF"/>
              </a:solidFill>
              <a:latin typeface="Arial"/>
            </a:endParaRPr>
          </a:p>
        </p:txBody>
      </p:sp>
      <p:sp>
        <p:nvSpPr>
          <p:cNvPr id="137" name="TextBox 12"/>
          <p:cNvSpPr/>
          <p:nvPr/>
        </p:nvSpPr>
        <p:spPr>
          <a:xfrm>
            <a:off x="5283720" y="4686840"/>
            <a:ext cx="3869640" cy="3839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359"/>
              </a:lnSpc>
            </a:pPr>
            <a:r>
              <a:rPr lang="en-US" sz="2400" b="0" strike="noStrike" spc="-1">
                <a:solidFill>
                  <a:srgbClr val="FFFFFF"/>
                </a:solidFill>
                <a:latin typeface="Open Sauce"/>
                <a:ea typeface="Open Sauce"/>
              </a:rPr>
              <a:t>Elaborate on what you want to discuss. </a:t>
            </a:r>
            <a:br>
              <a:rPr sz="2400"/>
            </a:br>
            <a:br>
              <a:rPr sz="2400"/>
            </a:br>
            <a:r>
              <a:rPr lang="en-US" sz="2400" b="0" strike="noStrike" spc="-1">
                <a:solidFill>
                  <a:srgbClr val="FFFFFF"/>
                </a:solidFill>
                <a:latin typeface="Open Sauce"/>
                <a:ea typeface="Open Sauce"/>
              </a:rPr>
              <a:t>https://arstechnica.com/space/2025/11/landing-postponed-for-chinese-astronauts-after-suspected-space-debris-strike/</a:t>
            </a:r>
            <a:endParaRPr lang="en-US" sz="2400" b="0" strike="noStrike" spc="-1">
              <a:solidFill>
                <a:srgbClr val="FFFFFF"/>
              </a:solidFill>
              <a:latin typeface="Arial"/>
            </a:endParaRPr>
          </a:p>
        </p:txBody>
      </p:sp>
      <p:sp>
        <p:nvSpPr>
          <p:cNvPr id="138" name="TextBox 13"/>
          <p:cNvSpPr/>
          <p:nvPr/>
        </p:nvSpPr>
        <p:spPr>
          <a:xfrm>
            <a:off x="1028880" y="7679880"/>
            <a:ext cx="3979080" cy="852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359"/>
              </a:lnSpc>
              <a:tabLst>
                <a:tab pos="0" algn="l"/>
              </a:tabLst>
            </a:pPr>
            <a:r>
              <a:rPr lang="en-US" sz="2400" b="0" strike="noStrike" spc="-1">
                <a:solidFill>
                  <a:srgbClr val="FFFFFF"/>
                </a:solidFill>
                <a:latin typeface="Open Sauce"/>
                <a:ea typeface="Open Sauce"/>
              </a:rPr>
              <a:t>Elaborate on what you want to discuss. </a:t>
            </a:r>
            <a:endParaRPr lang="en-US" sz="2400" b="0" strike="noStrike" spc="-1">
              <a:solidFill>
                <a:srgbClr val="FFFFFF"/>
              </a:solidFill>
              <a:latin typeface="Arial"/>
            </a:endParaRPr>
          </a:p>
        </p:txBody>
      </p:sp>
      <p:sp>
        <p:nvSpPr>
          <p:cNvPr id="139" name="TextBox 14"/>
          <p:cNvSpPr/>
          <p:nvPr/>
        </p:nvSpPr>
        <p:spPr>
          <a:xfrm>
            <a:off x="5283720" y="7679880"/>
            <a:ext cx="3979080" cy="852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359"/>
              </a:lnSpc>
              <a:tabLst>
                <a:tab pos="0" algn="l"/>
              </a:tabLst>
            </a:pPr>
            <a:r>
              <a:rPr lang="en-US" sz="2400" b="0" strike="noStrike" spc="-1">
                <a:solidFill>
                  <a:srgbClr val="FFFFFF"/>
                </a:solidFill>
                <a:latin typeface="Open Sauce"/>
                <a:ea typeface="Open Sauce"/>
              </a:rPr>
              <a:t>Elaborate on what you want to discuss. </a:t>
            </a:r>
            <a:endParaRPr lang="en-US" sz="2400" b="0" strike="noStrike" spc="-1">
              <a:solidFill>
                <a:srgbClr val="FFFFFF"/>
              </a:solidFill>
              <a:latin typeface="Arial"/>
            </a:endParaRPr>
          </a:p>
        </p:txBody>
      </p:sp>
      <p:sp>
        <p:nvSpPr>
          <p:cNvPr id="2" name="TextBox 1">
            <a:extLst>
              <a:ext uri="{FF2B5EF4-FFF2-40B4-BE49-F238E27FC236}">
                <a16:creationId xmlns:a16="http://schemas.microsoft.com/office/drawing/2014/main" id="{607FC489-E918-0B00-CD44-0046E90EDC8E}"/>
              </a:ext>
            </a:extLst>
          </p:cNvPr>
          <p:cNvSpPr txBox="1"/>
          <p:nvPr/>
        </p:nvSpPr>
        <p:spPr>
          <a:xfrm>
            <a:off x="10122567" y="2723524"/>
            <a:ext cx="7726381" cy="5632311"/>
          </a:xfrm>
          <a:prstGeom prst="rect">
            <a:avLst/>
          </a:prstGeom>
          <a:noFill/>
        </p:spPr>
        <p:txBody>
          <a:bodyPr wrap="square" rtlCol="0">
            <a:spAutoFit/>
          </a:bodyPr>
          <a:lstStyle/>
          <a:p>
            <a:pPr fontAlgn="base"/>
            <a:r>
              <a:rPr lang="en-GB" b="1" dirty="0">
                <a:solidFill>
                  <a:schemeClr val="bg1"/>
                </a:solidFill>
              </a:rPr>
              <a:t>1. Disruption of Communication Networks</a:t>
            </a:r>
            <a:endParaRPr lang="en-GB" dirty="0">
              <a:solidFill>
                <a:schemeClr val="bg1"/>
              </a:solidFill>
            </a:endParaRPr>
          </a:p>
          <a:p>
            <a:pPr fontAlgn="base"/>
            <a:r>
              <a:rPr lang="en-GB" dirty="0">
                <a:solidFill>
                  <a:schemeClr val="bg1"/>
                </a:solidFill>
              </a:rPr>
              <a:t>Satellites form the backbone of global communication. GPS navigation, internet services, television broadcasting, and emergency response systems all depend on them. A dense debris field could wipe out this critical infrastructure, plunging the world into a technological dark age.</a:t>
            </a:r>
          </a:p>
          <a:p>
            <a:pPr fontAlgn="base"/>
            <a:r>
              <a:rPr lang="en-GB" b="1" dirty="0">
                <a:solidFill>
                  <a:schemeClr val="bg1"/>
                </a:solidFill>
              </a:rPr>
              <a:t>2. Threat to Space Exploration</a:t>
            </a:r>
            <a:endParaRPr lang="en-GB" dirty="0">
              <a:solidFill>
                <a:schemeClr val="bg1"/>
              </a:solidFill>
            </a:endParaRPr>
          </a:p>
          <a:p>
            <a:pPr fontAlgn="base"/>
            <a:r>
              <a:rPr lang="en-GB" dirty="0">
                <a:solidFill>
                  <a:schemeClr val="bg1"/>
                </a:solidFill>
              </a:rPr>
              <a:t>A debris-filled orbit would make it nearly impossible to launch spacecraft. This could halt scientific missions, including plans to explore Mars and beyond. Even vital operations like resupplying the International Space Station (ISS) could be jeopardized.</a:t>
            </a:r>
          </a:p>
          <a:p>
            <a:pPr fontAlgn="base"/>
            <a:r>
              <a:rPr lang="en-GB" b="1" dirty="0">
                <a:solidFill>
                  <a:schemeClr val="bg1"/>
                </a:solidFill>
              </a:rPr>
              <a:t>3. Economic Catastrophe</a:t>
            </a:r>
            <a:endParaRPr lang="en-GB" dirty="0">
              <a:solidFill>
                <a:schemeClr val="bg1"/>
              </a:solidFill>
            </a:endParaRPr>
          </a:p>
          <a:p>
            <a:pPr fontAlgn="base"/>
            <a:r>
              <a:rPr lang="en-GB" dirty="0">
                <a:solidFill>
                  <a:schemeClr val="bg1"/>
                </a:solidFill>
              </a:rPr>
              <a:t>The global space industry, worth over </a:t>
            </a:r>
            <a:r>
              <a:rPr lang="en-GB" b="1" dirty="0">
                <a:solidFill>
                  <a:schemeClr val="bg1"/>
                </a:solidFill>
              </a:rPr>
              <a:t>$400 billion</a:t>
            </a:r>
            <a:r>
              <a:rPr lang="en-GB" dirty="0">
                <a:solidFill>
                  <a:schemeClr val="bg1"/>
                </a:solidFill>
              </a:rPr>
              <a:t>, would face devastating losses. Industries relying on satellite technology—like telecommunications, agriculture, and finance—would also suffer severe setbacks, causing a domino effect in the global economy.</a:t>
            </a:r>
          </a:p>
          <a:p>
            <a:pPr fontAlgn="base"/>
            <a:r>
              <a:rPr lang="en-GB" b="1" dirty="0">
                <a:solidFill>
                  <a:schemeClr val="bg1"/>
                </a:solidFill>
              </a:rPr>
              <a:t>4. Military and National Security Risks</a:t>
            </a:r>
            <a:endParaRPr lang="en-GB" dirty="0">
              <a:solidFill>
                <a:schemeClr val="bg1"/>
              </a:solidFill>
            </a:endParaRPr>
          </a:p>
          <a:p>
            <a:pPr fontAlgn="base"/>
            <a:r>
              <a:rPr lang="en-GB" dirty="0">
                <a:solidFill>
                  <a:schemeClr val="bg1"/>
                </a:solidFill>
              </a:rPr>
              <a:t>Many nations rely on satellites for surveillance and </a:t>
            </a:r>
            <a:r>
              <a:rPr lang="en-GB" dirty="0" err="1">
                <a:solidFill>
                  <a:schemeClr val="bg1"/>
                </a:solidFill>
              </a:rPr>
              <a:t>defense</a:t>
            </a:r>
            <a:r>
              <a:rPr lang="en-GB" dirty="0">
                <a:solidFill>
                  <a:schemeClr val="bg1"/>
                </a:solidFill>
              </a:rPr>
              <a:t>. Losing these capabilities could lead to geopolitical instability and increased vulnerability to cyber or physical threats.</a:t>
            </a:r>
          </a:p>
          <a:p>
            <a:endParaRPr lang="en-US" dirty="0">
              <a:solidFill>
                <a:schemeClr val="bg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F1A38"/>
        </a:solidFill>
        <a:effectLst/>
      </p:bgPr>
    </p:bg>
    <p:spTree>
      <p:nvGrpSpPr>
        <p:cNvPr id="1" name=""/>
        <p:cNvGrpSpPr/>
        <p:nvPr/>
      </p:nvGrpSpPr>
      <p:grpSpPr>
        <a:xfrm>
          <a:off x="0" y="0"/>
          <a:ext cx="0" cy="0"/>
          <a:chOff x="0" y="0"/>
          <a:chExt cx="0" cy="0"/>
        </a:xfrm>
      </p:grpSpPr>
      <p:sp>
        <p:nvSpPr>
          <p:cNvPr id="140" name="TextBox 6"/>
          <p:cNvSpPr/>
          <p:nvPr/>
        </p:nvSpPr>
        <p:spPr>
          <a:xfrm>
            <a:off x="1028880" y="1019160"/>
            <a:ext cx="14286600" cy="1371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10800"/>
              </a:lnSpc>
            </a:pPr>
            <a:r>
              <a:rPr lang="en-US" sz="9000" b="1" strike="noStrike" spc="-1">
                <a:solidFill>
                  <a:srgbClr val="FFFFFF"/>
                </a:solidFill>
                <a:latin typeface="Century Gothic Paneuropean Heavy"/>
                <a:ea typeface="Century Gothic Paneuropean Heavy"/>
              </a:rPr>
              <a:t>Stop it </a:t>
            </a:r>
            <a:r>
              <a:rPr lang="en-US" sz="9000" b="1" strike="noStrike" spc="-1">
                <a:solidFill>
                  <a:srgbClr val="FFBD00"/>
                </a:solidFill>
                <a:latin typeface="Century Gothic Paneuropean Heavy"/>
                <a:ea typeface="Century Gothic Paneuropean Heavy"/>
              </a:rPr>
              <a:t>and Tidy up</a:t>
            </a:r>
            <a:endParaRPr lang="en-US" sz="9000" b="0" strike="noStrike" spc="-1">
              <a:solidFill>
                <a:srgbClr val="FFFFFF"/>
              </a:solidFill>
              <a:latin typeface="Arial"/>
            </a:endParaRPr>
          </a:p>
        </p:txBody>
      </p:sp>
      <p:sp>
        <p:nvSpPr>
          <p:cNvPr id="141" name="TextBox 7"/>
          <p:cNvSpPr/>
          <p:nvPr/>
        </p:nvSpPr>
        <p:spPr>
          <a:xfrm>
            <a:off x="1028880" y="4005360"/>
            <a:ext cx="3869640" cy="487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841"/>
              </a:lnSpc>
              <a:tabLst>
                <a:tab pos="0" algn="l"/>
              </a:tabLst>
            </a:pPr>
            <a:r>
              <a:rPr lang="en-US" sz="3200" b="1" strike="noStrike" spc="-1">
                <a:solidFill>
                  <a:srgbClr val="9AD3F3"/>
                </a:solidFill>
                <a:latin typeface="Open Sauce Semi-Bold"/>
                <a:ea typeface="Open Sauce Semi-Bold"/>
              </a:rPr>
              <a:t>Service One</a:t>
            </a:r>
            <a:endParaRPr lang="en-US" sz="3200" b="0" strike="noStrike" spc="-1">
              <a:solidFill>
                <a:srgbClr val="FFFFFF"/>
              </a:solidFill>
              <a:latin typeface="Arial"/>
            </a:endParaRPr>
          </a:p>
        </p:txBody>
      </p:sp>
      <p:sp>
        <p:nvSpPr>
          <p:cNvPr id="142" name="TextBox 8"/>
          <p:cNvSpPr/>
          <p:nvPr/>
        </p:nvSpPr>
        <p:spPr>
          <a:xfrm>
            <a:off x="5283720" y="4005360"/>
            <a:ext cx="4031640" cy="487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841"/>
              </a:lnSpc>
              <a:tabLst>
                <a:tab pos="0" algn="l"/>
              </a:tabLst>
            </a:pPr>
            <a:r>
              <a:rPr lang="en-US" sz="3200" b="1" strike="noStrike" spc="-1">
                <a:solidFill>
                  <a:srgbClr val="9AD3F3"/>
                </a:solidFill>
                <a:latin typeface="Open Sauce Semi-Bold"/>
                <a:ea typeface="Open Sauce Semi-Bold"/>
              </a:rPr>
              <a:t>Service Two</a:t>
            </a:r>
            <a:endParaRPr lang="en-US" sz="3200" b="0" strike="noStrike" spc="-1">
              <a:solidFill>
                <a:srgbClr val="FFFFFF"/>
              </a:solidFill>
              <a:latin typeface="Arial"/>
            </a:endParaRPr>
          </a:p>
        </p:txBody>
      </p:sp>
      <p:sp>
        <p:nvSpPr>
          <p:cNvPr id="143" name="TextBox 9"/>
          <p:cNvSpPr/>
          <p:nvPr/>
        </p:nvSpPr>
        <p:spPr>
          <a:xfrm>
            <a:off x="1028880" y="6998400"/>
            <a:ext cx="3869640" cy="487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841"/>
              </a:lnSpc>
              <a:tabLst>
                <a:tab pos="0" algn="l"/>
              </a:tabLst>
            </a:pPr>
            <a:r>
              <a:rPr lang="en-US" sz="3200" b="1" strike="noStrike" spc="-1">
                <a:solidFill>
                  <a:srgbClr val="9AD3F3"/>
                </a:solidFill>
                <a:latin typeface="Open Sauce Semi-Bold"/>
                <a:ea typeface="Open Sauce Semi-Bold"/>
              </a:rPr>
              <a:t>Service Three</a:t>
            </a:r>
            <a:endParaRPr lang="en-US" sz="3200" b="0" strike="noStrike" spc="-1">
              <a:solidFill>
                <a:srgbClr val="FFFFFF"/>
              </a:solidFill>
              <a:latin typeface="Arial"/>
            </a:endParaRPr>
          </a:p>
        </p:txBody>
      </p:sp>
      <p:sp>
        <p:nvSpPr>
          <p:cNvPr id="144" name="TextBox 10"/>
          <p:cNvSpPr/>
          <p:nvPr/>
        </p:nvSpPr>
        <p:spPr>
          <a:xfrm>
            <a:off x="5283720" y="6998400"/>
            <a:ext cx="4031640" cy="487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841"/>
              </a:lnSpc>
              <a:tabLst>
                <a:tab pos="0" algn="l"/>
              </a:tabLst>
            </a:pPr>
            <a:r>
              <a:rPr lang="en-US" sz="3200" b="1" strike="noStrike" spc="-1">
                <a:solidFill>
                  <a:srgbClr val="9AD3F3"/>
                </a:solidFill>
                <a:latin typeface="Open Sauce Semi-Bold"/>
                <a:ea typeface="Open Sauce Semi-Bold"/>
              </a:rPr>
              <a:t>Service Four</a:t>
            </a:r>
            <a:endParaRPr lang="en-US" sz="3200" b="0" strike="noStrike" spc="-1">
              <a:solidFill>
                <a:srgbClr val="FFFFFF"/>
              </a:solidFill>
              <a:latin typeface="Arial"/>
            </a:endParaRPr>
          </a:p>
        </p:txBody>
      </p:sp>
      <p:sp>
        <p:nvSpPr>
          <p:cNvPr id="145" name="TextBox 11"/>
          <p:cNvSpPr/>
          <p:nvPr/>
        </p:nvSpPr>
        <p:spPr>
          <a:xfrm>
            <a:off x="1028880" y="4686840"/>
            <a:ext cx="3869640" cy="852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359"/>
              </a:lnSpc>
              <a:tabLst>
                <a:tab pos="0" algn="l"/>
              </a:tabLst>
            </a:pPr>
            <a:r>
              <a:rPr lang="en-US" sz="2400" b="0" strike="noStrike" spc="-1">
                <a:solidFill>
                  <a:srgbClr val="FFFFFF"/>
                </a:solidFill>
                <a:latin typeface="Open Sauce"/>
                <a:ea typeface="Open Sauce"/>
              </a:rPr>
              <a:t>Elaborate on what you want to discuss. </a:t>
            </a:r>
            <a:endParaRPr lang="en-US" sz="2400" b="0" strike="noStrike" spc="-1">
              <a:solidFill>
                <a:srgbClr val="FFFFFF"/>
              </a:solidFill>
              <a:latin typeface="Arial"/>
            </a:endParaRPr>
          </a:p>
        </p:txBody>
      </p:sp>
      <p:sp>
        <p:nvSpPr>
          <p:cNvPr id="146" name="TextBox 12"/>
          <p:cNvSpPr/>
          <p:nvPr/>
        </p:nvSpPr>
        <p:spPr>
          <a:xfrm>
            <a:off x="5283720" y="4686840"/>
            <a:ext cx="3869640" cy="852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359"/>
              </a:lnSpc>
              <a:tabLst>
                <a:tab pos="0" algn="l"/>
              </a:tabLst>
            </a:pPr>
            <a:r>
              <a:rPr lang="en-US" sz="2400" b="0" strike="noStrike" spc="-1">
                <a:solidFill>
                  <a:srgbClr val="FFFFFF"/>
                </a:solidFill>
                <a:latin typeface="Open Sauce"/>
                <a:ea typeface="Open Sauce"/>
              </a:rPr>
              <a:t>Elaborate on what you want to discuss. </a:t>
            </a:r>
            <a:endParaRPr lang="en-US" sz="2400" b="0" strike="noStrike" spc="-1">
              <a:solidFill>
                <a:srgbClr val="FFFFFF"/>
              </a:solidFill>
              <a:latin typeface="Arial"/>
            </a:endParaRPr>
          </a:p>
        </p:txBody>
      </p:sp>
      <p:sp>
        <p:nvSpPr>
          <p:cNvPr id="147" name="TextBox 13"/>
          <p:cNvSpPr/>
          <p:nvPr/>
        </p:nvSpPr>
        <p:spPr>
          <a:xfrm>
            <a:off x="1028880" y="7679880"/>
            <a:ext cx="3979080" cy="852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359"/>
              </a:lnSpc>
              <a:tabLst>
                <a:tab pos="0" algn="l"/>
              </a:tabLst>
            </a:pPr>
            <a:r>
              <a:rPr lang="en-US" sz="2400" b="0" strike="noStrike" spc="-1">
                <a:solidFill>
                  <a:srgbClr val="FFFFFF"/>
                </a:solidFill>
                <a:latin typeface="Open Sauce"/>
                <a:ea typeface="Open Sauce"/>
              </a:rPr>
              <a:t>Elaborate on what you want to discuss. </a:t>
            </a:r>
            <a:endParaRPr lang="en-US" sz="2400" b="0" strike="noStrike" spc="-1">
              <a:solidFill>
                <a:srgbClr val="FFFFFF"/>
              </a:solidFill>
              <a:latin typeface="Arial"/>
            </a:endParaRPr>
          </a:p>
        </p:txBody>
      </p:sp>
      <p:sp>
        <p:nvSpPr>
          <p:cNvPr id="148" name="TextBox 14"/>
          <p:cNvSpPr/>
          <p:nvPr/>
        </p:nvSpPr>
        <p:spPr>
          <a:xfrm>
            <a:off x="5283720" y="7679880"/>
            <a:ext cx="3979080" cy="852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359"/>
              </a:lnSpc>
              <a:tabLst>
                <a:tab pos="0" algn="l"/>
              </a:tabLst>
            </a:pPr>
            <a:r>
              <a:rPr lang="en-US" sz="2400" b="0" strike="noStrike" spc="-1">
                <a:solidFill>
                  <a:srgbClr val="FFFFFF"/>
                </a:solidFill>
                <a:latin typeface="Open Sauce"/>
                <a:ea typeface="Open Sauce"/>
              </a:rPr>
              <a:t>Elaborate on what you want to discuss. </a:t>
            </a:r>
            <a:endParaRPr lang="en-US" sz="2400" b="0" strike="noStrike" spc="-1">
              <a:solidFill>
                <a:srgbClr val="FFFFFF"/>
              </a:solidFill>
              <a:latin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F1A38"/>
        </a:solidFill>
        <a:effectLst/>
      </p:bgPr>
    </p:bg>
    <p:spTree>
      <p:nvGrpSpPr>
        <p:cNvPr id="1" name=""/>
        <p:cNvGrpSpPr/>
        <p:nvPr/>
      </p:nvGrpSpPr>
      <p:grpSpPr>
        <a:xfrm>
          <a:off x="0" y="0"/>
          <a:ext cx="0" cy="0"/>
          <a:chOff x="0" y="0"/>
          <a:chExt cx="0" cy="0"/>
        </a:xfrm>
      </p:grpSpPr>
      <p:grpSp>
        <p:nvGrpSpPr>
          <p:cNvPr id="149" name="Group 6"/>
          <p:cNvGrpSpPr/>
          <p:nvPr/>
        </p:nvGrpSpPr>
        <p:grpSpPr>
          <a:xfrm>
            <a:off x="7492320" y="3423240"/>
            <a:ext cx="2925000" cy="2925000"/>
            <a:chOff x="7492320" y="3423240"/>
            <a:chExt cx="2925000" cy="2925000"/>
          </a:xfrm>
        </p:grpSpPr>
        <p:sp>
          <p:nvSpPr>
            <p:cNvPr id="150" name="Freeform 7"/>
            <p:cNvSpPr/>
            <p:nvPr/>
          </p:nvSpPr>
          <p:spPr>
            <a:xfrm>
              <a:off x="7492320" y="3423240"/>
              <a:ext cx="2925000" cy="2925000"/>
            </a:xfrm>
            <a:custGeom>
              <a:avLst/>
              <a:gdLst>
                <a:gd name="textAreaLeft" fmla="*/ 0 w 2925000"/>
                <a:gd name="textAreaRight" fmla="*/ 2926080 w 2925000"/>
                <a:gd name="textAreaTop" fmla="*/ 0 h 2925000"/>
                <a:gd name="textAreaBottom" fmla="*/ 2926080 h 2925000"/>
              </a:gdLst>
              <a:ahLst/>
              <a:cxnLst/>
              <a:rect l="textAreaLeft" t="textAreaTop" r="textAreaRight" b="textAreaBottom"/>
              <a:pathLst>
                <a:path w="6350000" h="6349974">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rotWithShape="0">
              <a:blip r:embed="rId2"/>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GB" sz="1800" b="0" strike="noStrike" spc="-1">
                <a:solidFill>
                  <a:schemeClr val="dk1"/>
                </a:solidFill>
                <a:latin typeface="Calibri"/>
              </a:endParaRPr>
            </a:p>
          </p:txBody>
        </p:sp>
      </p:grpSp>
      <p:grpSp>
        <p:nvGrpSpPr>
          <p:cNvPr id="151" name="Group 8"/>
          <p:cNvGrpSpPr/>
          <p:nvPr/>
        </p:nvGrpSpPr>
        <p:grpSpPr>
          <a:xfrm>
            <a:off x="3193920" y="3423240"/>
            <a:ext cx="2925000" cy="2925000"/>
            <a:chOff x="3193920" y="3423240"/>
            <a:chExt cx="2925000" cy="2925000"/>
          </a:xfrm>
        </p:grpSpPr>
        <p:sp>
          <p:nvSpPr>
            <p:cNvPr id="152" name="Freeform 9"/>
            <p:cNvSpPr/>
            <p:nvPr/>
          </p:nvSpPr>
          <p:spPr>
            <a:xfrm>
              <a:off x="3193920" y="3423240"/>
              <a:ext cx="2925000" cy="2925000"/>
            </a:xfrm>
            <a:custGeom>
              <a:avLst/>
              <a:gdLst>
                <a:gd name="textAreaLeft" fmla="*/ 0 w 2925000"/>
                <a:gd name="textAreaRight" fmla="*/ 2926080 w 2925000"/>
                <a:gd name="textAreaTop" fmla="*/ 0 h 2925000"/>
                <a:gd name="textAreaBottom" fmla="*/ 2926080 h 2925000"/>
              </a:gdLst>
              <a:ahLst/>
              <a:cxnLst/>
              <a:rect l="textAreaLeft" t="textAreaTop" r="textAreaRight" b="textAreaBottom"/>
              <a:pathLst>
                <a:path w="6350000" h="6349974">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rotWithShape="0">
              <a:blip r:embed="rId3"/>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GB" sz="1800" b="0" strike="noStrike" spc="-1">
                <a:solidFill>
                  <a:schemeClr val="dk1"/>
                </a:solidFill>
                <a:latin typeface="Calibri"/>
              </a:endParaRPr>
            </a:p>
          </p:txBody>
        </p:sp>
      </p:grpSp>
      <p:grpSp>
        <p:nvGrpSpPr>
          <p:cNvPr id="153" name="Group 10"/>
          <p:cNvGrpSpPr/>
          <p:nvPr/>
        </p:nvGrpSpPr>
        <p:grpSpPr>
          <a:xfrm>
            <a:off x="11790720" y="3423240"/>
            <a:ext cx="2925000" cy="2925000"/>
            <a:chOff x="11790720" y="3423240"/>
            <a:chExt cx="2925000" cy="2925000"/>
          </a:xfrm>
        </p:grpSpPr>
        <p:sp>
          <p:nvSpPr>
            <p:cNvPr id="154" name="Freeform 11"/>
            <p:cNvSpPr/>
            <p:nvPr/>
          </p:nvSpPr>
          <p:spPr>
            <a:xfrm>
              <a:off x="11790720" y="3423240"/>
              <a:ext cx="2925000" cy="2925000"/>
            </a:xfrm>
            <a:custGeom>
              <a:avLst/>
              <a:gdLst>
                <a:gd name="textAreaLeft" fmla="*/ 0 w 2925000"/>
                <a:gd name="textAreaRight" fmla="*/ 2926080 w 2925000"/>
                <a:gd name="textAreaTop" fmla="*/ 0 h 2925000"/>
                <a:gd name="textAreaBottom" fmla="*/ 2926080 h 2925000"/>
              </a:gdLst>
              <a:ahLst/>
              <a:cxnLst/>
              <a:rect l="textAreaLeft" t="textAreaTop" r="textAreaRight" b="textAreaBottom"/>
              <a:pathLst>
                <a:path w="6350000" h="6349974">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rotWithShape="0">
              <a:blip r:embed="rId4"/>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GB" sz="1800" b="0" strike="noStrike" spc="-1">
                <a:solidFill>
                  <a:schemeClr val="dk1"/>
                </a:solidFill>
                <a:latin typeface="Calibri"/>
              </a:endParaRPr>
            </a:p>
          </p:txBody>
        </p:sp>
      </p:grpSp>
      <p:sp>
        <p:nvSpPr>
          <p:cNvPr id="155" name="TextBox 12"/>
          <p:cNvSpPr/>
          <p:nvPr/>
        </p:nvSpPr>
        <p:spPr>
          <a:xfrm>
            <a:off x="890280" y="1019160"/>
            <a:ext cx="16506360" cy="1371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10800"/>
              </a:lnSpc>
              <a:tabLst>
                <a:tab pos="0" algn="l"/>
              </a:tabLst>
            </a:pPr>
            <a:r>
              <a:rPr lang="en-US" sz="9000" b="1" strike="noStrike" spc="-378">
                <a:solidFill>
                  <a:srgbClr val="FFFFFF"/>
                </a:solidFill>
                <a:latin typeface="Century Gothic Paneuropean Heavy"/>
                <a:ea typeface="Century Gothic Paneuropean Heavy"/>
              </a:rPr>
              <a:t>Key </a:t>
            </a:r>
            <a:r>
              <a:rPr lang="en-US" sz="9000" b="1" strike="noStrike" spc="-378">
                <a:solidFill>
                  <a:srgbClr val="FFBD00"/>
                </a:solidFill>
                <a:latin typeface="Century Gothic Paneuropean Heavy"/>
                <a:ea typeface="Century Gothic Paneuropean Heavy"/>
              </a:rPr>
              <a:t>figures</a:t>
            </a:r>
            <a:endParaRPr lang="en-US" sz="9000" b="0" strike="noStrike" spc="-1">
              <a:solidFill>
                <a:srgbClr val="FFFFFF"/>
              </a:solidFill>
              <a:latin typeface="Arial"/>
            </a:endParaRPr>
          </a:p>
        </p:txBody>
      </p:sp>
      <p:sp>
        <p:nvSpPr>
          <p:cNvPr id="156" name="TextBox 15"/>
          <p:cNvSpPr/>
          <p:nvPr/>
        </p:nvSpPr>
        <p:spPr>
          <a:xfrm>
            <a:off x="7302240" y="6819480"/>
            <a:ext cx="3305160" cy="487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3841"/>
              </a:lnSpc>
              <a:tabLst>
                <a:tab pos="0" algn="l"/>
              </a:tabLst>
            </a:pPr>
            <a:r>
              <a:rPr lang="en-US" sz="3200" b="1" strike="noStrike" spc="-1">
                <a:solidFill>
                  <a:srgbClr val="9AD3F3"/>
                </a:solidFill>
                <a:latin typeface="Open Sauce Semi-Bold"/>
                <a:ea typeface="Open Sauce Semi-Bold"/>
              </a:rPr>
              <a:t>Scientist name</a:t>
            </a:r>
            <a:endParaRPr lang="en-US" sz="3200" b="0" strike="noStrike" spc="-1">
              <a:solidFill>
                <a:srgbClr val="FFFFFF"/>
              </a:solidFill>
              <a:latin typeface="Arial"/>
            </a:endParaRPr>
          </a:p>
        </p:txBody>
      </p:sp>
      <p:sp>
        <p:nvSpPr>
          <p:cNvPr id="157" name="TextBox 16"/>
          <p:cNvSpPr/>
          <p:nvPr/>
        </p:nvSpPr>
        <p:spPr>
          <a:xfrm>
            <a:off x="7302240" y="7610400"/>
            <a:ext cx="3305160" cy="852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3359"/>
              </a:lnSpc>
              <a:tabLst>
                <a:tab pos="0" algn="l"/>
              </a:tabLst>
            </a:pPr>
            <a:r>
              <a:rPr lang="en-US" sz="2400" b="0" strike="noStrike" spc="-1">
                <a:solidFill>
                  <a:srgbClr val="FFFFFF"/>
                </a:solidFill>
                <a:latin typeface="Open Sauce"/>
                <a:ea typeface="Open Sauce"/>
              </a:rPr>
              <a:t>Elaborate on what you want to discuss. </a:t>
            </a:r>
            <a:endParaRPr lang="en-US" sz="2400" b="0" strike="noStrike" spc="-1">
              <a:solidFill>
                <a:srgbClr val="FFFFFF"/>
              </a:solidFill>
              <a:latin typeface="Arial"/>
            </a:endParaRPr>
          </a:p>
        </p:txBody>
      </p:sp>
      <p:sp>
        <p:nvSpPr>
          <p:cNvPr id="158" name="TextBox 17"/>
          <p:cNvSpPr/>
          <p:nvPr/>
        </p:nvSpPr>
        <p:spPr>
          <a:xfrm>
            <a:off x="3003840" y="6819480"/>
            <a:ext cx="3305160" cy="487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3841"/>
              </a:lnSpc>
              <a:tabLst>
                <a:tab pos="0" algn="l"/>
              </a:tabLst>
            </a:pPr>
            <a:r>
              <a:rPr lang="en-US" sz="3200" b="1" strike="noStrike" spc="-1">
                <a:solidFill>
                  <a:srgbClr val="9AD3F3"/>
                </a:solidFill>
                <a:latin typeface="Open Sauce Semi-Bold"/>
                <a:ea typeface="Open Sauce Semi-Bold"/>
              </a:rPr>
              <a:t>Scientist name</a:t>
            </a:r>
            <a:endParaRPr lang="en-US" sz="3200" b="0" strike="noStrike" spc="-1">
              <a:solidFill>
                <a:srgbClr val="FFFFFF"/>
              </a:solidFill>
              <a:latin typeface="Arial"/>
            </a:endParaRPr>
          </a:p>
        </p:txBody>
      </p:sp>
      <p:sp>
        <p:nvSpPr>
          <p:cNvPr id="159" name="TextBox 18"/>
          <p:cNvSpPr/>
          <p:nvPr/>
        </p:nvSpPr>
        <p:spPr>
          <a:xfrm>
            <a:off x="3003840" y="7610400"/>
            <a:ext cx="3305160" cy="852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3359"/>
              </a:lnSpc>
              <a:tabLst>
                <a:tab pos="0" algn="l"/>
              </a:tabLst>
            </a:pPr>
            <a:r>
              <a:rPr lang="en-US" sz="2400" b="0" strike="noStrike" spc="-1">
                <a:solidFill>
                  <a:srgbClr val="FFFFFF"/>
                </a:solidFill>
                <a:latin typeface="Open Sauce"/>
                <a:ea typeface="Open Sauce"/>
              </a:rPr>
              <a:t>Elaborate on what you want to discuss. </a:t>
            </a:r>
            <a:endParaRPr lang="en-US" sz="2400" b="0" strike="noStrike" spc="-1">
              <a:solidFill>
                <a:srgbClr val="FFFFFF"/>
              </a:solidFill>
              <a:latin typeface="Arial"/>
            </a:endParaRPr>
          </a:p>
        </p:txBody>
      </p:sp>
      <p:sp>
        <p:nvSpPr>
          <p:cNvPr id="160" name="TextBox 19"/>
          <p:cNvSpPr/>
          <p:nvPr/>
        </p:nvSpPr>
        <p:spPr>
          <a:xfrm>
            <a:off x="11600640" y="6819480"/>
            <a:ext cx="3305160" cy="487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3841"/>
              </a:lnSpc>
              <a:tabLst>
                <a:tab pos="0" algn="l"/>
              </a:tabLst>
            </a:pPr>
            <a:r>
              <a:rPr lang="en-US" sz="3200" b="1" strike="noStrike" spc="-1">
                <a:solidFill>
                  <a:srgbClr val="9AD3F3"/>
                </a:solidFill>
                <a:latin typeface="Open Sauce Semi-Bold"/>
                <a:ea typeface="Open Sauce Semi-Bold"/>
              </a:rPr>
              <a:t>Scientist name</a:t>
            </a:r>
            <a:endParaRPr lang="en-US" sz="3200" b="0" strike="noStrike" spc="-1">
              <a:solidFill>
                <a:srgbClr val="FFFFFF"/>
              </a:solidFill>
              <a:latin typeface="Arial"/>
            </a:endParaRPr>
          </a:p>
        </p:txBody>
      </p:sp>
      <p:sp>
        <p:nvSpPr>
          <p:cNvPr id="161" name="TextBox 20"/>
          <p:cNvSpPr/>
          <p:nvPr/>
        </p:nvSpPr>
        <p:spPr>
          <a:xfrm>
            <a:off x="11600640" y="7610400"/>
            <a:ext cx="3305160" cy="852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3359"/>
              </a:lnSpc>
              <a:tabLst>
                <a:tab pos="0" algn="l"/>
              </a:tabLst>
            </a:pPr>
            <a:r>
              <a:rPr lang="en-US" sz="2400" b="0" strike="noStrike" spc="-1">
                <a:solidFill>
                  <a:srgbClr val="FFFFFF"/>
                </a:solidFill>
                <a:latin typeface="Open Sauce"/>
                <a:ea typeface="Open Sauce"/>
              </a:rPr>
              <a:t>Elaborate on what you want to discuss. </a:t>
            </a:r>
            <a:endParaRPr lang="en-US" sz="2400" b="0" strike="noStrike" spc="-1">
              <a:solidFill>
                <a:srgbClr val="FFFFFF"/>
              </a:solidFill>
              <a:latin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F1A38"/>
        </a:solidFill>
        <a:effectLst/>
      </p:bgPr>
    </p:bg>
    <p:spTree>
      <p:nvGrpSpPr>
        <p:cNvPr id="1" name=""/>
        <p:cNvGrpSpPr/>
        <p:nvPr/>
      </p:nvGrpSpPr>
      <p:grpSpPr>
        <a:xfrm>
          <a:off x="0" y="0"/>
          <a:ext cx="0" cy="0"/>
          <a:chOff x="0" y="0"/>
          <a:chExt cx="0" cy="0"/>
        </a:xfrm>
      </p:grpSpPr>
      <p:sp>
        <p:nvSpPr>
          <p:cNvPr id="162" name="TextBox 6"/>
          <p:cNvSpPr/>
          <p:nvPr/>
        </p:nvSpPr>
        <p:spPr>
          <a:xfrm>
            <a:off x="1028880" y="1019160"/>
            <a:ext cx="14286600" cy="1371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10800"/>
              </a:lnSpc>
            </a:pPr>
            <a:r>
              <a:rPr lang="en-US" sz="9000" b="1" strike="noStrike" spc="-1">
                <a:solidFill>
                  <a:srgbClr val="FFFFFF"/>
                </a:solidFill>
                <a:latin typeface="Century Gothic Paneuropean Heavy"/>
                <a:ea typeface="Century Gothic Paneuropean Heavy"/>
              </a:rPr>
              <a:t>In </a:t>
            </a:r>
            <a:r>
              <a:rPr lang="en-US" sz="9000" b="1" strike="noStrike" spc="-1">
                <a:solidFill>
                  <a:srgbClr val="FFBD00"/>
                </a:solidFill>
                <a:latin typeface="Century Gothic Paneuropean Heavy"/>
                <a:ea typeface="Century Gothic Paneuropean Heavy"/>
              </a:rPr>
              <a:t>Conclusion</a:t>
            </a:r>
            <a:endParaRPr lang="en-US" sz="9000" b="0" strike="noStrike" spc="-1">
              <a:solidFill>
                <a:srgbClr val="FFFFFF"/>
              </a:solidFill>
              <a:latin typeface="Arial"/>
            </a:endParaRPr>
          </a:p>
        </p:txBody>
      </p:sp>
      <p:sp>
        <p:nvSpPr>
          <p:cNvPr id="163" name="TextBox 7"/>
          <p:cNvSpPr/>
          <p:nvPr/>
        </p:nvSpPr>
        <p:spPr>
          <a:xfrm>
            <a:off x="1028880" y="4005360"/>
            <a:ext cx="3869640" cy="487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841"/>
              </a:lnSpc>
              <a:tabLst>
                <a:tab pos="0" algn="l"/>
              </a:tabLst>
            </a:pPr>
            <a:r>
              <a:rPr lang="en-US" sz="3200" b="1" strike="noStrike" spc="-1">
                <a:solidFill>
                  <a:srgbClr val="9AD3F3"/>
                </a:solidFill>
                <a:latin typeface="Open Sauce Semi-Bold"/>
                <a:ea typeface="Open Sauce Semi-Bold"/>
              </a:rPr>
              <a:t>Service One</a:t>
            </a:r>
            <a:endParaRPr lang="en-US" sz="3200" b="0" strike="noStrike" spc="-1">
              <a:solidFill>
                <a:srgbClr val="FFFFFF"/>
              </a:solidFill>
              <a:latin typeface="Arial"/>
            </a:endParaRPr>
          </a:p>
        </p:txBody>
      </p:sp>
      <p:sp>
        <p:nvSpPr>
          <p:cNvPr id="164" name="TextBox 8"/>
          <p:cNvSpPr/>
          <p:nvPr/>
        </p:nvSpPr>
        <p:spPr>
          <a:xfrm>
            <a:off x="5283720" y="4005360"/>
            <a:ext cx="4031640" cy="487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841"/>
              </a:lnSpc>
              <a:tabLst>
                <a:tab pos="0" algn="l"/>
              </a:tabLst>
            </a:pPr>
            <a:r>
              <a:rPr lang="en-US" sz="3200" b="1" strike="noStrike" spc="-1">
                <a:solidFill>
                  <a:srgbClr val="9AD3F3"/>
                </a:solidFill>
                <a:latin typeface="Open Sauce Semi-Bold"/>
                <a:ea typeface="Open Sauce Semi-Bold"/>
              </a:rPr>
              <a:t>Service Two</a:t>
            </a:r>
            <a:endParaRPr lang="en-US" sz="3200" b="0" strike="noStrike" spc="-1">
              <a:solidFill>
                <a:srgbClr val="FFFFFF"/>
              </a:solidFill>
              <a:latin typeface="Arial"/>
            </a:endParaRPr>
          </a:p>
        </p:txBody>
      </p:sp>
      <p:sp>
        <p:nvSpPr>
          <p:cNvPr id="165" name="TextBox 9"/>
          <p:cNvSpPr/>
          <p:nvPr/>
        </p:nvSpPr>
        <p:spPr>
          <a:xfrm>
            <a:off x="1028880" y="6998400"/>
            <a:ext cx="3869640" cy="487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841"/>
              </a:lnSpc>
              <a:tabLst>
                <a:tab pos="0" algn="l"/>
              </a:tabLst>
            </a:pPr>
            <a:r>
              <a:rPr lang="en-US" sz="3200" b="1" strike="noStrike" spc="-1">
                <a:solidFill>
                  <a:srgbClr val="9AD3F3"/>
                </a:solidFill>
                <a:latin typeface="Open Sauce Semi-Bold"/>
                <a:ea typeface="Open Sauce Semi-Bold"/>
              </a:rPr>
              <a:t>Service Three</a:t>
            </a:r>
            <a:endParaRPr lang="en-US" sz="3200" b="0" strike="noStrike" spc="-1">
              <a:solidFill>
                <a:srgbClr val="FFFFFF"/>
              </a:solidFill>
              <a:latin typeface="Arial"/>
            </a:endParaRPr>
          </a:p>
        </p:txBody>
      </p:sp>
      <p:sp>
        <p:nvSpPr>
          <p:cNvPr id="166" name="TextBox 10"/>
          <p:cNvSpPr/>
          <p:nvPr/>
        </p:nvSpPr>
        <p:spPr>
          <a:xfrm>
            <a:off x="5283720" y="6998400"/>
            <a:ext cx="4031640" cy="487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841"/>
              </a:lnSpc>
              <a:tabLst>
                <a:tab pos="0" algn="l"/>
              </a:tabLst>
            </a:pPr>
            <a:r>
              <a:rPr lang="en-US" sz="3200" b="1" strike="noStrike" spc="-1">
                <a:solidFill>
                  <a:srgbClr val="9AD3F3"/>
                </a:solidFill>
                <a:latin typeface="Open Sauce Semi-Bold"/>
                <a:ea typeface="Open Sauce Semi-Bold"/>
              </a:rPr>
              <a:t>Service Four</a:t>
            </a:r>
            <a:endParaRPr lang="en-US" sz="3200" b="0" strike="noStrike" spc="-1">
              <a:solidFill>
                <a:srgbClr val="FFFFFF"/>
              </a:solidFill>
              <a:latin typeface="Arial"/>
            </a:endParaRPr>
          </a:p>
        </p:txBody>
      </p:sp>
      <p:sp>
        <p:nvSpPr>
          <p:cNvPr id="167" name="TextBox 11"/>
          <p:cNvSpPr/>
          <p:nvPr/>
        </p:nvSpPr>
        <p:spPr>
          <a:xfrm>
            <a:off x="1028880" y="4686840"/>
            <a:ext cx="3869640" cy="852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359"/>
              </a:lnSpc>
              <a:tabLst>
                <a:tab pos="0" algn="l"/>
              </a:tabLst>
            </a:pPr>
            <a:r>
              <a:rPr lang="en-US" sz="2400" b="0" strike="noStrike" spc="-1">
                <a:solidFill>
                  <a:srgbClr val="FFFFFF"/>
                </a:solidFill>
                <a:latin typeface="Open Sauce"/>
                <a:ea typeface="Open Sauce"/>
              </a:rPr>
              <a:t>Elaborate on what you want to discuss. </a:t>
            </a:r>
            <a:endParaRPr lang="en-US" sz="2400" b="0" strike="noStrike" spc="-1">
              <a:solidFill>
                <a:srgbClr val="FFFFFF"/>
              </a:solidFill>
              <a:latin typeface="Arial"/>
            </a:endParaRPr>
          </a:p>
        </p:txBody>
      </p:sp>
      <p:sp>
        <p:nvSpPr>
          <p:cNvPr id="168" name="TextBox 12"/>
          <p:cNvSpPr/>
          <p:nvPr/>
        </p:nvSpPr>
        <p:spPr>
          <a:xfrm>
            <a:off x="5283720" y="4686840"/>
            <a:ext cx="3869640" cy="852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359"/>
              </a:lnSpc>
              <a:tabLst>
                <a:tab pos="0" algn="l"/>
              </a:tabLst>
            </a:pPr>
            <a:r>
              <a:rPr lang="en-US" sz="2400" b="0" strike="noStrike" spc="-1">
                <a:solidFill>
                  <a:srgbClr val="FFFFFF"/>
                </a:solidFill>
                <a:latin typeface="Open Sauce"/>
                <a:ea typeface="Open Sauce"/>
              </a:rPr>
              <a:t>Elaborate on what you want to discuss. </a:t>
            </a:r>
            <a:endParaRPr lang="en-US" sz="2400" b="0" strike="noStrike" spc="-1">
              <a:solidFill>
                <a:srgbClr val="FFFFFF"/>
              </a:solidFill>
              <a:latin typeface="Arial"/>
            </a:endParaRPr>
          </a:p>
        </p:txBody>
      </p:sp>
      <p:sp>
        <p:nvSpPr>
          <p:cNvPr id="169" name="TextBox 13"/>
          <p:cNvSpPr/>
          <p:nvPr/>
        </p:nvSpPr>
        <p:spPr>
          <a:xfrm>
            <a:off x="1028880" y="7679880"/>
            <a:ext cx="3979080" cy="852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359"/>
              </a:lnSpc>
              <a:tabLst>
                <a:tab pos="0" algn="l"/>
              </a:tabLst>
            </a:pPr>
            <a:r>
              <a:rPr lang="en-US" sz="2400" b="0" strike="noStrike" spc="-1">
                <a:solidFill>
                  <a:srgbClr val="FFFFFF"/>
                </a:solidFill>
                <a:latin typeface="Open Sauce"/>
                <a:ea typeface="Open Sauce"/>
              </a:rPr>
              <a:t>Elaborate on what you want to discuss. </a:t>
            </a:r>
            <a:endParaRPr lang="en-US" sz="2400" b="0" strike="noStrike" spc="-1">
              <a:solidFill>
                <a:srgbClr val="FFFFFF"/>
              </a:solidFill>
              <a:latin typeface="Arial"/>
            </a:endParaRPr>
          </a:p>
        </p:txBody>
      </p:sp>
      <p:sp>
        <p:nvSpPr>
          <p:cNvPr id="170" name="TextBox 14"/>
          <p:cNvSpPr/>
          <p:nvPr/>
        </p:nvSpPr>
        <p:spPr>
          <a:xfrm>
            <a:off x="5283720" y="7679880"/>
            <a:ext cx="3979080" cy="852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359"/>
              </a:lnSpc>
              <a:tabLst>
                <a:tab pos="0" algn="l"/>
              </a:tabLst>
            </a:pPr>
            <a:r>
              <a:rPr lang="en-US" sz="2400" b="0" strike="noStrike" spc="-1">
                <a:solidFill>
                  <a:srgbClr val="FFFFFF"/>
                </a:solidFill>
                <a:latin typeface="Open Sauce"/>
                <a:ea typeface="Open Sauce"/>
              </a:rPr>
              <a:t>Elaborate on what you want to discuss. </a:t>
            </a:r>
            <a:endParaRPr lang="en-US" sz="2400" b="0" strike="noStrike" spc="-1">
              <a:solidFill>
                <a:srgbClr val="FFFFFF"/>
              </a:solidFill>
              <a:latin typeface="Arial"/>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majorFont>
      <a:minorFont>
        <a:latin typeface="Calibri"/>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majorFont>
      <a:minorFont>
        <a:latin typeface="Calibri"/>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majorFont>
      <a:minorFont>
        <a:latin typeface="Calibri"/>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4.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majorFont>
      <a:minorFont>
        <a:latin typeface="Calibri"/>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5.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majorFont>
      <a:minorFont>
        <a:latin typeface="Calibri"/>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6.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majorFont>
      <a:minorFont>
        <a:latin typeface="Calibri"/>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7.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majorFont>
      <a:minorFont>
        <a:latin typeface="Calibri"/>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8.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majorFont>
      <a:minorFont>
        <a:latin typeface="Calibri"/>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9.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majorFont>
      <a:minorFont>
        <a:latin typeface="Calibri"/>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0.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majorFont>
      <a:minorFont>
        <a:latin typeface="Calibri"/>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majorFont>
      <a:minorFont>
        <a:latin typeface="Calibri"/>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554</TotalTime>
  <Words>598</Words>
  <Application>Microsoft Macintosh PowerPoint</Application>
  <PresentationFormat>Custom</PresentationFormat>
  <Paragraphs>85</Paragraphs>
  <Slides>13</Slides>
  <Notes>0</Notes>
  <HiddenSlides>0</HiddenSlides>
  <MMClips>0</MMClips>
  <ScaleCrop>false</ScaleCrop>
  <HeadingPairs>
    <vt:vector size="6" baseType="variant">
      <vt:variant>
        <vt:lpstr>Fonts Used</vt:lpstr>
      </vt:variant>
      <vt:variant>
        <vt:i4>8</vt:i4>
      </vt:variant>
      <vt:variant>
        <vt:lpstr>Theme</vt:lpstr>
      </vt:variant>
      <vt:variant>
        <vt:i4>11</vt:i4>
      </vt:variant>
      <vt:variant>
        <vt:lpstr>Slide Titles</vt:lpstr>
      </vt:variant>
      <vt:variant>
        <vt:i4>13</vt:i4>
      </vt:variant>
    </vt:vector>
  </HeadingPairs>
  <TitlesOfParts>
    <vt:vector size="32" baseType="lpstr">
      <vt:lpstr>Arial</vt:lpstr>
      <vt:lpstr>Calibri</vt:lpstr>
      <vt:lpstr>Century Gothic Paneuropean Heavy</vt:lpstr>
      <vt:lpstr>Open Sauce</vt:lpstr>
      <vt:lpstr>Open Sauce Semi-Bold</vt:lpstr>
      <vt:lpstr>Symbol</vt:lpstr>
      <vt:lpstr>Times New Roman</vt:lpstr>
      <vt:lpstr>Wingdings</vt:lpstr>
      <vt:lpstr>Office Theme</vt:lpstr>
      <vt:lpstr>Office Theme</vt:lpstr>
      <vt:lpstr>Office Theme</vt:lpstr>
      <vt:lpstr>Office Theme</vt:lpstr>
      <vt:lpstr>Office Theme</vt:lpstr>
      <vt:lpstr>Office Theme</vt:lpstr>
      <vt:lpstr>Office Theme</vt:lpstr>
      <vt:lpstr>Office Theme</vt:lpstr>
      <vt:lpstr>Office Theme</vt:lpstr>
      <vt:lpstr>Office Theme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From Launch to Litter: Orbital Overload</dc:title>
  <dc:subject/>
  <dc:creator/>
  <dc:description/>
  <cp:lastModifiedBy>Rowan, Tom</cp:lastModifiedBy>
  <cp:revision>11</cp:revision>
  <dcterms:created xsi:type="dcterms:W3CDTF">2006-08-16T00:00:00Z</dcterms:created>
  <dcterms:modified xsi:type="dcterms:W3CDTF">2025-11-17T15:50:38Z</dcterms:modified>
  <dc:identifier>DAG3TWXvXT0</dc:identifier>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Custom</vt:lpwstr>
  </property>
  <property fmtid="{D5CDD505-2E9C-101B-9397-08002B2CF9AE}" pid="3" name="Slides">
    <vt:r8>31</vt:r8>
  </property>
</Properties>
</file>