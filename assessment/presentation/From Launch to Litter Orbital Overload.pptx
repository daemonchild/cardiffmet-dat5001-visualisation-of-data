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png" ContentType="image/png"/>
  <Default Extension="jpeg" ContentType="image/jpeg"/>
  <Override PartName="/_rels/.rels" ContentType="application/vnd.openxmlformats-package.relationships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slideMasters/_rels/slideMaster11.xml.rels" ContentType="application/vnd.openxmlformats-package.relationships+xml"/>
  <Override PartName="/ppt/slideMasters/_rels/slideMaster5.xml.rels" ContentType="application/vnd.openxmlformats-package.relationships+xml"/>
  <Override PartName="/ppt/slideMasters/_rels/slideMaster10.xml.rels" ContentType="application/vnd.openxmlformats-package.relationships+xml"/>
  <Override PartName="/ppt/slideMasters/_rels/slideMaster4.xml.rels" ContentType="application/vnd.openxmlformats-package.relationships+xml"/>
  <Override PartName="/ppt/slideMasters/_rels/slideMaster9.xml.rels" ContentType="application/vnd.openxmlformats-package.relationships+xml"/>
  <Override PartName="/ppt/slideMasters/_rels/slideMaster8.xml.rels" ContentType="application/vnd.openxmlformats-package.relationships+xml"/>
  <Override PartName="/ppt/slideMasters/_rels/slideMaster7.xml.rels" ContentType="application/vnd.openxmlformats-package.relationships+xml"/>
  <Override PartName="/ppt/slideMasters/_rels/slideMaster6.xml.rels" ContentType="application/vnd.openxmlformats-package.relationships+xml"/>
  <Override PartName="/ppt/slideMasters/_rels/slideMaster3.xml.rels" ContentType="application/vnd.openxmlformats-package.relationships+xml"/>
  <Override PartName="/ppt/slideMasters/_rels/slideMaster2.xml.rels" ContentType="application/vnd.openxmlformats-package.relationships+xml"/>
  <Override PartName="/ppt/slideMasters/_rels/slideMaster1.xml.rels" ContentType="application/vnd.openxmlformats-package.relationships+xml"/>
  <Override PartName="/ppt/slideMasters/slideMaster1.xml" ContentType="application/vnd.openxmlformats-officedocument.presentationml.slideMaster+xml"/>
  <Override PartName="/ppt/slideMasters/slideMaster2.xml" ContentType="application/vnd.openxmlformats-officedocument.presentationml.slideMaster+xml"/>
  <Override PartName="/ppt/slideMasters/slideMaster3.xml" ContentType="application/vnd.openxmlformats-officedocument.presentationml.slideMaster+xml"/>
  <Override PartName="/ppt/slideMasters/slideMaster4.xml" ContentType="application/vnd.openxmlformats-officedocument.presentationml.slideMaster+xml"/>
  <Override PartName="/ppt/slideMasters/slideMaster5.xml" ContentType="application/vnd.openxmlformats-officedocument.presentationml.slideMaster+xml"/>
  <Override PartName="/ppt/slideMasters/slideMaster6.xml" ContentType="application/vnd.openxmlformats-officedocument.presentationml.slideMaster+xml"/>
  <Override PartName="/ppt/slideMasters/slideMaster7.xml" ContentType="application/vnd.openxmlformats-officedocument.presentationml.slideMaster+xml"/>
  <Override PartName="/ppt/slideMasters/slideMaster8.xml" ContentType="application/vnd.openxmlformats-officedocument.presentationml.slideMaster+xml"/>
  <Override PartName="/ppt/slideMasters/slideMaster9.xml" ContentType="application/vnd.openxmlformats-officedocument.presentationml.slideMaster+xml"/>
  <Override PartName="/ppt/slideMasters/slideMaster10.xml" ContentType="application/vnd.openxmlformats-officedocument.presentationml.slideMaster+xml"/>
  <Override PartName="/ppt/slideMasters/slideMaster11.xml" ContentType="application/vnd.openxmlformats-officedocument.presentationml.slideMaster+xml"/>
  <Override PartName="/ppt/presProps.xml" ContentType="application/vnd.openxmlformats-officedocument.presentationml.presProps+xml"/>
  <Override PartName="/ppt/theme/theme1.xml" ContentType="application/vnd.openxmlformats-officedocument.theme+xml"/>
  <Override PartName="/ppt/theme/theme11.xml" ContentType="application/vnd.openxmlformats-officedocument.theme+xml"/>
  <Override PartName="/ppt/theme/theme2.xml" ContentType="application/vnd.openxmlformats-officedocument.theme+xml"/>
  <Override PartName="/ppt/theme/theme3.xml" ContentType="application/vnd.openxmlformats-officedocument.theme+xml"/>
  <Override PartName="/ppt/theme/theme4.xml" ContentType="application/vnd.openxmlformats-officedocument.theme+xml"/>
  <Override PartName="/ppt/theme/theme5.xml" ContentType="application/vnd.openxmlformats-officedocument.theme+xml"/>
  <Override PartName="/ppt/theme/theme6.xml" ContentType="application/vnd.openxmlformats-officedocument.theme+xml"/>
  <Override PartName="/ppt/theme/theme7.xml" ContentType="application/vnd.openxmlformats-officedocument.theme+xml"/>
  <Override PartName="/ppt/theme/theme8.xml" ContentType="application/vnd.openxmlformats-officedocument.theme+xml"/>
  <Override PartName="/ppt/theme/theme9.xml" ContentType="application/vnd.openxmlformats-officedocument.theme+xml"/>
  <Override PartName="/ppt/theme/theme10.xml" ContentType="application/vnd.openxmlformats-officedocument.theme+xml"/>
  <Override PartName="/ppt/slideLayouts/_rels/slideLayout9.xml.rels" ContentType="application/vnd.openxmlformats-package.relationships+xml"/>
  <Override PartName="/ppt/slideLayouts/_rels/slideLayout8.xml.rels" ContentType="application/vnd.openxmlformats-package.relationships+xml"/>
  <Override PartName="/ppt/slideLayouts/_rels/slideLayout7.xml.rels" ContentType="application/vnd.openxmlformats-package.relationships+xml"/>
  <Override PartName="/ppt/slideLayouts/_rels/slideLayout11.xml.rels" ContentType="application/vnd.openxmlformats-package.relationships+xml"/>
  <Override PartName="/ppt/slideLayouts/_rels/slideLayout3.xml.rels" ContentType="application/vnd.openxmlformats-package.relationships+xml"/>
  <Override PartName="/ppt/slideLayouts/_rels/slideLayout6.xml.rels" ContentType="application/vnd.openxmlformats-package.relationships+xml"/>
  <Override PartName="/ppt/slideLayouts/_rels/slideLayout10.xml.rels" ContentType="application/vnd.openxmlformats-package.relationships+xml"/>
  <Override PartName="/ppt/slideLayouts/_rels/slideLayout2.xml.rels" ContentType="application/vnd.openxmlformats-package.relationships+xml"/>
  <Override PartName="/ppt/slideLayouts/_rels/slideLayout5.xml.rels" ContentType="application/vnd.openxmlformats-package.relationships+xml"/>
  <Override PartName="/ppt/slideLayouts/_rels/slideLayout4.xml.rels" ContentType="application/vnd.openxmlformats-package.relationships+xml"/>
  <Override PartName="/ppt/slideLayouts/_rels/slideLayout1.xml.rels" ContentType="application/vnd.openxmlformats-package.relationship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s/_rels/slide13.xml.rels" ContentType="application/vnd.openxmlformats-package.relationships+xml"/>
  <Override PartName="/ppt/slides/_rels/slide12.xml.rels" ContentType="application/vnd.openxmlformats-package.relationships+xml"/>
  <Override PartName="/ppt/slides/_rels/slide9.xml.rels" ContentType="application/vnd.openxmlformats-package.relationships+xml"/>
  <Override PartName="/ppt/slides/_rels/slide11.xml.rels" ContentType="application/vnd.openxmlformats-package.relationships+xml"/>
  <Override PartName="/ppt/slides/_rels/slide8.xml.rels" ContentType="application/vnd.openxmlformats-package.relationships+xml"/>
  <Override PartName="/ppt/slides/_rels/slide10.xml.rels" ContentType="application/vnd.openxmlformats-package.relationships+xml"/>
  <Override PartName="/ppt/slides/_rels/slide7.xml.rels" ContentType="application/vnd.openxmlformats-package.relationships+xml"/>
  <Override PartName="/ppt/slides/_rels/slide6.xml.rels" ContentType="application/vnd.openxmlformats-package.relationships+xml"/>
  <Override PartName="/ppt/slides/_rels/slide5.xml.rels" ContentType="application/vnd.openxmlformats-package.relationships+xml"/>
  <Override PartName="/ppt/slides/_rels/slide4.xml.rels" ContentType="application/vnd.openxmlformats-package.relationships+xml"/>
  <Override PartName="/ppt/slides/_rels/slide3.xml.rels" ContentType="application/vnd.openxmlformats-package.relationships+xml"/>
  <Override PartName="/ppt/slides/_rels/slide2.xml.rels" ContentType="application/vnd.openxmlformats-package.relationships+xml"/>
  <Override PartName="/ppt/slides/_rels/slide1.xml.rels" ContentType="application/vnd.openxmlformats-package.relationships+xml"/>
  <Override PartName="/ppt/slides/slide13.xml" ContentType="application/vnd.openxmlformats-officedocument.presentationml.slide+xml"/>
  <Override PartName="/ppt/slides/slide12.xml" ContentType="application/vnd.openxmlformats-officedocument.presentationml.slide+xml"/>
  <Override PartName="/ppt/slides/slide9.xml" ContentType="application/vnd.openxmlformats-officedocument.presentationml.slide+xml"/>
  <Override PartName="/ppt/slides/slide11.xml" ContentType="application/vnd.openxmlformats-officedocument.presentationml.slide+xml"/>
  <Override PartName="/ppt/slides/slide8.xml" ContentType="application/vnd.openxmlformats-officedocument.presentationml.slide+xml"/>
  <Override PartName="/ppt/slides/slide10.xml" ContentType="application/vnd.openxmlformats-officedocument.presentationml.slide+xml"/>
  <Override PartName="/ppt/slides/slide7.xml" ContentType="application/vnd.openxmlformats-officedocument.presentationml.slide+xml"/>
  <Override PartName="/ppt/slides/slide6.xml" ContentType="application/vnd.openxmlformats-officedocument.presentationml.slide+xml"/>
  <Override PartName="/ppt/slides/slide5.xml" ContentType="application/vnd.openxmlformats-officedocument.presentationml.slide+xml"/>
  <Override PartName="/ppt/slides/slide4.xml" ContentType="application/vnd.openxmlformats-officedocument.presentationml.slide+xml"/>
  <Override PartName="/ppt/slides/slide3.xml" ContentType="application/vnd.openxmlformats-officedocument.presentationml.slide+xml"/>
  <Override PartName="/ppt/slides/slide2.xml" ContentType="application/vnd.openxmlformats-officedocument.presentationml.slide+xml"/>
  <Override PartName="/ppt/slides/slide1.xml" ContentType="application/vnd.openxmlformats-officedocument.presentationml.slide+xml"/>
  <Override PartName="/ppt/_rels/presentation.xml.rels" ContentType="application/vnd.openxmlformats-package.relationships+xml"/>
  <Override PartName="/ppt/media/image12.png" ContentType="image/png"/>
  <Override PartName="/ppt/media/image3.png" ContentType="image/png"/>
  <Override PartName="/ppt/media/image8.svg" ContentType="image/svg"/>
  <Override PartName="/ppt/media/image13.png" ContentType="image/png"/>
  <Override PartName="/ppt/media/image9.png" ContentType="image/png"/>
  <Override PartName="/ppt/media/image18.png" ContentType="image/png"/>
  <Override PartName="/ppt/media/image19.png" ContentType="image/png"/>
  <Override PartName="/ppt/media/image17.png" ContentType="image/png"/>
  <Override PartName="/ppt/media/image15.png" ContentType="image/png"/>
  <Override PartName="/ppt/media/image1.jpeg" ContentType="image/jpeg"/>
  <Override PartName="/ppt/media/image10.png" ContentType="image/png"/>
  <Override PartName="/ppt/media/image4.svg" ContentType="image/svg"/>
  <Override PartName="/ppt/media/image2.png" ContentType="image/png"/>
  <Override PartName="/ppt/media/image11.png" ContentType="image/png"/>
  <Override PartName="/ppt/media/image7.png" ContentType="image/png"/>
  <Override PartName="/ppt/media/image16.png" ContentType="image/png"/>
  <Override PartName="/ppt/media/image14.png" ContentType="image/png"/>
  <Override PartName="/ppt/media/image5.png" ContentType="image/png"/>
  <Override PartName="/ppt/media/image6.svg" ContentType="image/svg"/>
</Types>
</file>

<file path=_rels/.rels><?xml version="1.0" encoding="UTF-8"?>
<Relationships xmlns="http://schemas.openxmlformats.org/package/2006/relationships"><Relationship Id="rId1" Type="http://schemas.openxmlformats.org/package/2006/relationships/metadata/core-properties" Target="docProps/core.xml"/><Relationship Id="rId2" Type="http://schemas.openxmlformats.org/officeDocument/2006/relationships/extended-properties" Target="docProps/app.xml"/><Relationship Id="rId3" Type="http://schemas.openxmlformats.org/officeDocument/2006/relationships/custom-properties" Target="docProps/custom.xml"/><Relationship Id="rId4" Type="http://schemas.openxmlformats.org/officeDocument/2006/relationships/officeDocument" Target="ppt/presentation.xml"/>
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sldMasterIdLst>
    <p:sldMasterId id="2147483648" r:id="rId2"/>
    <p:sldMasterId id="2147483650" r:id="rId3"/>
    <p:sldMasterId id="2147483652" r:id="rId4"/>
    <p:sldMasterId id="2147483654" r:id="rId5"/>
    <p:sldMasterId id="2147483656" r:id="rId6"/>
    <p:sldMasterId id="2147483658" r:id="rId7"/>
    <p:sldMasterId id="2147483660" r:id="rId8"/>
    <p:sldMasterId id="2147483662" r:id="rId9"/>
    <p:sldMasterId id="2147483664" r:id="rId10"/>
    <p:sldMasterId id="2147483666" r:id="rId11"/>
    <p:sldMasterId id="2147483668" r:id="rId12"/>
  </p:sldMasterIdLst>
  <p:sldIdLst>
    <p:sldId id="256" r:id="rId13"/>
    <p:sldId id="257" r:id="rId14"/>
    <p:sldId id="258" r:id="rId15"/>
    <p:sldId id="259" r:id="rId16"/>
    <p:sldId id="260" r:id="rId17"/>
    <p:sldId id="261" r:id="rId18"/>
    <p:sldId id="262" r:id="rId19"/>
    <p:sldId id="263" r:id="rId20"/>
    <p:sldId id="264" r:id="rId21"/>
    <p:sldId id="265" r:id="rId22"/>
    <p:sldId id="266" r:id="rId23"/>
    <p:sldId id="267" r:id="rId24"/>
    <p:sldId id="268" r:id="rId25"/>
  </p:sldIdLst>
  <p:sldSz cx="18288000" cy="10287000"/>
  <p:notesSz cx="7559675" cy="10691813"/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/>
</p:presentationPr>
</file>

<file path=ppt/_rels/presentation.xml.rels><?xml version="1.0" encoding="UTF-8"?>
<Relationships xmlns="http://schemas.openxmlformats.org/package/2006/relationships"><Relationship Id="rId1" Type="http://schemas.openxmlformats.org/officeDocument/2006/relationships/theme" Target="theme/theme1.xml"/><Relationship Id="rId2" Type="http://schemas.openxmlformats.org/officeDocument/2006/relationships/slideMaster" Target="slideMasters/slideMaster1.xml"/><Relationship Id="rId3" Type="http://schemas.openxmlformats.org/officeDocument/2006/relationships/slideMaster" Target="slideMasters/slideMaster2.xml"/><Relationship Id="rId4" Type="http://schemas.openxmlformats.org/officeDocument/2006/relationships/slideMaster" Target="slideMasters/slideMaster3.xml"/><Relationship Id="rId5" Type="http://schemas.openxmlformats.org/officeDocument/2006/relationships/slideMaster" Target="slideMasters/slideMaster4.xml"/><Relationship Id="rId6" Type="http://schemas.openxmlformats.org/officeDocument/2006/relationships/slideMaster" Target="slideMasters/slideMaster5.xml"/><Relationship Id="rId7" Type="http://schemas.openxmlformats.org/officeDocument/2006/relationships/slideMaster" Target="slideMasters/slideMaster6.xml"/><Relationship Id="rId8" Type="http://schemas.openxmlformats.org/officeDocument/2006/relationships/slideMaster" Target="slideMasters/slideMaster7.xml"/><Relationship Id="rId9" Type="http://schemas.openxmlformats.org/officeDocument/2006/relationships/slideMaster" Target="slideMasters/slideMaster8.xml"/><Relationship Id="rId10" Type="http://schemas.openxmlformats.org/officeDocument/2006/relationships/slideMaster" Target="slideMasters/slideMaster9.xml"/><Relationship Id="rId11" Type="http://schemas.openxmlformats.org/officeDocument/2006/relationships/slideMaster" Target="slideMasters/slideMaster10.xml"/><Relationship Id="rId12" Type="http://schemas.openxmlformats.org/officeDocument/2006/relationships/slideMaster" Target="slideMasters/slideMaster11.xml"/><Relationship Id="rId13" Type="http://schemas.openxmlformats.org/officeDocument/2006/relationships/slide" Target="slides/slide1.xml"/><Relationship Id="rId14" Type="http://schemas.openxmlformats.org/officeDocument/2006/relationships/slide" Target="slides/slide2.xml"/><Relationship Id="rId15" Type="http://schemas.openxmlformats.org/officeDocument/2006/relationships/slide" Target="slides/slide3.xml"/><Relationship Id="rId16" Type="http://schemas.openxmlformats.org/officeDocument/2006/relationships/slide" Target="slides/slide4.xml"/><Relationship Id="rId17" Type="http://schemas.openxmlformats.org/officeDocument/2006/relationships/slide" Target="slides/slide5.xml"/><Relationship Id="rId18" Type="http://schemas.openxmlformats.org/officeDocument/2006/relationships/slide" Target="slides/slide6.xml"/><Relationship Id="rId19" Type="http://schemas.openxmlformats.org/officeDocument/2006/relationships/slide" Target="slides/slide7.xml"/><Relationship Id="rId20" Type="http://schemas.openxmlformats.org/officeDocument/2006/relationships/slide" Target="slides/slide8.xml"/><Relationship Id="rId21" Type="http://schemas.openxmlformats.org/officeDocument/2006/relationships/slide" Target="slides/slide9.xml"/><Relationship Id="rId22" Type="http://schemas.openxmlformats.org/officeDocument/2006/relationships/slide" Target="slides/slide10.xml"/><Relationship Id="rId23" Type="http://schemas.openxmlformats.org/officeDocument/2006/relationships/slide" Target="slides/slide11.xml"/><Relationship Id="rId24" Type="http://schemas.openxmlformats.org/officeDocument/2006/relationships/slide" Target="slides/slide12.xml"/><Relationship Id="rId25" Type="http://schemas.openxmlformats.org/officeDocument/2006/relationships/slide" Target="slides/slide13.xml"/><Relationship Id="rId26" Type="http://schemas.openxmlformats.org/officeDocument/2006/relationships/presProps" Target="presProps.xml"/>
</Relationships>
</file>

<file path=ppt/slideLayouts/_rels/slideLayout1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2.xml.rels><?xml version="1.0" encoding="UTF-8"?>
<Relationships xmlns="http://schemas.openxmlformats.org/package/2006/relationships"><Relationship Id="rId1" Type="http://schemas.openxmlformats.org/officeDocument/2006/relationships/slideMaster" Target="../slideMasters/slideMaster2.xml"/>
</Relationships>
</file>

<file path=ppt/slideLayouts/_rels/slideLayout3.xml.rels><?xml version="1.0" encoding="UTF-8"?>
<Relationships xmlns="http://schemas.openxmlformats.org/package/2006/relationships"><Relationship Id="rId1" Type="http://schemas.openxmlformats.org/officeDocument/2006/relationships/slideMaster" Target="../slideMasters/slideMaster3.xml"/>
</Relationships>
</file>

<file path=ppt/slideLayouts/_rels/slideLayout4.xml.rels><?xml version="1.0" encoding="UTF-8"?>
<Relationships xmlns="http://schemas.openxmlformats.org/package/2006/relationships"><Relationship Id="rId1" Type="http://schemas.openxmlformats.org/officeDocument/2006/relationships/slideMaster" Target="../slideMasters/slideMaster4.xml"/>
</Relationships>
</file>

<file path=ppt/slideLayouts/_rels/slideLayout5.xml.rels><?xml version="1.0" encoding="UTF-8"?>
<Relationships xmlns="http://schemas.openxmlformats.org/package/2006/relationships"><Relationship Id="rId1" Type="http://schemas.openxmlformats.org/officeDocument/2006/relationships/slideMaster" Target="../slideMasters/slideMaster5.xml"/>
</Relationships>
</file>

<file path=ppt/slideLayouts/_rels/slideLayout6.xml.rels><?xml version="1.0" encoding="UTF-8"?>
<Relationships xmlns="http://schemas.openxmlformats.org/package/2006/relationships"><Relationship Id="rId1" Type="http://schemas.openxmlformats.org/officeDocument/2006/relationships/slideMaster" Target="../slideMasters/slideMaster6.xml"/>
</Relationships>
</file>

<file path=ppt/slideLayouts/_rels/slideLayout7.xml.rels><?xml version="1.0" encoding="UTF-8"?>
<Relationships xmlns="http://schemas.openxmlformats.org/package/2006/relationships"><Relationship Id="rId1" Type="http://schemas.openxmlformats.org/officeDocument/2006/relationships/slideMaster" Target="../slideMasters/slideMaster7.xml"/>
</Relationships>
</file>

<file path=ppt/slideLayouts/_rels/slideLayout8.xml.rels><?xml version="1.0" encoding="UTF-8"?>
<Relationships xmlns="http://schemas.openxmlformats.org/package/2006/relationships"><Relationship Id="rId1" Type="http://schemas.openxmlformats.org/officeDocument/2006/relationships/slideMaster" Target="../slideMasters/slideMaster8.xml"/>
</Relationships>
</file>

<file path=ppt/slideLayouts/_rels/slideLayout9.xml.rels><?xml version="1.0" encoding="UTF-8"?>
<Relationships xmlns="http://schemas.openxmlformats.org/package/2006/relationships"><Relationship Id="rId1" Type="http://schemas.openxmlformats.org/officeDocument/2006/relationships/slideMaster" Target="../slideMasters/slideMaster9.xml"/>
</Relationships>
</file>

<file path=ppt/slideLayouts/_rels/slideLayout10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0.xml"/>
</Relationships>
</file>

<file path=ppt/slideLayouts/_rels/slideLayout11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1.xml"/>
</Relationships>
</file>

<file path=ppt/slideLayouts/slideLayout1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PlaceHolder 1"/>
          <p:cNvSpPr>
            <a:spLocks noGrp="1"/>
          </p:cNvSpPr>
          <p:nvPr>
            <p:ph type="title"/>
          </p:nvPr>
        </p:nvSpPr>
        <p:spPr>
          <a:xfrm>
            <a:off x="914400" y="410400"/>
            <a:ext cx="16458840" cy="17175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" name="PlaceHolder 2"/>
          <p:cNvSpPr>
            <a:spLocks noGrp="1"/>
          </p:cNvSpPr>
          <p:nvPr>
            <p:ph type="subTitle"/>
          </p:nvPr>
        </p:nvSpPr>
        <p:spPr>
          <a:xfrm>
            <a:off x="914400" y="2406960"/>
            <a:ext cx="16458840" cy="59659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" name="PlaceHolder 3"/>
          <p:cNvSpPr>
            <a:spLocks noGrp="1"/>
          </p:cNvSpPr>
          <p:nvPr>
            <p:ph type="ftr" idx="1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5" name="PlaceHolder 4"/>
          <p:cNvSpPr>
            <a:spLocks noGrp="1"/>
          </p:cNvSpPr>
          <p:nvPr>
            <p:ph type="sldNum" idx="2"/>
          </p:nvPr>
        </p:nvSpPr>
        <p:spPr/>
        <p:txBody>
          <a:bodyPr/>
          <a:p>
            <a:fld id="{D1E7658D-9A02-409C-BA5A-30EDCA39745F}" type="slidenum">
              <a:t>&lt;#&gt;</a:t>
            </a:fld>
          </a:p>
        </p:txBody>
      </p:sp>
      <p:sp>
        <p:nvSpPr>
          <p:cNvPr id="6" name="PlaceHolder 5"/>
          <p:cNvSpPr>
            <a:spLocks noGrp="1"/>
          </p:cNvSpPr>
          <p:nvPr>
            <p:ph type="dt" idx="3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2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ceHolder 1"/>
          <p:cNvSpPr>
            <a:spLocks noGrp="1"/>
          </p:cNvSpPr>
          <p:nvPr>
            <p:ph type="ftr" idx="4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3" name="PlaceHolder 2"/>
          <p:cNvSpPr>
            <a:spLocks noGrp="1"/>
          </p:cNvSpPr>
          <p:nvPr>
            <p:ph type="sldNum" idx="5"/>
          </p:nvPr>
        </p:nvSpPr>
        <p:spPr/>
        <p:txBody>
          <a:bodyPr/>
          <a:p>
            <a:fld id="{C2C73AFE-847D-4BC1-84CF-3BD8090C101F}" type="slidenum">
              <a:t>&lt;#&gt;</a:t>
            </a:fld>
          </a:p>
        </p:txBody>
      </p:sp>
      <p:sp>
        <p:nvSpPr>
          <p:cNvPr id="4" name="PlaceHolder 3"/>
          <p:cNvSpPr>
            <a:spLocks noGrp="1"/>
          </p:cNvSpPr>
          <p:nvPr>
            <p:ph type="dt" idx="6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3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ceHolder 1"/>
          <p:cNvSpPr>
            <a:spLocks noGrp="1"/>
          </p:cNvSpPr>
          <p:nvPr>
            <p:ph type="ftr" idx="7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3" name="PlaceHolder 2"/>
          <p:cNvSpPr>
            <a:spLocks noGrp="1"/>
          </p:cNvSpPr>
          <p:nvPr>
            <p:ph type="sldNum" idx="8"/>
          </p:nvPr>
        </p:nvSpPr>
        <p:spPr/>
        <p:txBody>
          <a:bodyPr/>
          <a:p>
            <a:fld id="{F9430722-0B5F-4BFA-AE0E-61F4C0B71A6F}" type="slidenum">
              <a:t>&lt;#&gt;</a:t>
            </a:fld>
          </a:p>
        </p:txBody>
      </p:sp>
      <p:sp>
        <p:nvSpPr>
          <p:cNvPr id="4" name="PlaceHolder 3"/>
          <p:cNvSpPr>
            <a:spLocks noGrp="1"/>
          </p:cNvSpPr>
          <p:nvPr>
            <p:ph type="dt" idx="9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4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PlaceHolder 1"/>
          <p:cNvSpPr>
            <a:spLocks noGrp="1"/>
          </p:cNvSpPr>
          <p:nvPr>
            <p:ph type="title"/>
          </p:nvPr>
        </p:nvSpPr>
        <p:spPr>
          <a:xfrm>
            <a:off x="914400" y="410400"/>
            <a:ext cx="16458840" cy="17175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8" name="PlaceHolder 2"/>
          <p:cNvSpPr>
            <a:spLocks noGrp="1"/>
          </p:cNvSpPr>
          <p:nvPr>
            <p:ph/>
          </p:nvPr>
        </p:nvSpPr>
        <p:spPr>
          <a:xfrm>
            <a:off x="914400" y="2406960"/>
            <a:ext cx="16458840" cy="59659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" name="PlaceHolder 3"/>
          <p:cNvSpPr>
            <a:spLocks noGrp="1"/>
          </p:cNvSpPr>
          <p:nvPr>
            <p:ph type="ftr" idx="10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5" name="PlaceHolder 4"/>
          <p:cNvSpPr>
            <a:spLocks noGrp="1"/>
          </p:cNvSpPr>
          <p:nvPr>
            <p:ph type="sldNum" idx="11"/>
          </p:nvPr>
        </p:nvSpPr>
        <p:spPr/>
        <p:txBody>
          <a:bodyPr/>
          <a:p>
            <a:fld id="{F2DBF1C9-A96C-419C-9D05-A78382F1C038}" type="slidenum">
              <a:t>&lt;#&gt;</a:t>
            </a:fld>
          </a:p>
        </p:txBody>
      </p:sp>
      <p:sp>
        <p:nvSpPr>
          <p:cNvPr id="6" name="PlaceHolder 5"/>
          <p:cNvSpPr>
            <a:spLocks noGrp="1"/>
          </p:cNvSpPr>
          <p:nvPr>
            <p:ph type="dt" idx="12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5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ceHolder 1"/>
          <p:cNvSpPr>
            <a:spLocks noGrp="1"/>
          </p:cNvSpPr>
          <p:nvPr>
            <p:ph type="ftr" idx="13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3" name="PlaceHolder 2"/>
          <p:cNvSpPr>
            <a:spLocks noGrp="1"/>
          </p:cNvSpPr>
          <p:nvPr>
            <p:ph type="sldNum" idx="14"/>
          </p:nvPr>
        </p:nvSpPr>
        <p:spPr/>
        <p:txBody>
          <a:bodyPr/>
          <a:p>
            <a:fld id="{6EC88047-A1D5-4DDC-9439-518E9CA130C3}" type="slidenum">
              <a:t>&lt;#&gt;</a:t>
            </a:fld>
          </a:p>
        </p:txBody>
      </p:sp>
      <p:sp>
        <p:nvSpPr>
          <p:cNvPr id="4" name="PlaceHolder 3"/>
          <p:cNvSpPr>
            <a:spLocks noGrp="1"/>
          </p:cNvSpPr>
          <p:nvPr>
            <p:ph type="dt" idx="15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6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" name="PlaceHolder 1"/>
          <p:cNvSpPr>
            <a:spLocks noGrp="1"/>
          </p:cNvSpPr>
          <p:nvPr>
            <p:ph type="title"/>
          </p:nvPr>
        </p:nvSpPr>
        <p:spPr>
          <a:xfrm>
            <a:off x="914400" y="410400"/>
            <a:ext cx="16458840" cy="17175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9" name="PlaceHolder 2"/>
          <p:cNvSpPr>
            <a:spLocks noGrp="1"/>
          </p:cNvSpPr>
          <p:nvPr>
            <p:ph/>
          </p:nvPr>
        </p:nvSpPr>
        <p:spPr>
          <a:xfrm>
            <a:off x="914400" y="2406960"/>
            <a:ext cx="8031600" cy="59659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0" name="PlaceHolder 3"/>
          <p:cNvSpPr>
            <a:spLocks noGrp="1"/>
          </p:cNvSpPr>
          <p:nvPr>
            <p:ph/>
          </p:nvPr>
        </p:nvSpPr>
        <p:spPr>
          <a:xfrm>
            <a:off x="9348120" y="2406960"/>
            <a:ext cx="8031600" cy="59659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" name="PlaceHolder 4"/>
          <p:cNvSpPr>
            <a:spLocks noGrp="1"/>
          </p:cNvSpPr>
          <p:nvPr>
            <p:ph type="ftr" idx="16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6" name="PlaceHolder 5"/>
          <p:cNvSpPr>
            <a:spLocks noGrp="1"/>
          </p:cNvSpPr>
          <p:nvPr>
            <p:ph type="sldNum" idx="17"/>
          </p:nvPr>
        </p:nvSpPr>
        <p:spPr/>
        <p:txBody>
          <a:bodyPr/>
          <a:p>
            <a:fld id="{3733C06E-9E98-4DF8-919C-4EEC5C1AABF0}" type="slidenum">
              <a:t>&lt;#&gt;</a:t>
            </a:fld>
          </a:p>
        </p:txBody>
      </p:sp>
      <p:sp>
        <p:nvSpPr>
          <p:cNvPr id="7" name="PlaceHolder 6"/>
          <p:cNvSpPr>
            <a:spLocks noGrp="1"/>
          </p:cNvSpPr>
          <p:nvPr>
            <p:ph type="dt" idx="18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7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ceHolder 1"/>
          <p:cNvSpPr>
            <a:spLocks noGrp="1"/>
          </p:cNvSpPr>
          <p:nvPr>
            <p:ph type="ftr" idx="19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3" name="PlaceHolder 2"/>
          <p:cNvSpPr>
            <a:spLocks noGrp="1"/>
          </p:cNvSpPr>
          <p:nvPr>
            <p:ph type="sldNum" idx="20"/>
          </p:nvPr>
        </p:nvSpPr>
        <p:spPr/>
        <p:txBody>
          <a:bodyPr/>
          <a:p>
            <a:fld id="{EEA4F0DD-57FC-4CA8-A30C-D98975B4CEC8}" type="slidenum">
              <a:t>&lt;#&gt;</a:t>
            </a:fld>
          </a:p>
        </p:txBody>
      </p:sp>
      <p:sp>
        <p:nvSpPr>
          <p:cNvPr id="4" name="PlaceHolder 3"/>
          <p:cNvSpPr>
            <a:spLocks noGrp="1"/>
          </p:cNvSpPr>
          <p:nvPr>
            <p:ph type="dt" idx="21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8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" name="PlaceHolder 1"/>
          <p:cNvSpPr>
            <a:spLocks noGrp="1"/>
          </p:cNvSpPr>
          <p:nvPr>
            <p:ph type="title"/>
          </p:nvPr>
        </p:nvSpPr>
        <p:spPr>
          <a:xfrm>
            <a:off x="914400" y="410400"/>
            <a:ext cx="16458840" cy="17175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" name="PlaceHolder 2"/>
          <p:cNvSpPr>
            <a:spLocks noGrp="1"/>
          </p:cNvSpPr>
          <p:nvPr>
            <p:ph type="ftr" idx="22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4" name="PlaceHolder 3"/>
          <p:cNvSpPr>
            <a:spLocks noGrp="1"/>
          </p:cNvSpPr>
          <p:nvPr>
            <p:ph type="sldNum" idx="23"/>
          </p:nvPr>
        </p:nvSpPr>
        <p:spPr/>
        <p:txBody>
          <a:bodyPr/>
          <a:p>
            <a:fld id="{31809C2F-4CAD-41A0-BDC5-BB25A1B2698F}" type="slidenum">
              <a:t>&lt;#&gt;</a:t>
            </a:fld>
          </a:p>
        </p:txBody>
      </p:sp>
      <p:sp>
        <p:nvSpPr>
          <p:cNvPr id="5" name="PlaceHolder 4"/>
          <p:cNvSpPr>
            <a:spLocks noGrp="1"/>
          </p:cNvSpPr>
          <p:nvPr>
            <p:ph type="dt" idx="24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9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ceHolder 1"/>
          <p:cNvSpPr>
            <a:spLocks noGrp="1"/>
          </p:cNvSpPr>
          <p:nvPr>
            <p:ph type="ftr" idx="25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3" name="PlaceHolder 2"/>
          <p:cNvSpPr>
            <a:spLocks noGrp="1"/>
          </p:cNvSpPr>
          <p:nvPr>
            <p:ph type="sldNum" idx="26"/>
          </p:nvPr>
        </p:nvSpPr>
        <p:spPr/>
        <p:txBody>
          <a:bodyPr/>
          <a:p>
            <a:fld id="{A558D0D6-D9E3-4153-8EF8-E352EAB48D0B}" type="slidenum">
              <a:t>&lt;#&gt;</a:t>
            </a:fld>
          </a:p>
        </p:txBody>
      </p:sp>
      <p:sp>
        <p:nvSpPr>
          <p:cNvPr id="4" name="PlaceHolder 3"/>
          <p:cNvSpPr>
            <a:spLocks noGrp="1"/>
          </p:cNvSpPr>
          <p:nvPr>
            <p:ph type="dt" idx="27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10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ceHolder 1"/>
          <p:cNvSpPr>
            <a:spLocks noGrp="1"/>
          </p:cNvSpPr>
          <p:nvPr>
            <p:ph type="ftr" idx="28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3" name="PlaceHolder 2"/>
          <p:cNvSpPr>
            <a:spLocks noGrp="1"/>
          </p:cNvSpPr>
          <p:nvPr>
            <p:ph type="sldNum" idx="29"/>
          </p:nvPr>
        </p:nvSpPr>
        <p:spPr/>
        <p:txBody>
          <a:bodyPr/>
          <a:p>
            <a:fld id="{0C53B22A-A2D0-41C2-8542-064AD17AAA5F}" type="slidenum">
              <a:t>&lt;#&gt;</a:t>
            </a:fld>
          </a:p>
        </p:txBody>
      </p:sp>
      <p:sp>
        <p:nvSpPr>
          <p:cNvPr id="4" name="PlaceHolder 3"/>
          <p:cNvSpPr>
            <a:spLocks noGrp="1"/>
          </p:cNvSpPr>
          <p:nvPr>
            <p:ph type="dt" idx="30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11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ceHolder 1"/>
          <p:cNvSpPr>
            <a:spLocks noGrp="1"/>
          </p:cNvSpPr>
          <p:nvPr>
            <p:ph type="ftr" idx="31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3" name="PlaceHolder 2"/>
          <p:cNvSpPr>
            <a:spLocks noGrp="1"/>
          </p:cNvSpPr>
          <p:nvPr>
            <p:ph type="sldNum" idx="32"/>
          </p:nvPr>
        </p:nvSpPr>
        <p:spPr/>
        <p:txBody>
          <a:bodyPr/>
          <a:p>
            <a:fld id="{5E76999A-14AE-4F4A-BFCF-2FC1A0D58938}" type="slidenum">
              <a:t>&lt;#&gt;</a:t>
            </a:fld>
          </a:p>
        </p:txBody>
      </p:sp>
      <p:sp>
        <p:nvSpPr>
          <p:cNvPr id="4" name="PlaceHolder 3"/>
          <p:cNvSpPr>
            <a:spLocks noGrp="1"/>
          </p:cNvSpPr>
          <p:nvPr>
            <p:ph type="dt" idx="33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Masters/_rels/slideMaster1.xml.rels><?xml version="1.0" encoding="UTF-8"?>
<Relationships xmlns="http://schemas.openxmlformats.org/package/2006/relationships"><Relationship Id="rId1" Type="http://schemas.openxmlformats.org/officeDocument/2006/relationships/theme" Target="../theme/theme1.xml"/><Relationship Id="rId2" Type="http://schemas.openxmlformats.org/officeDocument/2006/relationships/slideLayout" Target="../slideLayouts/slideLayout1.xml"/>
</Relationships>
</file>

<file path=ppt/slideMasters/_rels/slideMaster2.xml.rels><?xml version="1.0" encoding="UTF-8"?>
<Relationships xmlns="http://schemas.openxmlformats.org/package/2006/relationships"><Relationship Id="rId1" Type="http://schemas.openxmlformats.org/officeDocument/2006/relationships/theme" Target="../theme/theme2.xml"/><Relationship Id="rId2" Type="http://schemas.openxmlformats.org/officeDocument/2006/relationships/slideLayout" Target="../slideLayouts/slideLayout2.xml"/>
</Relationships>
</file>

<file path=ppt/slideMasters/_rels/slideMaster3.xml.rels><?xml version="1.0" encoding="UTF-8"?>
<Relationships xmlns="http://schemas.openxmlformats.org/package/2006/relationships"><Relationship Id="rId1" Type="http://schemas.openxmlformats.org/officeDocument/2006/relationships/theme" Target="../theme/theme3.xml"/><Relationship Id="rId2" Type="http://schemas.openxmlformats.org/officeDocument/2006/relationships/slideLayout" Target="../slideLayouts/slideLayout3.xml"/>
</Relationships>
</file>

<file path=ppt/slideMasters/_rels/slideMaster4.xml.rels><?xml version="1.0" encoding="UTF-8"?>
<Relationships xmlns="http://schemas.openxmlformats.org/package/2006/relationships"><Relationship Id="rId1" Type="http://schemas.openxmlformats.org/officeDocument/2006/relationships/theme" Target="../theme/theme4.xml"/><Relationship Id="rId2" Type="http://schemas.openxmlformats.org/officeDocument/2006/relationships/slideLayout" Target="../slideLayouts/slideLayout4.xml"/>
</Relationships>
</file>

<file path=ppt/slideMasters/_rels/slideMaster5.xml.rels><?xml version="1.0" encoding="UTF-8"?>
<Relationships xmlns="http://schemas.openxmlformats.org/package/2006/relationships"><Relationship Id="rId1" Type="http://schemas.openxmlformats.org/officeDocument/2006/relationships/theme" Target="../theme/theme5.xml"/><Relationship Id="rId2" Type="http://schemas.openxmlformats.org/officeDocument/2006/relationships/slideLayout" Target="../slideLayouts/slideLayout5.xml"/>
</Relationships>
</file>

<file path=ppt/slideMasters/_rels/slideMaster6.xml.rels><?xml version="1.0" encoding="UTF-8"?>
<Relationships xmlns="http://schemas.openxmlformats.org/package/2006/relationships"><Relationship Id="rId1" Type="http://schemas.openxmlformats.org/officeDocument/2006/relationships/theme" Target="../theme/theme6.xml"/><Relationship Id="rId2" Type="http://schemas.openxmlformats.org/officeDocument/2006/relationships/slideLayout" Target="../slideLayouts/slideLayout6.xml"/>
</Relationships>
</file>

<file path=ppt/slideMasters/_rels/slideMaster7.xml.rels><?xml version="1.0" encoding="UTF-8"?>
<Relationships xmlns="http://schemas.openxmlformats.org/package/2006/relationships"><Relationship Id="rId1" Type="http://schemas.openxmlformats.org/officeDocument/2006/relationships/theme" Target="../theme/theme7.xml"/><Relationship Id="rId2" Type="http://schemas.openxmlformats.org/officeDocument/2006/relationships/slideLayout" Target="../slideLayouts/slideLayout7.xml"/>
</Relationships>
</file>

<file path=ppt/slideMasters/_rels/slideMaster8.xml.rels><?xml version="1.0" encoding="UTF-8"?>
<Relationships xmlns="http://schemas.openxmlformats.org/package/2006/relationships"><Relationship Id="rId1" Type="http://schemas.openxmlformats.org/officeDocument/2006/relationships/theme" Target="../theme/theme8.xml"/><Relationship Id="rId2" Type="http://schemas.openxmlformats.org/officeDocument/2006/relationships/slideLayout" Target="../slideLayouts/slideLayout8.xml"/>
</Relationships>
</file>

<file path=ppt/slideMasters/_rels/slideMaster9.xml.rels><?xml version="1.0" encoding="UTF-8"?>
<Relationships xmlns="http://schemas.openxmlformats.org/package/2006/relationships"><Relationship Id="rId1" Type="http://schemas.openxmlformats.org/officeDocument/2006/relationships/theme" Target="../theme/theme9.xml"/><Relationship Id="rId2" Type="http://schemas.openxmlformats.org/officeDocument/2006/relationships/slideLayout" Target="../slideLayouts/slideLayout9.xml"/>
</Relationships>
</file>

<file path=ppt/slideMasters/_rels/slideMaster10.xml.rels><?xml version="1.0" encoding="UTF-8"?>
<Relationships xmlns="http://schemas.openxmlformats.org/package/2006/relationships"><Relationship Id="rId1" Type="http://schemas.openxmlformats.org/officeDocument/2006/relationships/theme" Target="../theme/theme10.xml"/><Relationship Id="rId2" Type="http://schemas.openxmlformats.org/officeDocument/2006/relationships/slideLayout" Target="../slideLayouts/slideLayout10.xml"/>
</Relationships>
</file>

<file path=ppt/slideMasters/_rels/slideMaster11.xml.rels><?xml version="1.0" encoding="UTF-8"?>
<Relationships xmlns="http://schemas.openxmlformats.org/package/2006/relationships"><Relationship Id="rId1" Type="http://schemas.openxmlformats.org/officeDocument/2006/relationships/theme" Target="../theme/theme11.xml"/><Relationship Id="rId2" Type="http://schemas.openxmlformats.org/officeDocument/2006/relationships/slideLayout" Target="../slideLayouts/slideLayout11.xml"/>
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0" name="PlaceHolder 1"/>
          <p:cNvSpPr>
            <a:spLocks noGrp="1"/>
          </p:cNvSpPr>
          <p:nvPr>
            <p:ph type="title"/>
          </p:nvPr>
        </p:nvSpPr>
        <p:spPr>
          <a:xfrm>
            <a:off x="914400" y="410400"/>
            <a:ext cx="16458480" cy="17172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>
              <a:buNone/>
            </a:pPr>
            <a:r>
              <a:rPr b="0" lang="en-US" sz="1800" spc="-1" strike="noStrike">
                <a:solidFill>
                  <a:srgbClr val="000000"/>
                </a:solidFill>
                <a:latin typeface="Arial"/>
              </a:rPr>
              <a:t>Click to edit the title text format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" name="PlaceHolder 2"/>
          <p:cNvSpPr>
            <a:spLocks noGrp="1"/>
          </p:cNvSpPr>
          <p:nvPr>
            <p:ph type="ftr" idx="1"/>
          </p:nvPr>
        </p:nvSpPr>
        <p:spPr>
          <a:xfrm>
            <a:off x="3124080" y="6356520"/>
            <a:ext cx="2894400" cy="3639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algn="l" pos="0"/>
              </a:tabLst>
              <a:defRPr b="0" lang="en-US" sz="1400" spc="-1" strike="noStrike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1400" spc="-1" strike="noStrike">
                <a:solidFill>
                  <a:srgbClr val="000000"/>
                </a:solidFill>
                <a:latin typeface="Times New Roman"/>
              </a:rPr>
              <a:t> </a:t>
            </a:r>
            <a:endParaRPr b="0" lang="en-US" sz="1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" name="PlaceHolder 3"/>
          <p:cNvSpPr>
            <a:spLocks noGrp="1"/>
          </p:cNvSpPr>
          <p:nvPr>
            <p:ph type="sldNum" idx="2"/>
          </p:nvPr>
        </p:nvSpPr>
        <p:spPr>
          <a:xfrm>
            <a:off x="6553080" y="6356520"/>
            <a:ext cx="2132640" cy="3639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algn="l" pos="0"/>
              </a:tabLst>
              <a:defRPr b="0" lang="en-US" sz="1200" spc="-1" strike="noStrike">
                <a:solidFill>
                  <a:schemeClr val="dk1">
                    <a:tint val="75000"/>
                  </a:schemeClr>
                </a:solidFill>
                <a:latin typeface="Calibri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algn="l" pos="0"/>
              </a:tabLst>
            </a:pPr>
            <a:fld id="{49D1D644-8353-4925-AFD5-6BC0B1BFC0FA}" type="slidenum">
              <a:rPr b="0" lang="en-US" sz="1200" spc="-1" strike="noStrike">
                <a:solidFill>
                  <a:schemeClr val="dk1">
                    <a:tint val="75000"/>
                  </a:schemeClr>
                </a:solidFill>
                <a:latin typeface="Calibri"/>
              </a:rPr>
              <a:t>11</a:t>
            </a:fld>
            <a:endParaRPr b="0" lang="en-US" sz="12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3" name="PlaceHolder 4"/>
          <p:cNvSpPr>
            <a:spLocks noGrp="1"/>
          </p:cNvSpPr>
          <p:nvPr>
            <p:ph type="dt" idx="3"/>
          </p:nvPr>
        </p:nvSpPr>
        <p:spPr>
          <a:xfrm>
            <a:off x="457200" y="6356520"/>
            <a:ext cx="2132640" cy="3639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>
              <a:buNone/>
              <a:defRPr b="0" lang="en-US" sz="1400" spc="-1" strike="noStrike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>
              <a:buNone/>
            </a:pPr>
            <a:r>
              <a:rPr b="0" lang="en-US" sz="1400" spc="-1" strike="noStrike">
                <a:solidFill>
                  <a:srgbClr val="000000"/>
                </a:solidFill>
                <a:latin typeface="Times New Roman"/>
              </a:rPr>
              <a:t> </a:t>
            </a:r>
            <a:endParaRPr b="0" lang="en-US" sz="1400" spc="-1" strike="noStrike">
              <a:solidFill>
                <a:srgbClr val="000000"/>
              </a:solidFill>
              <a:latin typeface="Times New Roman"/>
            </a:endParaRPr>
          </a:p>
        </p:txBody>
      </p:sp>
    </p:spTree>
  </p:cSld>
  <p:clrMap bg1="lt1" bg2="lt2" tx1="dk1" tx2="dk2" accent1="accent1" accent2="accent2" accent3="accent3" accent4="accent4" accent5="accent5" accent6="accent6" hlink="hlink" folHlink="folHlink"/>
  <p:sldLayoutIdLst>
    <p:sldLayoutId id="2147483649" r:id="rId2"/>
  </p:sldLayoutIdLst>
</p:sldMaster>
</file>

<file path=ppt/slideMasters/slideMaster2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PlaceHolder 1"/>
          <p:cNvSpPr>
            <a:spLocks noGrp="1"/>
          </p:cNvSpPr>
          <p:nvPr>
            <p:ph type="ftr" idx="4"/>
          </p:nvPr>
        </p:nvSpPr>
        <p:spPr>
          <a:xfrm>
            <a:off x="3124080" y="6356520"/>
            <a:ext cx="2894400" cy="3639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algn="l" pos="0"/>
              </a:tabLst>
              <a:defRPr b="0" lang="en-US" sz="1400" spc="-1" strike="noStrike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1400" spc="-1" strike="noStrike">
                <a:solidFill>
                  <a:srgbClr val="000000"/>
                </a:solidFill>
                <a:latin typeface="Times New Roman"/>
              </a:rPr>
              <a:t>&lt;footer&gt;</a:t>
            </a:r>
            <a:endParaRPr b="0" lang="en-US" sz="1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7" name="PlaceHolder 2"/>
          <p:cNvSpPr>
            <a:spLocks noGrp="1"/>
          </p:cNvSpPr>
          <p:nvPr>
            <p:ph type="sldNum" idx="5"/>
          </p:nvPr>
        </p:nvSpPr>
        <p:spPr>
          <a:xfrm>
            <a:off x="6553080" y="6356520"/>
            <a:ext cx="2132640" cy="3639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algn="l" pos="0"/>
              </a:tabLst>
              <a:defRPr b="0" lang="en-US" sz="1200" spc="-1" strike="noStrike">
                <a:solidFill>
                  <a:schemeClr val="dk1">
                    <a:tint val="75000"/>
                  </a:schemeClr>
                </a:solidFill>
                <a:latin typeface="Calibri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algn="l" pos="0"/>
              </a:tabLst>
            </a:pPr>
            <a:fld id="{8D98F6BC-0621-44E1-85DB-452AEDDDE922}" type="slidenum">
              <a:rPr b="0" lang="en-US" sz="1200" spc="-1" strike="noStrike">
                <a:solidFill>
                  <a:schemeClr val="dk1">
                    <a:tint val="75000"/>
                  </a:schemeClr>
                </a:solidFill>
                <a:latin typeface="Calibri"/>
              </a:rPr>
              <a:t>&lt;number&gt;</a:t>
            </a:fld>
            <a:endParaRPr b="0" lang="en-US" sz="12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8" name="PlaceHolder 3"/>
          <p:cNvSpPr>
            <a:spLocks noGrp="1"/>
          </p:cNvSpPr>
          <p:nvPr>
            <p:ph type="dt" idx="6"/>
          </p:nvPr>
        </p:nvSpPr>
        <p:spPr>
          <a:xfrm>
            <a:off x="457200" y="6356520"/>
            <a:ext cx="2132640" cy="3639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>
              <a:buNone/>
              <a:defRPr b="0" lang="en-US" sz="1400" spc="-1" strike="noStrike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>
              <a:buNone/>
            </a:pPr>
            <a:r>
              <a:rPr b="0" lang="en-US" sz="1400" spc="-1" strike="noStrike">
                <a:solidFill>
                  <a:srgbClr val="000000"/>
                </a:solidFill>
                <a:latin typeface="Times New Roman"/>
              </a:rPr>
              <a:t>&lt;date/time&gt;</a:t>
            </a:r>
            <a:endParaRPr b="0" lang="en-US" sz="1400" spc="-1" strike="noStrike">
              <a:solidFill>
                <a:srgbClr val="000000"/>
              </a:solidFill>
              <a:latin typeface="Times New Roman"/>
            </a:endParaRPr>
          </a:p>
        </p:txBody>
      </p:sp>
    </p:spTree>
  </p:cSld>
  <p:clrMap bg1="lt1" bg2="lt2" tx1="dk1" tx2="dk2" accent1="accent1" accent2="accent2" accent3="accent3" accent4="accent4" accent5="accent5" accent6="accent6" hlink="hlink" folHlink="folHlink"/>
  <p:sldLayoutIdLst>
    <p:sldLayoutId id="2147483651" r:id="rId2"/>
  </p:sldLayoutIdLst>
</p:sldMaster>
</file>

<file path=ppt/slideMasters/slideMaster3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PlaceHolder 1"/>
          <p:cNvSpPr>
            <a:spLocks noGrp="1"/>
          </p:cNvSpPr>
          <p:nvPr>
            <p:ph type="ftr" idx="7"/>
          </p:nvPr>
        </p:nvSpPr>
        <p:spPr>
          <a:xfrm>
            <a:off x="3124080" y="6356520"/>
            <a:ext cx="2894400" cy="3639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algn="l" pos="0"/>
              </a:tabLst>
              <a:defRPr b="0" lang="en-US" sz="1400" spc="-1" strike="noStrike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1400" spc="-1" strike="noStrike">
                <a:solidFill>
                  <a:srgbClr val="000000"/>
                </a:solidFill>
                <a:latin typeface="Times New Roman"/>
              </a:rPr>
              <a:t>&lt;footer&gt;</a:t>
            </a:r>
            <a:endParaRPr b="0" lang="en-US" sz="1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0" name="PlaceHolder 2"/>
          <p:cNvSpPr>
            <a:spLocks noGrp="1"/>
          </p:cNvSpPr>
          <p:nvPr>
            <p:ph type="sldNum" idx="8"/>
          </p:nvPr>
        </p:nvSpPr>
        <p:spPr>
          <a:xfrm>
            <a:off x="6553080" y="6356520"/>
            <a:ext cx="2132640" cy="3639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algn="l" pos="0"/>
              </a:tabLst>
              <a:defRPr b="0" lang="en-US" sz="1200" spc="-1" strike="noStrike">
                <a:solidFill>
                  <a:schemeClr val="dk1">
                    <a:tint val="75000"/>
                  </a:schemeClr>
                </a:solidFill>
                <a:latin typeface="Calibri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algn="l" pos="0"/>
              </a:tabLst>
            </a:pPr>
            <a:fld id="{FEFF85C8-DF78-4E4F-AFFF-EB977ECF6247}" type="slidenum">
              <a:rPr b="0" lang="en-US" sz="1200" spc="-1" strike="noStrike">
                <a:solidFill>
                  <a:schemeClr val="dk1">
                    <a:tint val="75000"/>
                  </a:schemeClr>
                </a:solidFill>
                <a:latin typeface="Calibri"/>
              </a:rPr>
              <a:t>&lt;number&gt;</a:t>
            </a:fld>
            <a:endParaRPr b="0" lang="en-US" sz="12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1" name="PlaceHolder 3"/>
          <p:cNvSpPr>
            <a:spLocks noGrp="1"/>
          </p:cNvSpPr>
          <p:nvPr>
            <p:ph type="dt" idx="9"/>
          </p:nvPr>
        </p:nvSpPr>
        <p:spPr>
          <a:xfrm>
            <a:off x="457200" y="6356520"/>
            <a:ext cx="2132640" cy="3639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>
              <a:buNone/>
              <a:defRPr b="0" lang="en-US" sz="1400" spc="-1" strike="noStrike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>
              <a:buNone/>
            </a:pPr>
            <a:r>
              <a:rPr b="0" lang="en-US" sz="1400" spc="-1" strike="noStrike">
                <a:solidFill>
                  <a:srgbClr val="000000"/>
                </a:solidFill>
                <a:latin typeface="Times New Roman"/>
              </a:rPr>
              <a:t>&lt;date/time&gt;</a:t>
            </a:r>
            <a:endParaRPr b="0" lang="en-US" sz="1400" spc="-1" strike="noStrike">
              <a:solidFill>
                <a:srgbClr val="000000"/>
              </a:solidFill>
              <a:latin typeface="Times New Roman"/>
            </a:endParaRPr>
          </a:p>
        </p:txBody>
      </p:sp>
    </p:spTree>
  </p:cSld>
  <p:clrMap bg1="lt1" bg2="lt2" tx1="dk1" tx2="dk2" accent1="accent1" accent2="accent2" accent3="accent3" accent4="accent4" accent5="accent5" accent6="accent6" hlink="hlink" folHlink="folHlink"/>
  <p:sldLayoutIdLst>
    <p:sldLayoutId id="2147483653" r:id="rId2"/>
  </p:sldLayoutIdLst>
</p:sldMaster>
</file>

<file path=ppt/slideMasters/slideMaster4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PlaceHolder 1"/>
          <p:cNvSpPr>
            <a:spLocks noGrp="1"/>
          </p:cNvSpPr>
          <p:nvPr>
            <p:ph type="title"/>
          </p:nvPr>
        </p:nvSpPr>
        <p:spPr>
          <a:xfrm>
            <a:off x="914400" y="410400"/>
            <a:ext cx="16458480" cy="17172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>
              <a:buNone/>
            </a:pPr>
            <a:r>
              <a:rPr b="0" lang="en-US" sz="1800" spc="-1" strike="noStrike">
                <a:solidFill>
                  <a:srgbClr val="000000"/>
                </a:solidFill>
                <a:latin typeface="Arial"/>
              </a:rPr>
              <a:t>Click to edit the title text format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3" name="PlaceHolder 2"/>
          <p:cNvSpPr>
            <a:spLocks noGrp="1"/>
          </p:cNvSpPr>
          <p:nvPr>
            <p:ph type="body"/>
          </p:nvPr>
        </p:nvSpPr>
        <p:spPr>
          <a:xfrm>
            <a:off x="914400" y="2406960"/>
            <a:ext cx="16458480" cy="59655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pc="-1" strike="noStrike">
                <a:solidFill>
                  <a:srgbClr val="000000"/>
                </a:solidFill>
                <a:latin typeface="Arial"/>
              </a:rPr>
              <a:t>Click to edit the outline text format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  <a:p>
            <a:pPr lvl="1" marL="864000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1800" spc="-1" strike="noStrike">
                <a:solidFill>
                  <a:srgbClr val="000000"/>
                </a:solidFill>
                <a:latin typeface="Arial"/>
              </a:rPr>
              <a:t>Second Outline Level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  <a:p>
            <a:pPr lvl="2" marL="1296000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pc="-1" strike="noStrike">
                <a:solidFill>
                  <a:srgbClr val="000000"/>
                </a:solidFill>
                <a:latin typeface="Arial"/>
              </a:rPr>
              <a:t>Third Outline Level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  <a:p>
            <a:pPr lvl="3" marL="1728000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1800" spc="-1" strike="noStrike">
                <a:solidFill>
                  <a:srgbClr val="000000"/>
                </a:solidFill>
                <a:latin typeface="Arial"/>
              </a:rPr>
              <a:t>Fourth Outline Level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  <a:p>
            <a:pPr lvl="4" marL="2160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pc="-1" strike="noStrike">
                <a:solidFill>
                  <a:srgbClr val="000000"/>
                </a:solidFill>
                <a:latin typeface="Arial"/>
              </a:rPr>
              <a:t>Fifth Outline Level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  <a:p>
            <a:pPr lvl="5" marL="2592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pc="-1" strike="noStrike">
                <a:solidFill>
                  <a:srgbClr val="000000"/>
                </a:solidFill>
                <a:latin typeface="Arial"/>
              </a:rPr>
              <a:t>Sixth Outline Level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  <a:p>
            <a:pPr lvl="6" marL="3024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pc="-1" strike="noStrike">
                <a:solidFill>
                  <a:srgbClr val="000000"/>
                </a:solidFill>
                <a:latin typeface="Arial"/>
              </a:rPr>
              <a:t>Seventh Outline Level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4" name="PlaceHolder 3"/>
          <p:cNvSpPr>
            <a:spLocks noGrp="1"/>
          </p:cNvSpPr>
          <p:nvPr>
            <p:ph type="ftr" idx="10"/>
          </p:nvPr>
        </p:nvSpPr>
        <p:spPr>
          <a:xfrm>
            <a:off x="3124080" y="6356520"/>
            <a:ext cx="2894400" cy="3639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algn="l" pos="0"/>
              </a:tabLst>
              <a:defRPr b="0" lang="en-US" sz="1400" spc="-1" strike="noStrike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1400" spc="-1" strike="noStrike">
                <a:solidFill>
                  <a:srgbClr val="000000"/>
                </a:solidFill>
                <a:latin typeface="Times New Roman"/>
              </a:rPr>
              <a:t>&lt;footer&gt;</a:t>
            </a:r>
            <a:endParaRPr b="0" lang="en-US" sz="1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5" name="PlaceHolder 4"/>
          <p:cNvSpPr>
            <a:spLocks noGrp="1"/>
          </p:cNvSpPr>
          <p:nvPr>
            <p:ph type="sldNum" idx="11"/>
          </p:nvPr>
        </p:nvSpPr>
        <p:spPr>
          <a:xfrm>
            <a:off x="6553080" y="6356520"/>
            <a:ext cx="2132640" cy="3639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algn="l" pos="0"/>
              </a:tabLst>
              <a:defRPr b="0" lang="en-US" sz="1200" spc="-1" strike="noStrike">
                <a:solidFill>
                  <a:schemeClr val="dk1">
                    <a:tint val="75000"/>
                  </a:schemeClr>
                </a:solidFill>
                <a:latin typeface="Calibri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algn="l" pos="0"/>
              </a:tabLst>
            </a:pPr>
            <a:fld id="{B63F7A0F-34FB-415B-82B2-F23C30A878FE}" type="slidenum">
              <a:rPr b="0" lang="en-US" sz="1200" spc="-1" strike="noStrike">
                <a:solidFill>
                  <a:schemeClr val="dk1">
                    <a:tint val="75000"/>
                  </a:schemeClr>
                </a:solidFill>
                <a:latin typeface="Calibri"/>
              </a:rPr>
              <a:t>&lt;number&gt;</a:t>
            </a:fld>
            <a:endParaRPr b="0" lang="en-US" sz="12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6" name="PlaceHolder 5"/>
          <p:cNvSpPr>
            <a:spLocks noGrp="1"/>
          </p:cNvSpPr>
          <p:nvPr>
            <p:ph type="dt" idx="12"/>
          </p:nvPr>
        </p:nvSpPr>
        <p:spPr>
          <a:xfrm>
            <a:off x="457200" y="6356520"/>
            <a:ext cx="2132640" cy="3639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>
              <a:buNone/>
              <a:defRPr b="0" lang="en-US" sz="1400" spc="-1" strike="noStrike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>
              <a:buNone/>
            </a:pPr>
            <a:r>
              <a:rPr b="0" lang="en-US" sz="1400" spc="-1" strike="noStrike">
                <a:solidFill>
                  <a:srgbClr val="000000"/>
                </a:solidFill>
                <a:latin typeface="Times New Roman"/>
              </a:rPr>
              <a:t>&lt;date/time&gt;</a:t>
            </a:r>
            <a:endParaRPr b="0" lang="en-US" sz="1400" spc="-1" strike="noStrike">
              <a:solidFill>
                <a:srgbClr val="000000"/>
              </a:solidFill>
              <a:latin typeface="Times New Roman"/>
            </a:endParaRPr>
          </a:p>
        </p:txBody>
      </p:sp>
    </p:spTree>
  </p:cSld>
  <p:clrMap bg1="lt1" bg2="lt2" tx1="dk1" tx2="dk2" accent1="accent1" accent2="accent2" accent3="accent3" accent4="accent4" accent5="accent5" accent6="accent6" hlink="hlink" folHlink="folHlink"/>
  <p:sldLayoutIdLst>
    <p:sldLayoutId id="2147483655" r:id="rId2"/>
  </p:sldLayoutIdLst>
</p:sldMaster>
</file>

<file path=ppt/slideMasters/slideMaster5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" name="PlaceHolder 1"/>
          <p:cNvSpPr>
            <a:spLocks noGrp="1"/>
          </p:cNvSpPr>
          <p:nvPr>
            <p:ph type="ftr" idx="13"/>
          </p:nvPr>
        </p:nvSpPr>
        <p:spPr>
          <a:xfrm>
            <a:off x="3124080" y="6356520"/>
            <a:ext cx="2894400" cy="3639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algn="l" pos="0"/>
              </a:tabLst>
              <a:defRPr b="0" lang="en-US" sz="1400" spc="-1" strike="noStrike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1400" spc="-1" strike="noStrike">
                <a:solidFill>
                  <a:srgbClr val="000000"/>
                </a:solidFill>
                <a:latin typeface="Times New Roman"/>
              </a:rPr>
              <a:t>&lt;footer&gt;</a:t>
            </a:r>
            <a:endParaRPr b="0" lang="en-US" sz="1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0" name="PlaceHolder 2"/>
          <p:cNvSpPr>
            <a:spLocks noGrp="1"/>
          </p:cNvSpPr>
          <p:nvPr>
            <p:ph type="sldNum" idx="14"/>
          </p:nvPr>
        </p:nvSpPr>
        <p:spPr>
          <a:xfrm>
            <a:off x="6553080" y="6356520"/>
            <a:ext cx="2132640" cy="3639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algn="l" pos="0"/>
              </a:tabLst>
              <a:defRPr b="0" lang="en-US" sz="1200" spc="-1" strike="noStrike">
                <a:solidFill>
                  <a:schemeClr val="dk1">
                    <a:tint val="75000"/>
                  </a:schemeClr>
                </a:solidFill>
                <a:latin typeface="Calibri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algn="l" pos="0"/>
              </a:tabLst>
            </a:pPr>
            <a:fld id="{330FA047-697F-4041-8C7B-05AA34FFB13B}" type="slidenum">
              <a:rPr b="0" lang="en-US" sz="1200" spc="-1" strike="noStrike">
                <a:solidFill>
                  <a:schemeClr val="dk1">
                    <a:tint val="75000"/>
                  </a:schemeClr>
                </a:solidFill>
                <a:latin typeface="Calibri"/>
              </a:rPr>
              <a:t>&lt;number&gt;</a:t>
            </a:fld>
            <a:endParaRPr b="0" lang="en-US" sz="12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1" name="PlaceHolder 3"/>
          <p:cNvSpPr>
            <a:spLocks noGrp="1"/>
          </p:cNvSpPr>
          <p:nvPr>
            <p:ph type="dt" idx="15"/>
          </p:nvPr>
        </p:nvSpPr>
        <p:spPr>
          <a:xfrm>
            <a:off x="457200" y="6356520"/>
            <a:ext cx="2132640" cy="3639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>
              <a:buNone/>
              <a:defRPr b="0" lang="en-US" sz="1400" spc="-1" strike="noStrike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>
              <a:buNone/>
            </a:pPr>
            <a:r>
              <a:rPr b="0" lang="en-US" sz="1400" spc="-1" strike="noStrike">
                <a:solidFill>
                  <a:srgbClr val="000000"/>
                </a:solidFill>
                <a:latin typeface="Times New Roman"/>
              </a:rPr>
              <a:t>&lt;date/time&gt;</a:t>
            </a:r>
            <a:endParaRPr b="0" lang="en-US" sz="1400" spc="-1" strike="noStrike">
              <a:solidFill>
                <a:srgbClr val="000000"/>
              </a:solidFill>
              <a:latin typeface="Times New Roman"/>
            </a:endParaRPr>
          </a:p>
        </p:txBody>
      </p:sp>
    </p:spTree>
  </p:cSld>
  <p:clrMap bg1="lt1" bg2="lt2" tx1="dk1" tx2="dk2" accent1="accent1" accent2="accent2" accent3="accent3" accent4="accent4" accent5="accent5" accent6="accent6" hlink="hlink" folHlink="folHlink"/>
  <p:sldLayoutIdLst>
    <p:sldLayoutId id="2147483657" r:id="rId2"/>
  </p:sldLayoutIdLst>
</p:sldMaster>
</file>

<file path=ppt/slideMasters/slideMaster6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" name="PlaceHolder 1"/>
          <p:cNvSpPr>
            <a:spLocks noGrp="1"/>
          </p:cNvSpPr>
          <p:nvPr>
            <p:ph type="title"/>
          </p:nvPr>
        </p:nvSpPr>
        <p:spPr>
          <a:xfrm>
            <a:off x="914400" y="410400"/>
            <a:ext cx="16458480" cy="17172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>
              <a:buNone/>
            </a:pPr>
            <a:r>
              <a:rPr b="0" lang="en-US" sz="1800" spc="-1" strike="noStrike">
                <a:solidFill>
                  <a:srgbClr val="000000"/>
                </a:solidFill>
                <a:latin typeface="Arial"/>
              </a:rPr>
              <a:t>Click to edit the title text format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3" name="PlaceHolder 2"/>
          <p:cNvSpPr>
            <a:spLocks noGrp="1"/>
          </p:cNvSpPr>
          <p:nvPr>
            <p:ph type="body"/>
          </p:nvPr>
        </p:nvSpPr>
        <p:spPr>
          <a:xfrm>
            <a:off x="914400" y="2406960"/>
            <a:ext cx="8031240" cy="59655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pc="-1" strike="noStrike">
                <a:solidFill>
                  <a:srgbClr val="000000"/>
                </a:solidFill>
                <a:latin typeface="Arial"/>
              </a:rPr>
              <a:t>Click to edit the outline text format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  <a:p>
            <a:pPr lvl="1" marL="864000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1800" spc="-1" strike="noStrike">
                <a:solidFill>
                  <a:srgbClr val="000000"/>
                </a:solidFill>
                <a:latin typeface="Arial"/>
              </a:rPr>
              <a:t>Second Outline Level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  <a:p>
            <a:pPr lvl="2" marL="1296000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pc="-1" strike="noStrike">
                <a:solidFill>
                  <a:srgbClr val="000000"/>
                </a:solidFill>
                <a:latin typeface="Arial"/>
              </a:rPr>
              <a:t>Third Outline Level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  <a:p>
            <a:pPr lvl="3" marL="1728000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1800" spc="-1" strike="noStrike">
                <a:solidFill>
                  <a:srgbClr val="000000"/>
                </a:solidFill>
                <a:latin typeface="Arial"/>
              </a:rPr>
              <a:t>Fourth Outline Level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  <a:p>
            <a:pPr lvl="4" marL="2160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pc="-1" strike="noStrike">
                <a:solidFill>
                  <a:srgbClr val="000000"/>
                </a:solidFill>
                <a:latin typeface="Arial"/>
              </a:rPr>
              <a:t>Fifth Outline Level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  <a:p>
            <a:pPr lvl="5" marL="2592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pc="-1" strike="noStrike">
                <a:solidFill>
                  <a:srgbClr val="000000"/>
                </a:solidFill>
                <a:latin typeface="Arial"/>
              </a:rPr>
              <a:t>Sixth Outline Level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  <a:p>
            <a:pPr lvl="6" marL="3024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pc="-1" strike="noStrike">
                <a:solidFill>
                  <a:srgbClr val="000000"/>
                </a:solidFill>
                <a:latin typeface="Arial"/>
              </a:rPr>
              <a:t>Seventh Outline Level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4" name="PlaceHolder 3"/>
          <p:cNvSpPr>
            <a:spLocks noGrp="1"/>
          </p:cNvSpPr>
          <p:nvPr>
            <p:ph type="body"/>
          </p:nvPr>
        </p:nvSpPr>
        <p:spPr>
          <a:xfrm>
            <a:off x="9348120" y="2406960"/>
            <a:ext cx="8031240" cy="59655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pc="-1" strike="noStrike">
                <a:solidFill>
                  <a:srgbClr val="000000"/>
                </a:solidFill>
                <a:latin typeface="Arial"/>
              </a:rPr>
              <a:t>Click to edit the outline text format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  <a:p>
            <a:pPr lvl="1" marL="864000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1800" spc="-1" strike="noStrike">
                <a:solidFill>
                  <a:srgbClr val="000000"/>
                </a:solidFill>
                <a:latin typeface="Arial"/>
              </a:rPr>
              <a:t>Second Outline Level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  <a:p>
            <a:pPr lvl="2" marL="1296000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pc="-1" strike="noStrike">
                <a:solidFill>
                  <a:srgbClr val="000000"/>
                </a:solidFill>
                <a:latin typeface="Arial"/>
              </a:rPr>
              <a:t>Third Outline Level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  <a:p>
            <a:pPr lvl="3" marL="1728000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1800" spc="-1" strike="noStrike">
                <a:solidFill>
                  <a:srgbClr val="000000"/>
                </a:solidFill>
                <a:latin typeface="Arial"/>
              </a:rPr>
              <a:t>Fourth Outline Level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  <a:p>
            <a:pPr lvl="4" marL="2160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pc="-1" strike="noStrike">
                <a:solidFill>
                  <a:srgbClr val="000000"/>
                </a:solidFill>
                <a:latin typeface="Arial"/>
              </a:rPr>
              <a:t>Fifth Outline Level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  <a:p>
            <a:pPr lvl="5" marL="2592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pc="-1" strike="noStrike">
                <a:solidFill>
                  <a:srgbClr val="000000"/>
                </a:solidFill>
                <a:latin typeface="Arial"/>
              </a:rPr>
              <a:t>Sixth Outline Level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  <a:p>
            <a:pPr lvl="6" marL="3024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pc="-1" strike="noStrike">
                <a:solidFill>
                  <a:srgbClr val="000000"/>
                </a:solidFill>
                <a:latin typeface="Arial"/>
              </a:rPr>
              <a:t>Seventh Outline Level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5" name="PlaceHolder 4"/>
          <p:cNvSpPr>
            <a:spLocks noGrp="1"/>
          </p:cNvSpPr>
          <p:nvPr>
            <p:ph type="ftr" idx="16"/>
          </p:nvPr>
        </p:nvSpPr>
        <p:spPr>
          <a:xfrm>
            <a:off x="3124080" y="6356520"/>
            <a:ext cx="2894400" cy="3639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algn="l" pos="0"/>
              </a:tabLst>
              <a:defRPr b="0" lang="en-US" sz="1400" spc="-1" strike="noStrike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1400" spc="-1" strike="noStrike">
                <a:solidFill>
                  <a:srgbClr val="000000"/>
                </a:solidFill>
                <a:latin typeface="Times New Roman"/>
              </a:rPr>
              <a:t>&lt;footer&gt;</a:t>
            </a:r>
            <a:endParaRPr b="0" lang="en-US" sz="1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6" name="PlaceHolder 5"/>
          <p:cNvSpPr>
            <a:spLocks noGrp="1"/>
          </p:cNvSpPr>
          <p:nvPr>
            <p:ph type="sldNum" idx="17"/>
          </p:nvPr>
        </p:nvSpPr>
        <p:spPr>
          <a:xfrm>
            <a:off x="6553080" y="6356520"/>
            <a:ext cx="2132640" cy="3639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algn="l" pos="0"/>
              </a:tabLst>
              <a:defRPr b="0" lang="en-US" sz="1200" spc="-1" strike="noStrike">
                <a:solidFill>
                  <a:schemeClr val="dk1">
                    <a:tint val="75000"/>
                  </a:schemeClr>
                </a:solidFill>
                <a:latin typeface="Calibri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algn="l" pos="0"/>
              </a:tabLst>
            </a:pPr>
            <a:fld id="{E67905BB-3E17-413A-A055-23512A8D67A9}" type="slidenum">
              <a:rPr b="0" lang="en-US" sz="1200" spc="-1" strike="noStrike">
                <a:solidFill>
                  <a:schemeClr val="dk1">
                    <a:tint val="75000"/>
                  </a:schemeClr>
                </a:solidFill>
                <a:latin typeface="Calibri"/>
              </a:rPr>
              <a:t>&lt;number&gt;</a:t>
            </a:fld>
            <a:endParaRPr b="0" lang="en-US" sz="12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7" name="PlaceHolder 6"/>
          <p:cNvSpPr>
            <a:spLocks noGrp="1"/>
          </p:cNvSpPr>
          <p:nvPr>
            <p:ph type="dt" idx="18"/>
          </p:nvPr>
        </p:nvSpPr>
        <p:spPr>
          <a:xfrm>
            <a:off x="457200" y="6356520"/>
            <a:ext cx="2132640" cy="3639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>
              <a:buNone/>
              <a:defRPr b="0" lang="en-US" sz="1400" spc="-1" strike="noStrike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>
              <a:buNone/>
            </a:pPr>
            <a:r>
              <a:rPr b="0" lang="en-US" sz="1400" spc="-1" strike="noStrike">
                <a:solidFill>
                  <a:srgbClr val="000000"/>
                </a:solidFill>
                <a:latin typeface="Times New Roman"/>
              </a:rPr>
              <a:t>&lt;date/time&gt;</a:t>
            </a:r>
            <a:endParaRPr b="0" lang="en-US" sz="1400" spc="-1" strike="noStrike">
              <a:solidFill>
                <a:srgbClr val="000000"/>
              </a:solidFill>
              <a:latin typeface="Times New Roman"/>
            </a:endParaRPr>
          </a:p>
        </p:txBody>
      </p:sp>
    </p:spTree>
  </p:cSld>
  <p:clrMap bg1="lt1" bg2="lt2" tx1="dk1" tx2="dk2" accent1="accent1" accent2="accent2" accent3="accent3" accent4="accent4" accent5="accent5" accent6="accent6" hlink="hlink" folHlink="folHlink"/>
  <p:sldLayoutIdLst>
    <p:sldLayoutId id="2147483659" r:id="rId2"/>
  </p:sldLayoutIdLst>
</p:sldMaster>
</file>

<file path=ppt/slideMasters/slideMaster7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PlaceHolder 1"/>
          <p:cNvSpPr>
            <a:spLocks noGrp="1"/>
          </p:cNvSpPr>
          <p:nvPr>
            <p:ph type="ftr" idx="19"/>
          </p:nvPr>
        </p:nvSpPr>
        <p:spPr>
          <a:xfrm>
            <a:off x="3124080" y="6356520"/>
            <a:ext cx="2894400" cy="3639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algn="l" pos="0"/>
              </a:tabLst>
              <a:defRPr b="0" lang="en-US" sz="1400" spc="-1" strike="noStrike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1400" spc="-1" strike="noStrike">
                <a:solidFill>
                  <a:srgbClr val="000000"/>
                </a:solidFill>
                <a:latin typeface="Times New Roman"/>
              </a:rPr>
              <a:t>&lt;footer&gt;</a:t>
            </a:r>
            <a:endParaRPr b="0" lang="en-US" sz="1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32" name="PlaceHolder 2"/>
          <p:cNvSpPr>
            <a:spLocks noGrp="1"/>
          </p:cNvSpPr>
          <p:nvPr>
            <p:ph type="sldNum" idx="20"/>
          </p:nvPr>
        </p:nvSpPr>
        <p:spPr>
          <a:xfrm>
            <a:off x="6553080" y="6356520"/>
            <a:ext cx="2132640" cy="3639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algn="l" pos="0"/>
              </a:tabLst>
              <a:defRPr b="0" lang="en-US" sz="1200" spc="-1" strike="noStrike">
                <a:solidFill>
                  <a:schemeClr val="dk1">
                    <a:tint val="75000"/>
                  </a:schemeClr>
                </a:solidFill>
                <a:latin typeface="Calibri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algn="l" pos="0"/>
              </a:tabLst>
            </a:pPr>
            <a:fld id="{88157180-2348-40A7-8107-14BC28065986}" type="slidenum">
              <a:rPr b="0" lang="en-US" sz="1200" spc="-1" strike="noStrike">
                <a:solidFill>
                  <a:schemeClr val="dk1">
                    <a:tint val="75000"/>
                  </a:schemeClr>
                </a:solidFill>
                <a:latin typeface="Calibri"/>
              </a:rPr>
              <a:t>&lt;number&gt;</a:t>
            </a:fld>
            <a:endParaRPr b="0" lang="en-US" sz="12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33" name="PlaceHolder 3"/>
          <p:cNvSpPr>
            <a:spLocks noGrp="1"/>
          </p:cNvSpPr>
          <p:nvPr>
            <p:ph type="dt" idx="21"/>
          </p:nvPr>
        </p:nvSpPr>
        <p:spPr>
          <a:xfrm>
            <a:off x="457200" y="6356520"/>
            <a:ext cx="2132640" cy="3639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>
              <a:buNone/>
              <a:defRPr b="0" lang="en-US" sz="1400" spc="-1" strike="noStrike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>
              <a:buNone/>
            </a:pPr>
            <a:r>
              <a:rPr b="0" lang="en-US" sz="1400" spc="-1" strike="noStrike">
                <a:solidFill>
                  <a:srgbClr val="000000"/>
                </a:solidFill>
                <a:latin typeface="Times New Roman"/>
              </a:rPr>
              <a:t>&lt;date/time&gt;</a:t>
            </a:r>
            <a:endParaRPr b="0" lang="en-US" sz="1400" spc="-1" strike="noStrike">
              <a:solidFill>
                <a:srgbClr val="000000"/>
              </a:solidFill>
              <a:latin typeface="Times New Roman"/>
            </a:endParaRPr>
          </a:p>
        </p:txBody>
      </p:sp>
    </p:spTree>
  </p:cSld>
  <p:clrMap bg1="lt1" bg2="lt2" tx1="dk1" tx2="dk2" accent1="accent1" accent2="accent2" accent3="accent3" accent4="accent4" accent5="accent5" accent6="accent6" hlink="hlink" folHlink="folHlink"/>
  <p:sldLayoutIdLst>
    <p:sldLayoutId id="2147483661" r:id="rId2"/>
  </p:sldLayoutIdLst>
</p:sldMaster>
</file>

<file path=ppt/slideMasters/slideMaster8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" name="PlaceHolder 1"/>
          <p:cNvSpPr>
            <a:spLocks noGrp="1"/>
          </p:cNvSpPr>
          <p:nvPr>
            <p:ph type="title"/>
          </p:nvPr>
        </p:nvSpPr>
        <p:spPr>
          <a:xfrm>
            <a:off x="914400" y="410400"/>
            <a:ext cx="16458480" cy="17172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>
              <a:buNone/>
            </a:pPr>
            <a:r>
              <a:rPr b="0" lang="en-US" sz="1800" spc="-1" strike="noStrike">
                <a:solidFill>
                  <a:srgbClr val="000000"/>
                </a:solidFill>
                <a:latin typeface="Arial"/>
              </a:rPr>
              <a:t>Click to edit the title text format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5" name="PlaceHolder 2"/>
          <p:cNvSpPr>
            <a:spLocks noGrp="1"/>
          </p:cNvSpPr>
          <p:nvPr>
            <p:ph type="ftr" idx="22"/>
          </p:nvPr>
        </p:nvSpPr>
        <p:spPr>
          <a:xfrm>
            <a:off x="3124080" y="6356520"/>
            <a:ext cx="2894400" cy="3639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algn="l" pos="0"/>
              </a:tabLst>
              <a:defRPr b="0" lang="en-US" sz="1400" spc="-1" strike="noStrike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1400" spc="-1" strike="noStrike">
                <a:solidFill>
                  <a:srgbClr val="000000"/>
                </a:solidFill>
                <a:latin typeface="Times New Roman"/>
              </a:rPr>
              <a:t>&lt;footer&gt;</a:t>
            </a:r>
            <a:endParaRPr b="0" lang="en-US" sz="1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36" name="PlaceHolder 3"/>
          <p:cNvSpPr>
            <a:spLocks noGrp="1"/>
          </p:cNvSpPr>
          <p:nvPr>
            <p:ph type="sldNum" idx="23"/>
          </p:nvPr>
        </p:nvSpPr>
        <p:spPr>
          <a:xfrm>
            <a:off x="6553080" y="6356520"/>
            <a:ext cx="2132640" cy="3639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algn="l" pos="0"/>
              </a:tabLst>
              <a:defRPr b="0" lang="en-US" sz="1200" spc="-1" strike="noStrike">
                <a:solidFill>
                  <a:schemeClr val="dk1">
                    <a:tint val="75000"/>
                  </a:schemeClr>
                </a:solidFill>
                <a:latin typeface="Calibri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algn="l" pos="0"/>
              </a:tabLst>
            </a:pPr>
            <a:fld id="{27C877EA-A5E1-4D39-8360-4C5A1ACAC545}" type="slidenum">
              <a:rPr b="0" lang="en-US" sz="1200" spc="-1" strike="noStrike">
                <a:solidFill>
                  <a:schemeClr val="dk1">
                    <a:tint val="75000"/>
                  </a:schemeClr>
                </a:solidFill>
                <a:latin typeface="Calibri"/>
              </a:rPr>
              <a:t>&lt;number&gt;</a:t>
            </a:fld>
            <a:endParaRPr b="0" lang="en-US" sz="12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37" name="PlaceHolder 4"/>
          <p:cNvSpPr>
            <a:spLocks noGrp="1"/>
          </p:cNvSpPr>
          <p:nvPr>
            <p:ph type="dt" idx="24"/>
          </p:nvPr>
        </p:nvSpPr>
        <p:spPr>
          <a:xfrm>
            <a:off x="457200" y="6356520"/>
            <a:ext cx="2132640" cy="3639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>
              <a:buNone/>
              <a:defRPr b="0" lang="en-US" sz="1400" spc="-1" strike="noStrike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>
              <a:buNone/>
            </a:pPr>
            <a:r>
              <a:rPr b="0" lang="en-US" sz="1400" spc="-1" strike="noStrike">
                <a:solidFill>
                  <a:srgbClr val="000000"/>
                </a:solidFill>
                <a:latin typeface="Times New Roman"/>
              </a:rPr>
              <a:t>&lt;date/time&gt;</a:t>
            </a:r>
            <a:endParaRPr b="0" lang="en-US" sz="1400" spc="-1" strike="noStrike">
              <a:solidFill>
                <a:srgbClr val="000000"/>
              </a:solidFill>
              <a:latin typeface="Times New Roman"/>
            </a:endParaRPr>
          </a:p>
        </p:txBody>
      </p:sp>
    </p:spTree>
  </p:cSld>
  <p:clrMap bg1="lt1" bg2="lt2" tx1="dk1" tx2="dk2" accent1="accent1" accent2="accent2" accent3="accent3" accent4="accent4" accent5="accent5" accent6="accent6" hlink="hlink" folHlink="folHlink"/>
  <p:sldLayoutIdLst>
    <p:sldLayoutId id="2147483663" r:id="rId2"/>
  </p:sldLayoutIdLst>
</p:sldMaster>
</file>

<file path=ppt/slideMasters/slideMaster9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PlaceHolder 1"/>
          <p:cNvSpPr>
            <a:spLocks noGrp="1"/>
          </p:cNvSpPr>
          <p:nvPr>
            <p:ph type="ftr" idx="25"/>
          </p:nvPr>
        </p:nvSpPr>
        <p:spPr>
          <a:xfrm>
            <a:off x="3124080" y="6356520"/>
            <a:ext cx="2894400" cy="3639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algn="l" pos="0"/>
              </a:tabLst>
              <a:defRPr b="0" lang="en-US" sz="1400" spc="-1" strike="noStrike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1400" spc="-1" strike="noStrike">
                <a:solidFill>
                  <a:srgbClr val="000000"/>
                </a:solidFill>
                <a:latin typeface="Times New Roman"/>
              </a:rPr>
              <a:t>&lt;footer&gt;</a:t>
            </a:r>
            <a:endParaRPr b="0" lang="en-US" sz="1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40" name="PlaceHolder 2"/>
          <p:cNvSpPr>
            <a:spLocks noGrp="1"/>
          </p:cNvSpPr>
          <p:nvPr>
            <p:ph type="sldNum" idx="26"/>
          </p:nvPr>
        </p:nvSpPr>
        <p:spPr>
          <a:xfrm>
            <a:off x="6553080" y="6356520"/>
            <a:ext cx="2132640" cy="3639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algn="l" pos="0"/>
              </a:tabLst>
              <a:defRPr b="0" lang="en-US" sz="1200" spc="-1" strike="noStrike">
                <a:solidFill>
                  <a:schemeClr val="dk1">
                    <a:tint val="75000"/>
                  </a:schemeClr>
                </a:solidFill>
                <a:latin typeface="Calibri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algn="l" pos="0"/>
              </a:tabLst>
            </a:pPr>
            <a:fld id="{C00BA2AC-E0E0-42B6-BCFC-4DBBA10CA157}" type="slidenum">
              <a:rPr b="0" lang="en-US" sz="1200" spc="-1" strike="noStrike">
                <a:solidFill>
                  <a:schemeClr val="dk1">
                    <a:tint val="75000"/>
                  </a:schemeClr>
                </a:solidFill>
                <a:latin typeface="Calibri"/>
              </a:rPr>
              <a:t>&lt;number&gt;</a:t>
            </a:fld>
            <a:endParaRPr b="0" lang="en-US" sz="12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41" name="PlaceHolder 3"/>
          <p:cNvSpPr>
            <a:spLocks noGrp="1"/>
          </p:cNvSpPr>
          <p:nvPr>
            <p:ph type="dt" idx="27"/>
          </p:nvPr>
        </p:nvSpPr>
        <p:spPr>
          <a:xfrm>
            <a:off x="457200" y="6356520"/>
            <a:ext cx="2132640" cy="3639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>
              <a:buNone/>
              <a:defRPr b="0" lang="en-US" sz="1400" spc="-1" strike="noStrike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>
              <a:buNone/>
            </a:pPr>
            <a:r>
              <a:rPr b="0" lang="en-US" sz="1400" spc="-1" strike="noStrike">
                <a:solidFill>
                  <a:srgbClr val="000000"/>
                </a:solidFill>
                <a:latin typeface="Times New Roman"/>
              </a:rPr>
              <a:t>&lt;date/time&gt;</a:t>
            </a:r>
            <a:endParaRPr b="0" lang="en-US" sz="1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42" name="PlaceHolder 4"/>
          <p:cNvSpPr>
            <a:spLocks noGrp="1"/>
          </p:cNvSpPr>
          <p:nvPr>
            <p:ph type="title"/>
          </p:nvPr>
        </p:nvSpPr>
        <p:spPr>
          <a:xfrm>
            <a:off x="914400" y="410400"/>
            <a:ext cx="16458840" cy="17175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r>
              <a:rPr b="0" lang="en-US" sz="4400" spc="-1" strike="noStrike">
                <a:solidFill>
                  <a:srgbClr val="000000"/>
                </a:solidFill>
                <a:latin typeface="Arial"/>
              </a:rPr>
              <a:t>Click to edit the title text format</a:t>
            </a: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3" name="PlaceHolder 5"/>
          <p:cNvSpPr>
            <a:spLocks noGrp="1"/>
          </p:cNvSpPr>
          <p:nvPr>
            <p:ph type="body"/>
          </p:nvPr>
        </p:nvSpPr>
        <p:spPr>
          <a:xfrm>
            <a:off x="914400" y="2406960"/>
            <a:ext cx="16458840" cy="59659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3200" spc="-1" strike="noStrike">
                <a:solidFill>
                  <a:srgbClr val="000000"/>
                </a:solidFill>
                <a:latin typeface="Arial"/>
              </a:rPr>
              <a:t>Click to edit the outline text format</a:t>
            </a: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  <a:p>
            <a:pPr lvl="1" marL="864000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2800" spc="-1" strike="noStrike">
                <a:solidFill>
                  <a:srgbClr val="000000"/>
                </a:solidFill>
                <a:latin typeface="Arial"/>
              </a:rPr>
              <a:t>Second Outline Level</a:t>
            </a:r>
            <a:endParaRPr b="0" lang="en-US" sz="2800" spc="-1" strike="noStrike">
              <a:solidFill>
                <a:srgbClr val="000000"/>
              </a:solidFill>
              <a:latin typeface="Arial"/>
            </a:endParaRPr>
          </a:p>
          <a:p>
            <a:pPr lvl="2" marL="1296000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400" spc="-1" strike="noStrike">
                <a:solidFill>
                  <a:srgbClr val="000000"/>
                </a:solidFill>
                <a:latin typeface="Arial"/>
              </a:rPr>
              <a:t>Third Outline Level</a:t>
            </a:r>
            <a:endParaRPr b="0" lang="en-US" sz="2400" spc="-1" strike="noStrike">
              <a:solidFill>
                <a:srgbClr val="000000"/>
              </a:solidFill>
              <a:latin typeface="Arial"/>
            </a:endParaRPr>
          </a:p>
          <a:p>
            <a:pPr lvl="3" marL="1728000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Fourth Outline Level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  <a:p>
            <a:pPr lvl="4" marL="2160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Fifth Outline Level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  <a:p>
            <a:pPr lvl="5" marL="2592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Sixth Outline Level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  <a:p>
            <a:pPr lvl="6" marL="3024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Seventh Outline Level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p:clrMap bg1="lt1" bg2="lt2" tx1="dk1" tx2="dk2" accent1="accent1" accent2="accent2" accent3="accent3" accent4="accent4" accent5="accent5" accent6="accent6" hlink="hlink" folHlink="folHlink"/>
  <p:sldLayoutIdLst>
    <p:sldLayoutId id="2147483665" r:id="rId2"/>
  </p:sldLayoutIdLst>
</p:sldMaster>
</file>

<file path=ppt/slideMasters/slideMaster10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PlaceHolder 1"/>
          <p:cNvSpPr>
            <a:spLocks noGrp="1"/>
          </p:cNvSpPr>
          <p:nvPr>
            <p:ph type="ftr" idx="28"/>
          </p:nvPr>
        </p:nvSpPr>
        <p:spPr>
          <a:xfrm>
            <a:off x="3124080" y="6356520"/>
            <a:ext cx="2894400" cy="3639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algn="l" pos="0"/>
              </a:tabLst>
              <a:defRPr b="0" lang="en-US" sz="1400" spc="-1" strike="noStrike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1400" spc="-1" strike="noStrike">
                <a:solidFill>
                  <a:srgbClr val="000000"/>
                </a:solidFill>
                <a:latin typeface="Times New Roman"/>
              </a:rPr>
              <a:t>&lt;footer&gt;</a:t>
            </a:r>
            <a:endParaRPr b="0" lang="en-US" sz="1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45" name="PlaceHolder 2"/>
          <p:cNvSpPr>
            <a:spLocks noGrp="1"/>
          </p:cNvSpPr>
          <p:nvPr>
            <p:ph type="sldNum" idx="29"/>
          </p:nvPr>
        </p:nvSpPr>
        <p:spPr>
          <a:xfrm>
            <a:off x="6553080" y="6356520"/>
            <a:ext cx="2132640" cy="3639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algn="l" pos="0"/>
              </a:tabLst>
              <a:defRPr b="0" lang="en-US" sz="1200" spc="-1" strike="noStrike">
                <a:solidFill>
                  <a:schemeClr val="dk1">
                    <a:tint val="75000"/>
                  </a:schemeClr>
                </a:solidFill>
                <a:latin typeface="Calibri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algn="l" pos="0"/>
              </a:tabLst>
            </a:pPr>
            <a:fld id="{9BE0DBAF-E135-456B-98A5-F587149BCA07}" type="slidenum">
              <a:rPr b="0" lang="en-US" sz="1200" spc="-1" strike="noStrike">
                <a:solidFill>
                  <a:schemeClr val="dk1">
                    <a:tint val="75000"/>
                  </a:schemeClr>
                </a:solidFill>
                <a:latin typeface="Calibri"/>
              </a:rPr>
              <a:t>&lt;number&gt;</a:t>
            </a:fld>
            <a:endParaRPr b="0" lang="en-US" sz="12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46" name="PlaceHolder 3"/>
          <p:cNvSpPr>
            <a:spLocks noGrp="1"/>
          </p:cNvSpPr>
          <p:nvPr>
            <p:ph type="dt" idx="30"/>
          </p:nvPr>
        </p:nvSpPr>
        <p:spPr>
          <a:xfrm>
            <a:off x="457200" y="6356520"/>
            <a:ext cx="2132640" cy="3639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>
              <a:buNone/>
              <a:defRPr b="0" lang="en-US" sz="1400" spc="-1" strike="noStrike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>
              <a:buNone/>
            </a:pPr>
            <a:r>
              <a:rPr b="0" lang="en-US" sz="1400" spc="-1" strike="noStrike">
                <a:solidFill>
                  <a:srgbClr val="000000"/>
                </a:solidFill>
                <a:latin typeface="Times New Roman"/>
              </a:rPr>
              <a:t>&lt;date/time&gt;</a:t>
            </a:r>
            <a:endParaRPr b="0" lang="en-US" sz="1400" spc="-1" strike="noStrike">
              <a:solidFill>
                <a:srgbClr val="000000"/>
              </a:solidFill>
              <a:latin typeface="Times New Roman"/>
            </a:endParaRPr>
          </a:p>
        </p:txBody>
      </p:sp>
    </p:spTree>
  </p:cSld>
  <p:clrMap bg1="lt1" bg2="lt2" tx1="dk1" tx2="dk2" accent1="accent1" accent2="accent2" accent3="accent3" accent4="accent4" accent5="accent5" accent6="accent6" hlink="hlink" folHlink="folHlink"/>
  <p:sldLayoutIdLst>
    <p:sldLayoutId id="2147483667" r:id="rId2"/>
  </p:sldLayoutIdLst>
</p:sldMaster>
</file>

<file path=ppt/slideMasters/slideMaster11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7" name="PlaceHolder 1"/>
          <p:cNvSpPr>
            <a:spLocks noGrp="1"/>
          </p:cNvSpPr>
          <p:nvPr>
            <p:ph type="ftr" idx="31"/>
          </p:nvPr>
        </p:nvSpPr>
        <p:spPr>
          <a:xfrm>
            <a:off x="3124080" y="6356520"/>
            <a:ext cx="2894400" cy="3639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algn="l" pos="0"/>
              </a:tabLst>
              <a:defRPr b="0" lang="en-US" sz="1400" spc="-1" strike="noStrike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1400" spc="-1" strike="noStrike">
                <a:solidFill>
                  <a:srgbClr val="000000"/>
                </a:solidFill>
                <a:latin typeface="Times New Roman"/>
              </a:rPr>
              <a:t>&lt;footer&gt;</a:t>
            </a:r>
            <a:endParaRPr b="0" lang="en-US" sz="1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48" name="PlaceHolder 2"/>
          <p:cNvSpPr>
            <a:spLocks noGrp="1"/>
          </p:cNvSpPr>
          <p:nvPr>
            <p:ph type="sldNum" idx="32"/>
          </p:nvPr>
        </p:nvSpPr>
        <p:spPr>
          <a:xfrm>
            <a:off x="6553080" y="6356520"/>
            <a:ext cx="2132640" cy="3639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algn="l" pos="0"/>
              </a:tabLst>
              <a:defRPr b="0" lang="en-US" sz="1200" spc="-1" strike="noStrike">
                <a:solidFill>
                  <a:schemeClr val="dk1">
                    <a:tint val="75000"/>
                  </a:schemeClr>
                </a:solidFill>
                <a:latin typeface="Calibri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algn="l" pos="0"/>
              </a:tabLst>
            </a:pPr>
            <a:fld id="{D911E7B5-EA16-4DF6-8DB0-869E5B9C57DE}" type="slidenum">
              <a:rPr b="0" lang="en-US" sz="1200" spc="-1" strike="noStrike">
                <a:solidFill>
                  <a:schemeClr val="dk1">
                    <a:tint val="75000"/>
                  </a:schemeClr>
                </a:solidFill>
                <a:latin typeface="Calibri"/>
              </a:rPr>
              <a:t>&lt;number&gt;</a:t>
            </a:fld>
            <a:endParaRPr b="0" lang="en-US" sz="12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49" name="PlaceHolder 3"/>
          <p:cNvSpPr>
            <a:spLocks noGrp="1"/>
          </p:cNvSpPr>
          <p:nvPr>
            <p:ph type="dt" idx="33"/>
          </p:nvPr>
        </p:nvSpPr>
        <p:spPr>
          <a:xfrm>
            <a:off x="457200" y="6356520"/>
            <a:ext cx="2132640" cy="3639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>
              <a:buNone/>
              <a:defRPr b="0" lang="en-US" sz="1400" spc="-1" strike="noStrike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>
              <a:buNone/>
            </a:pPr>
            <a:r>
              <a:rPr b="0" lang="en-US" sz="1400" spc="-1" strike="noStrike">
                <a:solidFill>
                  <a:srgbClr val="000000"/>
                </a:solidFill>
                <a:latin typeface="Times New Roman"/>
              </a:rPr>
              <a:t>&lt;date/time&gt;</a:t>
            </a:r>
            <a:endParaRPr b="0" lang="en-US" sz="1400" spc="-1" strike="noStrike">
              <a:solidFill>
                <a:srgbClr val="000000"/>
              </a:solidFill>
              <a:latin typeface="Times New Roman"/>
            </a:endParaRPr>
          </a:p>
        </p:txBody>
      </p:sp>
    </p:spTree>
  </p:cSld>
  <p:clrMap bg1="lt1" bg2="lt2" tx1="dk1" tx2="dk2" accent1="accent1" accent2="accent2" accent3="accent3" accent4="accent4" accent5="accent5" accent6="accent6" hlink="hlink" folHlink="folHlink"/>
  <p:sldLayoutIdLst>
    <p:sldLayoutId id="2147483669" r:id="rId2"/>
  </p:sldLayoutIdLst>
</p:sldMaster>
</file>

<file path=ppt/slides/_rels/slide1.xml.rels><?xml version="1.0" encoding="UTF-8"?>
<Relationships xmlns="http://schemas.openxmlformats.org/package/2006/relationships"><Relationship Id="rId1" Type="http://schemas.openxmlformats.org/officeDocument/2006/relationships/image" Target="../media/image1.jpeg"/><Relationship Id="rId2" Type="http://schemas.openxmlformats.org/officeDocument/2006/relationships/image" Target="../media/image2.png"/><Relationship Id="rId3" Type="http://schemas.openxmlformats.org/officeDocument/2006/relationships/slideLayout" Target="../slideLayouts/slideLayout9.xml"/>
</Relationships>
</file>

<file path=ppt/slides/_rels/slide2.xml.rels><?xml version="1.0" encoding="UTF-8"?>
<Relationships xmlns="http://schemas.openxmlformats.org/package/2006/relationships"><Relationship Id="rId1" Type="http://schemas.openxmlformats.org/officeDocument/2006/relationships/image" Target="../media/image3.png"/><Relationship Id="rId2" Type="http://schemas.openxmlformats.org/officeDocument/2006/relationships/image" Target="../media/image4.svg"/><Relationship Id="rId3" Type="http://schemas.openxmlformats.org/officeDocument/2006/relationships/image" Target="../media/image5.png"/><Relationship Id="rId4" Type="http://schemas.openxmlformats.org/officeDocument/2006/relationships/image" Target="../media/image6.svg"/><Relationship Id="rId5" Type="http://schemas.openxmlformats.org/officeDocument/2006/relationships/image" Target="../media/image7.png"/><Relationship Id="rId6" Type="http://schemas.openxmlformats.org/officeDocument/2006/relationships/image" Target="../media/image8.svg"/><Relationship Id="rId7" Type="http://schemas.openxmlformats.org/officeDocument/2006/relationships/slideLayout" Target="../slideLayouts/slideLayout9.xml"/>
</Relationships>
</file>

<file path=ppt/slides/_rels/slide3.xml.rels><?xml version="1.0" encoding="UTF-8"?>
<Relationships xmlns="http://schemas.openxmlformats.org/package/2006/relationships"><Relationship Id="rId1" Type="http://schemas.openxmlformats.org/officeDocument/2006/relationships/image" Target="../media/image7.png"/><Relationship Id="rId2" Type="http://schemas.openxmlformats.org/officeDocument/2006/relationships/image" Target="../media/image8.svg"/><Relationship Id="rId3" Type="http://schemas.openxmlformats.org/officeDocument/2006/relationships/image" Target="../media/image7.png"/><Relationship Id="rId4" Type="http://schemas.openxmlformats.org/officeDocument/2006/relationships/image" Target="../media/image8.svg"/><Relationship Id="rId5" Type="http://schemas.openxmlformats.org/officeDocument/2006/relationships/image" Target="../media/image7.png"/><Relationship Id="rId6" Type="http://schemas.openxmlformats.org/officeDocument/2006/relationships/image" Target="../media/image8.svg"/><Relationship Id="rId7" Type="http://schemas.openxmlformats.org/officeDocument/2006/relationships/image" Target="../media/image7.png"/><Relationship Id="rId8" Type="http://schemas.openxmlformats.org/officeDocument/2006/relationships/image" Target="../media/image8.svg"/><Relationship Id="rId9" Type="http://schemas.openxmlformats.org/officeDocument/2006/relationships/image" Target="../media/image7.png"/><Relationship Id="rId10" Type="http://schemas.openxmlformats.org/officeDocument/2006/relationships/image" Target="../media/image8.svg"/><Relationship Id="rId11" Type="http://schemas.openxmlformats.org/officeDocument/2006/relationships/image" Target="../media/image7.png"/><Relationship Id="rId12" Type="http://schemas.openxmlformats.org/officeDocument/2006/relationships/image" Target="../media/image8.svg"/><Relationship Id="rId13" Type="http://schemas.openxmlformats.org/officeDocument/2006/relationships/image" Target="../media/image7.png"/><Relationship Id="rId14" Type="http://schemas.openxmlformats.org/officeDocument/2006/relationships/image" Target="../media/image8.svg"/><Relationship Id="rId15" Type="http://schemas.openxmlformats.org/officeDocument/2006/relationships/image" Target="../media/image7.png"/><Relationship Id="rId16" Type="http://schemas.openxmlformats.org/officeDocument/2006/relationships/image" Target="../media/image8.svg"/><Relationship Id="rId17" Type="http://schemas.openxmlformats.org/officeDocument/2006/relationships/slideLayout" Target="../slideLayouts/slideLayout9.xml"/>
</Relationships>
</file>

<file path=ppt/slides/_rels/slide4.xml.rels><?xml version="1.0" encoding="UTF-8"?>
<Relationships xmlns="http://schemas.openxmlformats.org/package/2006/relationships"><Relationship Id="rId1" Type="http://schemas.openxmlformats.org/officeDocument/2006/relationships/image" Target="../media/image9.png"/><Relationship Id="rId2" Type="http://schemas.openxmlformats.org/officeDocument/2006/relationships/slideLayout" Target="../slideLayouts/slideLayout9.xml"/>
</Relationships>
</file>

<file path=ppt/slides/_rels/slide5.xml.rels><?xml version="1.0" encoding="UTF-8"?>
<Relationships xmlns="http://schemas.openxmlformats.org/package/2006/relationships"><Relationship Id="rId1" Type="http://schemas.openxmlformats.org/officeDocument/2006/relationships/image" Target="../media/image10.png"/><Relationship Id="rId2" Type="http://schemas.openxmlformats.org/officeDocument/2006/relationships/image" Target="../media/image11.png"/><Relationship Id="rId3" Type="http://schemas.openxmlformats.org/officeDocument/2006/relationships/image" Target="../media/image12.png"/><Relationship Id="rId4" Type="http://schemas.openxmlformats.org/officeDocument/2006/relationships/slideLayout" Target="../slideLayouts/slideLayout9.xml"/>
</Relationships>
</file>

<file path=ppt/slides/_rels/slide6.xml.rels><?xml version="1.0" encoding="UTF-8"?>
<Relationships xmlns="http://schemas.openxmlformats.org/package/2006/relationships"><Relationship Id="rId1" Type="http://schemas.openxmlformats.org/officeDocument/2006/relationships/image" Target="../media/image13.png"/><Relationship Id="rId2" Type="http://schemas.openxmlformats.org/officeDocument/2006/relationships/image" Target="../media/image14.png"/><Relationship Id="rId3" Type="http://schemas.openxmlformats.org/officeDocument/2006/relationships/image" Target="../media/image15.png"/><Relationship Id="rId4" Type="http://schemas.openxmlformats.org/officeDocument/2006/relationships/image" Target="../media/image16.png"/><Relationship Id="rId5" Type="http://schemas.openxmlformats.org/officeDocument/2006/relationships/slideLayout" Target="../slideLayouts/slideLayout9.xml"/>
</Relationships>
</file>

<file path=ppt/slides/_rels/slide7.xml.rels><?xml version="1.0" encoding="UTF-8"?>
<Relationships xmlns="http://schemas.openxmlformats.org/package/2006/relationships"><Relationship Id="rId1" Type="http://schemas.openxmlformats.org/officeDocument/2006/relationships/slideLayout" Target="../slideLayouts/slideLayout9.xml"/>
</Relationships>
</file>

<file path=ppt/slides/_rels/slide8.xml.rels><?xml version="1.0" encoding="UTF-8"?>
<Relationships xmlns="http://schemas.openxmlformats.org/package/2006/relationships"><Relationship Id="rId1" Type="http://schemas.openxmlformats.org/officeDocument/2006/relationships/slideLayout" Target="../slideLayouts/slideLayout9.xml"/>
</Relationships>
</file>

<file path=ppt/slides/_rels/slide9.xml.rels><?xml version="1.0" encoding="UTF-8"?>
<Relationships xmlns="http://schemas.openxmlformats.org/package/2006/relationships"><Relationship Id="rId1" Type="http://schemas.openxmlformats.org/officeDocument/2006/relationships/slideLayout" Target="../slideLayouts/slideLayout9.xml"/>
</Relationships>
</file>

<file path=ppt/slides/_rels/slide10.xml.rels><?xml version="1.0" encoding="UTF-8"?>
<Relationships xmlns="http://schemas.openxmlformats.org/package/2006/relationships"><Relationship Id="rId1" Type="http://schemas.openxmlformats.org/officeDocument/2006/relationships/slideLayout" Target="../slideLayouts/slideLayout9.xml"/>
</Relationships>
</file>

<file path=ppt/slides/_rels/slide11.xml.rels><?xml version="1.0" encoding="UTF-8"?>
<Relationships xmlns="http://schemas.openxmlformats.org/package/2006/relationships"><Relationship Id="rId1" Type="http://schemas.openxmlformats.org/officeDocument/2006/relationships/slideLayout" Target="../slideLayouts/slideLayout9.xml"/>
</Relationships>
</file>

<file path=ppt/slides/_rels/slide12.xml.rels><?xml version="1.0" encoding="UTF-8"?>
<Relationships xmlns="http://schemas.openxmlformats.org/package/2006/relationships"><Relationship Id="rId1" Type="http://schemas.openxmlformats.org/officeDocument/2006/relationships/image" Target="../media/image17.png"/><Relationship Id="rId2" Type="http://schemas.openxmlformats.org/officeDocument/2006/relationships/image" Target="../media/image18.png"/><Relationship Id="rId3" Type="http://schemas.openxmlformats.org/officeDocument/2006/relationships/image" Target="../media/image19.png"/><Relationship Id="rId4" Type="http://schemas.openxmlformats.org/officeDocument/2006/relationships/slideLayout" Target="../slideLayouts/slideLayout9.xml"/>
</Relationships>
</file>

<file path=ppt/slides/_rels/slide13.xml.rels><?xml version="1.0" encoding="UTF-8"?>
<Relationships xmlns="http://schemas.openxmlformats.org/package/2006/relationships"><Relationship Id="rId1" Type="http://schemas.openxmlformats.org/officeDocument/2006/relationships/slideLayout" Target="../slideLayouts/slideLayout9.xml"/>
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0f1a3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50" name="Group 2"/>
          <p:cNvGrpSpPr/>
          <p:nvPr/>
        </p:nvGrpSpPr>
        <p:grpSpPr>
          <a:xfrm>
            <a:off x="0" y="0"/>
            <a:ext cx="18286920" cy="10285920"/>
            <a:chOff x="0" y="0"/>
            <a:chExt cx="18286920" cy="10285920"/>
          </a:xfrm>
        </p:grpSpPr>
        <p:sp>
          <p:nvSpPr>
            <p:cNvPr id="51" name="Freeform 3"/>
            <p:cNvSpPr/>
            <p:nvPr/>
          </p:nvSpPr>
          <p:spPr>
            <a:xfrm>
              <a:off x="0" y="0"/>
              <a:ext cx="18286920" cy="10285920"/>
            </a:xfrm>
            <a:custGeom>
              <a:avLst/>
              <a:gdLst>
                <a:gd name="textAreaLeft" fmla="*/ 0 w 18286920"/>
                <a:gd name="textAreaRight" fmla="*/ 18288000 w 18286920"/>
                <a:gd name="textAreaTop" fmla="*/ 0 h 10285920"/>
                <a:gd name="textAreaBottom" fmla="*/ 10287000 h 10285920"/>
              </a:gdLst>
              <a:ahLst/>
              <a:rect l="textAreaLeft" t="textAreaTop" r="textAreaRight" b="textAreaBottom"/>
              <a:pathLst>
                <a:path w="24384000" h="13716000">
                  <a:moveTo>
                    <a:pt x="0" y="0"/>
                  </a:moveTo>
                  <a:lnTo>
                    <a:pt x="24384000" y="0"/>
                  </a:lnTo>
                  <a:lnTo>
                    <a:pt x="24384000" y="13716000"/>
                  </a:lnTo>
                  <a:lnTo>
                    <a:pt x="0" y="13716000"/>
                  </a:lnTo>
                  <a:lnTo>
                    <a:pt x="0" y="0"/>
                  </a:lnTo>
                  <a:close/>
                </a:path>
              </a:pathLst>
            </a:custGeom>
            <a:blipFill rotWithShape="0">
              <a:blip r:embed="rId1"/>
              <a:srcRect/>
              <a:stretch/>
            </a:blip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45000" bIns="45000" anchor="t">
              <a:noAutofit/>
            </a:bodyPr>
            <a:p>
              <a:pPr defTabSz="914400">
                <a:lnSpc>
                  <a:spcPct val="100000"/>
                </a:lnSpc>
              </a:pPr>
              <a:endParaRPr b="0" lang="en-GB" sz="1800" spc="-1" strike="noStrike">
                <a:solidFill>
                  <a:schemeClr val="dk1"/>
                </a:solidFill>
                <a:latin typeface="Calibri"/>
              </a:endParaRPr>
            </a:p>
          </p:txBody>
        </p:sp>
        <p:grpSp>
          <p:nvGrpSpPr>
            <p:cNvPr id="52" name="Group 4"/>
            <p:cNvGrpSpPr/>
            <p:nvPr/>
          </p:nvGrpSpPr>
          <p:grpSpPr>
            <a:xfrm>
              <a:off x="13716000" y="1589760"/>
              <a:ext cx="1332360" cy="1849320"/>
              <a:chOff x="13716000" y="1589760"/>
              <a:chExt cx="1332360" cy="1849320"/>
            </a:xfrm>
          </p:grpSpPr>
          <p:sp>
            <p:nvSpPr>
              <p:cNvPr id="53" name="Freeform 5"/>
              <p:cNvSpPr/>
              <p:nvPr/>
            </p:nvSpPr>
            <p:spPr>
              <a:xfrm>
                <a:off x="13716000" y="1770480"/>
                <a:ext cx="1332360" cy="1668600"/>
              </a:xfrm>
              <a:custGeom>
                <a:avLst/>
                <a:gdLst>
                  <a:gd name="textAreaLeft" fmla="*/ 0 w 1332360"/>
                  <a:gd name="textAreaRight" fmla="*/ 1333440 w 1332360"/>
                  <a:gd name="textAreaTop" fmla="*/ 0 h 1668600"/>
                  <a:gd name="textAreaBottom" fmla="*/ 1669680 h 1668600"/>
                </a:gdLst>
                <a:ahLst/>
                <a:rect l="textAreaLeft" t="textAreaTop" r="textAreaRight" b="textAreaBottom"/>
                <a:pathLst>
                  <a:path w="351210" h="439750">
                    <a:moveTo>
                      <a:pt x="0" y="0"/>
                    </a:moveTo>
                    <a:lnTo>
                      <a:pt x="351210" y="0"/>
                    </a:lnTo>
                    <a:lnTo>
                      <a:pt x="351210" y="439750"/>
                    </a:lnTo>
                    <a:lnTo>
                      <a:pt x="0" y="439750"/>
                    </a:lnTo>
                    <a:close/>
                  </a:path>
                </a:pathLst>
              </a:custGeom>
              <a:solidFill>
                <a:srgbClr val="000000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90000" rIns="90000" tIns="45000" bIns="45000" anchor="t">
                <a:noAutofit/>
              </a:bodyPr>
              <a:p>
                <a:pPr defTabSz="914400">
                  <a:lnSpc>
                    <a:spcPct val="100000"/>
                  </a:lnSpc>
                </a:pPr>
                <a:endParaRPr b="0" lang="en-GB" sz="1800" spc="-1" strike="noStrike">
                  <a:solidFill>
                    <a:schemeClr val="dk1"/>
                  </a:solidFill>
                  <a:latin typeface="Calibri"/>
                </a:endParaRPr>
              </a:p>
            </p:txBody>
          </p:sp>
          <p:sp>
            <p:nvSpPr>
              <p:cNvPr id="54" name="TextBox 6"/>
              <p:cNvSpPr/>
              <p:nvPr/>
            </p:nvSpPr>
            <p:spPr>
              <a:xfrm>
                <a:off x="13716000" y="1589760"/>
                <a:ext cx="1332360" cy="1849320"/>
              </a:xfrm>
              <a:prstGeom prst="rect">
                <a:avLst/>
              </a:prstGeom>
              <a:noFill/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50760" rIns="50760" tIns="50760" bIns="50760" anchor="ctr">
                <a:noAutofit/>
              </a:bodyPr>
              <a:p>
                <a:pPr algn="ctr" defTabSz="914400">
                  <a:lnSpc>
                    <a:spcPts val="3359"/>
                  </a:lnSpc>
                </a:pPr>
                <a:endParaRPr b="0" lang="en-US" sz="1800" spc="-1" strike="noStrike">
                  <a:solidFill>
                    <a:schemeClr val="dk1"/>
                  </a:solidFill>
                  <a:latin typeface="Calibri"/>
                </a:endParaRPr>
              </a:p>
            </p:txBody>
          </p:sp>
        </p:grpSp>
      </p:grpSp>
      <p:sp>
        <p:nvSpPr>
          <p:cNvPr id="55" name="TextBox 7"/>
          <p:cNvSpPr/>
          <p:nvPr/>
        </p:nvSpPr>
        <p:spPr>
          <a:xfrm>
            <a:off x="4486320" y="593640"/>
            <a:ext cx="9314280" cy="5486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algn="ctr" defTabSz="914400">
              <a:lnSpc>
                <a:spcPts val="10800"/>
              </a:lnSpc>
            </a:pPr>
            <a:r>
              <a:rPr b="1" lang="en-US" sz="9000" spc="-1" strike="noStrike">
                <a:solidFill>
                  <a:srgbClr val="ffffff"/>
                </a:solidFill>
                <a:latin typeface="Century Gothic Paneuropean Heavy"/>
                <a:ea typeface="Century Gothic Paneuropean Heavy"/>
              </a:rPr>
              <a:t>From Launch </a:t>
            </a:r>
            <a:endParaRPr b="0" lang="en-US" sz="9000" spc="-1" strike="noStrike">
              <a:solidFill>
                <a:srgbClr val="ffffff"/>
              </a:solidFill>
              <a:latin typeface="Arial"/>
            </a:endParaRPr>
          </a:p>
          <a:p>
            <a:pPr algn="ctr" defTabSz="914400">
              <a:lnSpc>
                <a:spcPts val="10800"/>
              </a:lnSpc>
            </a:pPr>
            <a:r>
              <a:rPr b="1" lang="en-US" sz="9000" spc="-1" strike="noStrike">
                <a:solidFill>
                  <a:srgbClr val="ffffff"/>
                </a:solidFill>
                <a:latin typeface="Century Gothic Paneuropean Heavy"/>
                <a:ea typeface="Century Gothic Paneuropean Heavy"/>
              </a:rPr>
              <a:t>to Litter:</a:t>
            </a:r>
            <a:endParaRPr b="0" lang="en-US" sz="9000" spc="-1" strike="noStrike">
              <a:solidFill>
                <a:srgbClr val="ffffff"/>
              </a:solidFill>
              <a:latin typeface="Arial"/>
            </a:endParaRPr>
          </a:p>
          <a:p>
            <a:pPr algn="ctr" defTabSz="914400">
              <a:lnSpc>
                <a:spcPts val="10800"/>
              </a:lnSpc>
            </a:pPr>
            <a:r>
              <a:rPr b="1" lang="en-US" sz="9000" spc="-1" strike="noStrike">
                <a:solidFill>
                  <a:srgbClr val="ffbd00"/>
                </a:solidFill>
                <a:latin typeface="Century Gothic Paneuropean Heavy"/>
                <a:ea typeface="Century Gothic Paneuropean Heavy"/>
              </a:rPr>
              <a:t>Orbital Overload </a:t>
            </a:r>
            <a:endParaRPr b="0" lang="en-US" sz="90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56" name="Freeform 8"/>
          <p:cNvSpPr/>
          <p:nvPr/>
        </p:nvSpPr>
        <p:spPr>
          <a:xfrm>
            <a:off x="8751960" y="4398840"/>
            <a:ext cx="10917360" cy="4611960"/>
          </a:xfrm>
          <a:custGeom>
            <a:avLst/>
            <a:gdLst>
              <a:gd name="textAreaLeft" fmla="*/ 0 w 10917360"/>
              <a:gd name="textAreaRight" fmla="*/ 10918440 w 10917360"/>
              <a:gd name="textAreaTop" fmla="*/ 0 h 4611960"/>
              <a:gd name="textAreaBottom" fmla="*/ 4613040 h 4611960"/>
            </a:gdLst>
            <a:ahLst/>
            <a:rect l="textAreaLeft" t="textAreaTop" r="textAreaRight" b="textAreaBottom"/>
            <a:pathLst>
              <a:path w="10918450" h="4613045">
                <a:moveTo>
                  <a:pt x="0" y="0"/>
                </a:moveTo>
                <a:lnTo>
                  <a:pt x="10918450" y="0"/>
                </a:lnTo>
                <a:lnTo>
                  <a:pt x="10918450" y="4613045"/>
                </a:lnTo>
                <a:lnTo>
                  <a:pt x="0" y="4613045"/>
                </a:lnTo>
                <a:lnTo>
                  <a:pt x="0" y="0"/>
                </a:lnTo>
                <a:close/>
              </a:path>
            </a:pathLst>
          </a:custGeom>
          <a:blipFill rotWithShape="0">
            <a:blip r:embed="rId2"/>
            <a:srcRect/>
            <a:stretch/>
          </a:blip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 defTabSz="914400">
              <a:lnSpc>
                <a:spcPct val="100000"/>
              </a:lnSpc>
            </a:pPr>
            <a:endParaRPr b="0" lang="en-GB" sz="1800" spc="-1" strike="noStrike">
              <a:solidFill>
                <a:schemeClr val="dk1"/>
              </a:solidFill>
              <a:latin typeface="Calibri"/>
            </a:endParaRPr>
          </a:p>
        </p:txBody>
      </p:sp>
      <p:sp>
        <p:nvSpPr>
          <p:cNvPr id="57" name="TextBox 9"/>
          <p:cNvSpPr/>
          <p:nvPr/>
        </p:nvSpPr>
        <p:spPr>
          <a:xfrm>
            <a:off x="15163920" y="9487080"/>
            <a:ext cx="3123000" cy="638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914400">
              <a:lnSpc>
                <a:spcPct val="100000"/>
              </a:lnSpc>
            </a:pPr>
            <a:r>
              <a:rPr b="1" lang="en-US" sz="1800" spc="-1" strike="noStrike">
                <a:solidFill>
                  <a:srgbClr val="9ad3f3"/>
                </a:solidFill>
                <a:latin typeface="Century Gothic Paneuropean Heavy"/>
              </a:rPr>
              <a:t>Tom Rowan, ST20285213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 defTabSz="914400">
              <a:lnSpc>
                <a:spcPct val="100000"/>
              </a:lnSpc>
            </a:pPr>
            <a:r>
              <a:rPr b="1" lang="en-US" sz="1800" spc="-1" strike="noStrike">
                <a:solidFill>
                  <a:srgbClr val="9ad3f3"/>
                </a:solidFill>
                <a:latin typeface="Century Gothic Paneuropean Heavy"/>
              </a:rPr>
              <a:t>DAT5001_S2_25 PRES1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0f1a3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8" name="TextBox 2"/>
          <p:cNvSpPr/>
          <p:nvPr/>
        </p:nvSpPr>
        <p:spPr>
          <a:xfrm>
            <a:off x="890280" y="1028880"/>
            <a:ext cx="16506360" cy="1340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algn="ctr" defTabSz="914400">
              <a:lnSpc>
                <a:spcPts val="10559"/>
              </a:lnSpc>
              <a:tabLst>
                <a:tab algn="l" pos="0"/>
              </a:tabLst>
            </a:pPr>
            <a:r>
              <a:rPr b="1" lang="en-US" sz="8800" spc="-369" strike="noStrike">
                <a:solidFill>
                  <a:srgbClr val="ffffff"/>
                </a:solidFill>
                <a:latin typeface="Century Gothic Paneuropean Heavy"/>
                <a:ea typeface="Century Gothic Paneuropean Heavy"/>
              </a:rPr>
              <a:t>Table Of </a:t>
            </a:r>
            <a:r>
              <a:rPr b="1" lang="en-US" sz="8800" spc="-369" strike="noStrike">
                <a:solidFill>
                  <a:srgbClr val="ffbd00"/>
                </a:solidFill>
                <a:latin typeface="Century Gothic Paneuropean Heavy"/>
                <a:ea typeface="Century Gothic Paneuropean Heavy"/>
              </a:rPr>
              <a:t>Contents</a:t>
            </a:r>
            <a:endParaRPr b="0" lang="en-US" sz="8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59" name="TextBox 3"/>
          <p:cNvSpPr/>
          <p:nvPr/>
        </p:nvSpPr>
        <p:spPr>
          <a:xfrm>
            <a:off x="7848720" y="7772400"/>
            <a:ext cx="3685680" cy="426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algn="ctr" defTabSz="914400">
              <a:lnSpc>
                <a:spcPts val="3359"/>
              </a:lnSpc>
              <a:tabLst>
                <a:tab algn="l" pos="0"/>
              </a:tabLst>
            </a:pPr>
            <a:r>
              <a:rPr b="0" lang="en-US" sz="2400" spc="-1" strike="noStrike">
                <a:solidFill>
                  <a:srgbClr val="ffffff"/>
                </a:solidFill>
                <a:latin typeface="Arial"/>
                <a:ea typeface="Open Sauce"/>
              </a:rPr>
              <a:t>Looking at what’s in orbit. </a:t>
            </a:r>
            <a:endParaRPr b="0" lang="en-US" sz="24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60" name="TextBox 4"/>
          <p:cNvSpPr/>
          <p:nvPr/>
        </p:nvSpPr>
        <p:spPr>
          <a:xfrm>
            <a:off x="7848720" y="6591240"/>
            <a:ext cx="3685680" cy="975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algn="ctr" defTabSz="914400">
              <a:lnSpc>
                <a:spcPts val="3841"/>
              </a:lnSpc>
              <a:tabLst>
                <a:tab algn="l" pos="0"/>
              </a:tabLst>
            </a:pPr>
            <a:r>
              <a:rPr b="1" lang="en-US" sz="3200" spc="-1" strike="noStrike">
                <a:solidFill>
                  <a:srgbClr val="ffbd00"/>
                </a:solidFill>
                <a:latin typeface="Open Sauce Semi-Bold"/>
                <a:ea typeface="Open Sauce Semi-Bold"/>
              </a:rPr>
              <a:t>Exploring </a:t>
            </a:r>
            <a:br>
              <a:rPr sz="3200"/>
            </a:br>
            <a:r>
              <a:rPr b="1" lang="en-US" sz="3200" spc="-1" strike="noStrike">
                <a:solidFill>
                  <a:srgbClr val="ffbd00"/>
                </a:solidFill>
                <a:latin typeface="Open Sauce Semi-Bold"/>
                <a:ea typeface="Open Sauce Semi-Bold"/>
              </a:rPr>
              <a:t>the Data</a:t>
            </a:r>
            <a:endParaRPr b="0" lang="en-US" sz="32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61" name="Freeform 5"/>
          <p:cNvSpPr/>
          <p:nvPr/>
        </p:nvSpPr>
        <p:spPr>
          <a:xfrm>
            <a:off x="8336520" y="3328560"/>
            <a:ext cx="2321280" cy="2710440"/>
          </a:xfrm>
          <a:custGeom>
            <a:avLst/>
            <a:gdLst>
              <a:gd name="textAreaLeft" fmla="*/ 0 w 2321280"/>
              <a:gd name="textAreaRight" fmla="*/ 2322360 w 2321280"/>
              <a:gd name="textAreaTop" fmla="*/ 0 h 2710440"/>
              <a:gd name="textAreaBottom" fmla="*/ 2711520 h 2710440"/>
            </a:gdLst>
            <a:ahLst/>
            <a:rect l="textAreaLeft" t="textAreaTop" r="textAreaRight" b="textAreaBottom"/>
            <a:pathLst>
              <a:path w="2322193" h="2711690">
                <a:moveTo>
                  <a:pt x="0" y="0"/>
                </a:moveTo>
                <a:lnTo>
                  <a:pt x="2322193" y="0"/>
                </a:lnTo>
                <a:lnTo>
                  <a:pt x="2322193" y="2711690"/>
                </a:lnTo>
                <a:lnTo>
                  <a:pt x="0" y="2711690"/>
                </a:lnTo>
                <a:lnTo>
                  <a:pt x="0" y="0"/>
                </a:lnTo>
                <a:close/>
              </a:path>
            </a:pathLst>
          </a:custGeom>
          <a:blipFill rotWithShape="0">
            <a:blip r:embed="rId1">
              <a:extLst>
                <a:ext uri="{96DAC541-7B7A-43D3-8B79-37D633B846F1}">
                  <asvg:svgBlip xmlns:asvg="http://schemas.microsoft.com/office/drawing/2016/SVG/main" r:embed="rId2"/>
                </a:ext>
              </a:extLst>
            </a:blip>
            <a:srcRect/>
            <a:stretch/>
          </a:blip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 defTabSz="914400">
              <a:lnSpc>
                <a:spcPct val="100000"/>
              </a:lnSpc>
            </a:pPr>
            <a:endParaRPr b="0" lang="en-GB" sz="1800" spc="-1" strike="noStrike">
              <a:solidFill>
                <a:schemeClr val="dk1"/>
              </a:solidFill>
              <a:latin typeface="Calibri"/>
            </a:endParaRPr>
          </a:p>
        </p:txBody>
      </p:sp>
      <p:sp>
        <p:nvSpPr>
          <p:cNvPr id="62" name="TextBox 6"/>
          <p:cNvSpPr/>
          <p:nvPr/>
        </p:nvSpPr>
        <p:spPr>
          <a:xfrm>
            <a:off x="12313800" y="6606000"/>
            <a:ext cx="3793320" cy="975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algn="ctr" defTabSz="914400">
              <a:lnSpc>
                <a:spcPts val="3841"/>
              </a:lnSpc>
              <a:tabLst>
                <a:tab algn="l" pos="0"/>
              </a:tabLst>
            </a:pPr>
            <a:r>
              <a:rPr b="1" lang="en-US" sz="3200" spc="-1" strike="noStrike">
                <a:solidFill>
                  <a:srgbClr val="ffbd00"/>
                </a:solidFill>
                <a:latin typeface="Open Sauce Semi-Bold"/>
                <a:ea typeface="Open Sauce Semi-Bold"/>
              </a:rPr>
              <a:t>Planning for</a:t>
            </a:r>
            <a:endParaRPr b="0" lang="en-US" sz="3200" spc="-1" strike="noStrike">
              <a:solidFill>
                <a:srgbClr val="ffffff"/>
              </a:solidFill>
              <a:latin typeface="Arial"/>
            </a:endParaRPr>
          </a:p>
          <a:p>
            <a:pPr algn="ctr" defTabSz="914400">
              <a:lnSpc>
                <a:spcPts val="3841"/>
              </a:lnSpc>
              <a:tabLst>
                <a:tab algn="l" pos="0"/>
              </a:tabLst>
            </a:pPr>
            <a:r>
              <a:rPr b="1" lang="en-US" sz="3200" spc="-1" strike="noStrike">
                <a:solidFill>
                  <a:srgbClr val="ffbd00"/>
                </a:solidFill>
                <a:latin typeface="Open Sauce Semi-Bold"/>
                <a:ea typeface="Open Sauce Semi-Bold"/>
              </a:rPr>
              <a:t>The Future</a:t>
            </a:r>
            <a:endParaRPr b="0" lang="en-US" sz="32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63" name="TextBox 7"/>
          <p:cNvSpPr/>
          <p:nvPr/>
        </p:nvSpPr>
        <p:spPr>
          <a:xfrm>
            <a:off x="12496680" y="7772400"/>
            <a:ext cx="3305160" cy="852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algn="ctr" defTabSz="914400">
              <a:lnSpc>
                <a:spcPts val="3359"/>
              </a:lnSpc>
              <a:tabLst>
                <a:tab algn="l" pos="0"/>
              </a:tabLst>
            </a:pPr>
            <a:r>
              <a:rPr b="0" lang="en-US" sz="2400" spc="-1" strike="noStrike">
                <a:solidFill>
                  <a:srgbClr val="ffffff"/>
                </a:solidFill>
                <a:latin typeface="Open Sauce"/>
                <a:ea typeface="Open Sauce"/>
              </a:rPr>
              <a:t>How can we avoid a disaster?</a:t>
            </a:r>
            <a:endParaRPr b="0" lang="en-US" sz="24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64" name="Freeform 8"/>
          <p:cNvSpPr/>
          <p:nvPr/>
        </p:nvSpPr>
        <p:spPr>
          <a:xfrm>
            <a:off x="12557880" y="3328560"/>
            <a:ext cx="2760840" cy="2710440"/>
          </a:xfrm>
          <a:custGeom>
            <a:avLst/>
            <a:gdLst>
              <a:gd name="textAreaLeft" fmla="*/ 0 w 2760840"/>
              <a:gd name="textAreaRight" fmla="*/ 2761920 w 2760840"/>
              <a:gd name="textAreaTop" fmla="*/ 0 h 2710440"/>
              <a:gd name="textAreaBottom" fmla="*/ 2711520 h 2710440"/>
            </a:gdLst>
            <a:ahLst/>
            <a:rect l="textAreaLeft" t="textAreaTop" r="textAreaRight" b="textAreaBottom"/>
            <a:pathLst>
              <a:path w="2761907" h="2711690">
                <a:moveTo>
                  <a:pt x="0" y="0"/>
                </a:moveTo>
                <a:lnTo>
                  <a:pt x="2761906" y="0"/>
                </a:lnTo>
                <a:lnTo>
                  <a:pt x="2761906" y="2711690"/>
                </a:lnTo>
                <a:lnTo>
                  <a:pt x="0" y="2711690"/>
                </a:lnTo>
                <a:lnTo>
                  <a:pt x="0" y="0"/>
                </a:lnTo>
                <a:close/>
              </a:path>
            </a:pathLst>
          </a:custGeom>
          <a:blipFill rotWithShape="0">
            <a:blip r:embed="rId3">
              <a:extLst>
                <a:ext uri="{96DAC541-7B7A-43D3-8B79-37D633B846F1}">
                  <asvg:svgBlip xmlns:asvg="http://schemas.microsoft.com/office/drawing/2016/SVG/main" r:embed="rId4"/>
                </a:ext>
              </a:extLst>
            </a:blip>
            <a:srcRect/>
            <a:stretch/>
          </a:blip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 defTabSz="914400">
              <a:lnSpc>
                <a:spcPct val="100000"/>
              </a:lnSpc>
            </a:pPr>
            <a:endParaRPr b="0" lang="en-GB" sz="1800" spc="-1" strike="noStrike">
              <a:solidFill>
                <a:schemeClr val="dk1"/>
              </a:solidFill>
              <a:latin typeface="Calibri"/>
            </a:endParaRPr>
          </a:p>
        </p:txBody>
      </p:sp>
      <p:sp>
        <p:nvSpPr>
          <p:cNvPr id="65" name="Freeform 10"/>
          <p:cNvSpPr/>
          <p:nvPr/>
        </p:nvSpPr>
        <p:spPr>
          <a:xfrm>
            <a:off x="2902680" y="3444120"/>
            <a:ext cx="2917080" cy="2917080"/>
          </a:xfrm>
          <a:custGeom>
            <a:avLst/>
            <a:gdLst>
              <a:gd name="textAreaLeft" fmla="*/ 0 w 2917080"/>
              <a:gd name="textAreaRight" fmla="*/ 2918160 w 2917080"/>
              <a:gd name="textAreaTop" fmla="*/ 0 h 2917080"/>
              <a:gd name="textAreaBottom" fmla="*/ 2918160 h 2917080"/>
            </a:gdLst>
            <a:ahLst/>
            <a:rect l="textAreaLeft" t="textAreaTop" r="textAreaRight" b="textAreaBottom"/>
            <a:pathLst>
              <a:path w="3891027" h="3891027">
                <a:moveTo>
                  <a:pt x="0" y="0"/>
                </a:moveTo>
                <a:lnTo>
                  <a:pt x="3891027" y="0"/>
                </a:lnTo>
                <a:lnTo>
                  <a:pt x="3891027" y="3891027"/>
                </a:lnTo>
                <a:lnTo>
                  <a:pt x="0" y="3891027"/>
                </a:lnTo>
                <a:lnTo>
                  <a:pt x="0" y="0"/>
                </a:lnTo>
                <a:close/>
              </a:path>
            </a:pathLst>
          </a:custGeom>
          <a:blipFill rotWithShape="0">
            <a:blip r:embed="rId5">
              <a:extLst>
                <a:ext uri="{96DAC541-7B7A-43D3-8B79-37D633B846F1}">
                  <asvg:svgBlip xmlns:asvg="http://schemas.microsoft.com/office/drawing/2016/SVG/main" r:embed="rId6"/>
                </a:ext>
              </a:extLst>
            </a:blip>
            <a:srcRect/>
            <a:stretch/>
          </a:blip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 defTabSz="914400">
              <a:lnSpc>
                <a:spcPct val="100000"/>
              </a:lnSpc>
            </a:pPr>
            <a:endParaRPr b="0" lang="en-GB" sz="1800" spc="-1" strike="noStrike">
              <a:solidFill>
                <a:schemeClr val="dk1"/>
              </a:solidFill>
              <a:latin typeface="Calibri"/>
            </a:endParaRPr>
          </a:p>
        </p:txBody>
      </p:sp>
      <p:sp>
        <p:nvSpPr>
          <p:cNvPr id="66" name="TextBox 11"/>
          <p:cNvSpPr/>
          <p:nvPr/>
        </p:nvSpPr>
        <p:spPr>
          <a:xfrm>
            <a:off x="1988280" y="6629400"/>
            <a:ext cx="4869720" cy="975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algn="ctr" defTabSz="914400">
              <a:lnSpc>
                <a:spcPts val="3841"/>
              </a:lnSpc>
              <a:tabLst>
                <a:tab algn="l" pos="0"/>
              </a:tabLst>
            </a:pPr>
            <a:r>
              <a:rPr b="1" lang="en-US" sz="3200" spc="-1" strike="noStrike">
                <a:solidFill>
                  <a:srgbClr val="ffbd00"/>
                </a:solidFill>
                <a:latin typeface="Open Sauce Semi-Bold"/>
                <a:ea typeface="Open Sauce Semi-Bold"/>
              </a:rPr>
              <a:t>What is the Kessler Syndrome?</a:t>
            </a:r>
            <a:endParaRPr b="0" lang="en-US" sz="32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67" name="TextBox 12"/>
          <p:cNvSpPr/>
          <p:nvPr/>
        </p:nvSpPr>
        <p:spPr>
          <a:xfrm>
            <a:off x="2743200" y="7772400"/>
            <a:ext cx="3305160" cy="853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algn="ctr" defTabSz="914400">
              <a:lnSpc>
                <a:spcPts val="3359"/>
              </a:lnSpc>
              <a:tabLst>
                <a:tab algn="l" pos="0"/>
              </a:tabLst>
            </a:pPr>
            <a:r>
              <a:rPr b="0" lang="en-US" sz="2400" spc="-1" strike="noStrike">
                <a:solidFill>
                  <a:srgbClr val="ffffff"/>
                </a:solidFill>
                <a:latin typeface="Open Sauce"/>
                <a:ea typeface="Open Sauce"/>
              </a:rPr>
              <a:t>And its potential impact on civilization.</a:t>
            </a:r>
            <a:endParaRPr b="0" lang="en-US" sz="2400" spc="-1" strike="noStrike">
              <a:solidFill>
                <a:srgbClr val="ffffff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0f1a3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8" name="Freeform 10"/>
          <p:cNvSpPr/>
          <p:nvPr/>
        </p:nvSpPr>
        <p:spPr>
          <a:xfrm>
            <a:off x="12801600" y="6515280"/>
            <a:ext cx="1141920" cy="1141920"/>
          </a:xfrm>
          <a:custGeom>
            <a:avLst/>
            <a:gdLst>
              <a:gd name="textAreaLeft" fmla="*/ 0 w 1141920"/>
              <a:gd name="textAreaRight" fmla="*/ 1143000 w 1141920"/>
              <a:gd name="textAreaTop" fmla="*/ 0 h 1141920"/>
              <a:gd name="textAreaBottom" fmla="*/ 1143000 h 1141920"/>
            </a:gdLst>
            <a:ahLst/>
            <a:rect l="textAreaLeft" t="textAreaTop" r="textAreaRight" b="textAreaBottom"/>
            <a:pathLst>
              <a:path w="3891027" h="3891027">
                <a:moveTo>
                  <a:pt x="0" y="0"/>
                </a:moveTo>
                <a:lnTo>
                  <a:pt x="3891027" y="0"/>
                </a:lnTo>
                <a:lnTo>
                  <a:pt x="3891027" y="3891027"/>
                </a:lnTo>
                <a:lnTo>
                  <a:pt x="0" y="3891027"/>
                </a:lnTo>
                <a:lnTo>
                  <a:pt x="0" y="0"/>
                </a:lnTo>
                <a:close/>
              </a:path>
            </a:pathLst>
          </a:custGeom>
          <a:blipFill rotWithShape="0">
            <a:blip r:embed="rId1">
              <a:extLst>
                <a:ext uri="{96DAC541-7B7A-43D3-8B79-37D633B846F1}">
                  <asvg:svgBlip xmlns:asvg="http://schemas.microsoft.com/office/drawing/2016/SVG/main" r:embed="rId2"/>
                </a:ext>
              </a:extLst>
            </a:blip>
            <a:srcRect/>
            <a:stretch/>
          </a:blip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 defTabSz="914400">
              <a:lnSpc>
                <a:spcPct val="100000"/>
              </a:lnSpc>
            </a:pPr>
            <a:endParaRPr b="0" lang="en-GB" sz="1800" spc="-1" strike="noStrike">
              <a:solidFill>
                <a:schemeClr val="dk1"/>
              </a:solidFill>
              <a:latin typeface="Calibri"/>
            </a:endParaRPr>
          </a:p>
        </p:txBody>
      </p:sp>
      <p:sp>
        <p:nvSpPr>
          <p:cNvPr id="69" name="Freeform 10"/>
          <p:cNvSpPr/>
          <p:nvPr/>
        </p:nvSpPr>
        <p:spPr>
          <a:xfrm>
            <a:off x="12801600" y="4305240"/>
            <a:ext cx="1141920" cy="1141920"/>
          </a:xfrm>
          <a:custGeom>
            <a:avLst/>
            <a:gdLst>
              <a:gd name="textAreaLeft" fmla="*/ 0 w 1141920"/>
              <a:gd name="textAreaRight" fmla="*/ 1143000 w 1141920"/>
              <a:gd name="textAreaTop" fmla="*/ 0 h 1141920"/>
              <a:gd name="textAreaBottom" fmla="*/ 1143000 h 1141920"/>
            </a:gdLst>
            <a:ahLst/>
            <a:rect l="textAreaLeft" t="textAreaTop" r="textAreaRight" b="textAreaBottom"/>
            <a:pathLst>
              <a:path w="3891027" h="3891027">
                <a:moveTo>
                  <a:pt x="0" y="0"/>
                </a:moveTo>
                <a:lnTo>
                  <a:pt x="3891027" y="0"/>
                </a:lnTo>
                <a:lnTo>
                  <a:pt x="3891027" y="3891027"/>
                </a:lnTo>
                <a:lnTo>
                  <a:pt x="0" y="3891027"/>
                </a:lnTo>
                <a:lnTo>
                  <a:pt x="0" y="0"/>
                </a:lnTo>
                <a:close/>
              </a:path>
            </a:pathLst>
          </a:custGeom>
          <a:blipFill rotWithShape="0">
            <a:blip r:embed="rId3">
              <a:extLst>
                <a:ext uri="{96DAC541-7B7A-43D3-8B79-37D633B846F1}">
                  <asvg:svgBlip xmlns:asvg="http://schemas.microsoft.com/office/drawing/2016/SVG/main" r:embed="rId4"/>
                </a:ext>
              </a:extLst>
            </a:blip>
            <a:srcRect/>
            <a:stretch/>
          </a:blip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 defTabSz="914400">
              <a:lnSpc>
                <a:spcPct val="100000"/>
              </a:lnSpc>
            </a:pPr>
            <a:endParaRPr b="0" lang="en-GB" sz="1800" spc="-1" strike="noStrike">
              <a:solidFill>
                <a:schemeClr val="dk1"/>
              </a:solidFill>
              <a:latin typeface="Calibri"/>
            </a:endParaRPr>
          </a:p>
        </p:txBody>
      </p:sp>
      <p:grpSp>
        <p:nvGrpSpPr>
          <p:cNvPr id="70" name="Group 53"/>
          <p:cNvGrpSpPr/>
          <p:nvPr/>
        </p:nvGrpSpPr>
        <p:grpSpPr>
          <a:xfrm>
            <a:off x="12649320" y="4610160"/>
            <a:ext cx="1218240" cy="3351600"/>
            <a:chOff x="12649320" y="4610160"/>
            <a:chExt cx="1218240" cy="3351600"/>
          </a:xfrm>
        </p:grpSpPr>
        <p:sp>
          <p:nvSpPr>
            <p:cNvPr id="71" name="Explosion: 8 Points 36"/>
            <p:cNvSpPr/>
            <p:nvPr/>
          </p:nvSpPr>
          <p:spPr>
            <a:xfrm>
              <a:off x="12649320" y="6819840"/>
              <a:ext cx="1218240" cy="1141920"/>
            </a:xfrm>
            <a:prstGeom prst="irregularSeal1">
              <a:avLst/>
            </a:prstGeom>
            <a:solidFill>
              <a:srgbClr val="ffbd00"/>
            </a:solidFill>
            <a:ln>
              <a:solidFill>
                <a:srgbClr val="000000"/>
              </a:solidFill>
              <a:round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  <p:txBody>
            <a:bodyPr lIns="90000" rIns="90000" tIns="45000" bIns="45000" anchor="ctr">
              <a:noAutofit/>
            </a:bodyPr>
            <a:p>
              <a:pPr algn="ctr" defTabSz="914400">
                <a:lnSpc>
                  <a:spcPct val="100000"/>
                </a:lnSpc>
              </a:pPr>
              <a:endParaRPr b="0" lang="en-GB" sz="1800" spc="-1" strike="noStrike">
                <a:solidFill>
                  <a:schemeClr val="lt1"/>
                </a:solidFill>
                <a:latin typeface="Calibri"/>
              </a:endParaRPr>
            </a:p>
          </p:txBody>
        </p:sp>
        <p:sp>
          <p:nvSpPr>
            <p:cNvPr id="72" name="Explosion: 8 Points 34"/>
            <p:cNvSpPr/>
            <p:nvPr/>
          </p:nvSpPr>
          <p:spPr>
            <a:xfrm>
              <a:off x="12649320" y="4610160"/>
              <a:ext cx="1218240" cy="1141920"/>
            </a:xfrm>
            <a:prstGeom prst="irregularSeal1">
              <a:avLst/>
            </a:prstGeom>
            <a:solidFill>
              <a:srgbClr val="ffbd00"/>
            </a:solidFill>
            <a:ln>
              <a:solidFill>
                <a:srgbClr val="000000"/>
              </a:solidFill>
              <a:round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  <p:txBody>
            <a:bodyPr lIns="90000" rIns="90000" tIns="45000" bIns="45000" anchor="ctr">
              <a:noAutofit/>
            </a:bodyPr>
            <a:p>
              <a:pPr algn="ctr" defTabSz="914400">
                <a:lnSpc>
                  <a:spcPct val="100000"/>
                </a:lnSpc>
              </a:pPr>
              <a:endParaRPr b="0" lang="en-GB" sz="1800" spc="-1" strike="noStrike">
                <a:solidFill>
                  <a:schemeClr val="lt1"/>
                </a:solidFill>
                <a:latin typeface="Calibri"/>
              </a:endParaRPr>
            </a:p>
          </p:txBody>
        </p:sp>
      </p:grpSp>
      <p:sp>
        <p:nvSpPr>
          <p:cNvPr id="73" name="TextBox 2"/>
          <p:cNvSpPr/>
          <p:nvPr/>
        </p:nvSpPr>
        <p:spPr>
          <a:xfrm>
            <a:off x="887040" y="731520"/>
            <a:ext cx="16506360" cy="1340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algn="ctr" defTabSz="914400">
              <a:lnSpc>
                <a:spcPts val="10559"/>
              </a:lnSpc>
              <a:tabLst>
                <a:tab algn="l" pos="0"/>
              </a:tabLst>
            </a:pPr>
            <a:r>
              <a:rPr b="1" lang="en-US" sz="8800" spc="-369" strike="noStrike">
                <a:solidFill>
                  <a:srgbClr val="ffffff"/>
                </a:solidFill>
                <a:latin typeface="Century Gothic Paneuropean Heavy"/>
                <a:ea typeface="Century Gothic Paneuropean Heavy"/>
              </a:rPr>
              <a:t>What is the </a:t>
            </a:r>
            <a:r>
              <a:rPr b="1" lang="en-US" sz="8800" spc="-369" strike="noStrike">
                <a:solidFill>
                  <a:srgbClr val="ffbd00"/>
                </a:solidFill>
                <a:latin typeface="Century Gothic Paneuropean Heavy"/>
                <a:ea typeface="Century Gothic Paneuropean Heavy"/>
              </a:rPr>
              <a:t>Kessler Syndrome?</a:t>
            </a:r>
            <a:endParaRPr b="0" lang="en-US" sz="8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74" name="Freeform 10"/>
          <p:cNvSpPr/>
          <p:nvPr/>
        </p:nvSpPr>
        <p:spPr>
          <a:xfrm>
            <a:off x="10515600" y="5295960"/>
            <a:ext cx="1141920" cy="1141920"/>
          </a:xfrm>
          <a:custGeom>
            <a:avLst/>
            <a:gdLst>
              <a:gd name="textAreaLeft" fmla="*/ 0 w 1141920"/>
              <a:gd name="textAreaRight" fmla="*/ 1143000 w 1141920"/>
              <a:gd name="textAreaTop" fmla="*/ 0 h 1141920"/>
              <a:gd name="textAreaBottom" fmla="*/ 1143000 h 1141920"/>
            </a:gdLst>
            <a:ahLst/>
            <a:rect l="textAreaLeft" t="textAreaTop" r="textAreaRight" b="textAreaBottom"/>
            <a:pathLst>
              <a:path w="3891027" h="3891027">
                <a:moveTo>
                  <a:pt x="0" y="0"/>
                </a:moveTo>
                <a:lnTo>
                  <a:pt x="3891027" y="0"/>
                </a:lnTo>
                <a:lnTo>
                  <a:pt x="3891027" y="3891027"/>
                </a:lnTo>
                <a:lnTo>
                  <a:pt x="0" y="3891027"/>
                </a:lnTo>
                <a:lnTo>
                  <a:pt x="0" y="0"/>
                </a:lnTo>
                <a:close/>
              </a:path>
            </a:pathLst>
          </a:custGeom>
          <a:blipFill rotWithShape="0">
            <a:blip r:embed="rId5">
              <a:extLst>
                <a:ext uri="{96DAC541-7B7A-43D3-8B79-37D633B846F1}">
                  <asvg:svgBlip xmlns:asvg="http://schemas.microsoft.com/office/drawing/2016/SVG/main" r:embed="rId6"/>
                </a:ext>
              </a:extLst>
            </a:blip>
            <a:srcRect/>
            <a:stretch/>
          </a:blip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 defTabSz="914400">
              <a:lnSpc>
                <a:spcPct val="100000"/>
              </a:lnSpc>
            </a:pPr>
            <a:endParaRPr b="0" lang="en-GB" sz="1800" spc="-1" strike="noStrike">
              <a:solidFill>
                <a:schemeClr val="dk1"/>
              </a:solidFill>
              <a:latin typeface="Calibri"/>
            </a:endParaRPr>
          </a:p>
        </p:txBody>
      </p:sp>
      <p:sp>
        <p:nvSpPr>
          <p:cNvPr id="75" name="TextBox 7"/>
          <p:cNvSpPr/>
          <p:nvPr/>
        </p:nvSpPr>
        <p:spPr>
          <a:xfrm>
            <a:off x="1143000" y="3543480"/>
            <a:ext cx="3869640" cy="487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914400">
              <a:lnSpc>
                <a:spcPts val="3841"/>
              </a:lnSpc>
              <a:tabLst>
                <a:tab algn="l" pos="0"/>
              </a:tabLst>
            </a:pPr>
            <a:r>
              <a:rPr b="1" lang="en-US" sz="3200" spc="-1" strike="noStrike">
                <a:solidFill>
                  <a:srgbClr val="9ad3f3"/>
                </a:solidFill>
                <a:latin typeface="Open Sauce Semi-Bold"/>
                <a:ea typeface="Open Sauce Semi-Bold"/>
              </a:rPr>
              <a:t>Collision Cascade</a:t>
            </a:r>
            <a:endParaRPr b="0" lang="en-US" sz="32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76" name="TextBox 11"/>
          <p:cNvSpPr/>
          <p:nvPr/>
        </p:nvSpPr>
        <p:spPr>
          <a:xfrm>
            <a:off x="1143000" y="4305240"/>
            <a:ext cx="5866200" cy="1279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914400">
              <a:lnSpc>
                <a:spcPts val="3359"/>
              </a:lnSpc>
              <a:tabLst>
                <a:tab algn="l" pos="0"/>
              </a:tabLst>
            </a:pPr>
            <a:r>
              <a:rPr b="0" lang="en-US" sz="2400" spc="-1" strike="noStrike">
                <a:solidFill>
                  <a:srgbClr val="ffffff"/>
                </a:solidFill>
                <a:latin typeface="Open Sauce"/>
                <a:ea typeface="Open Sauce"/>
              </a:rPr>
              <a:t>A scenario where satellite and/or space debris collisions cause a cascade effect, making low Earth orbit unusable.</a:t>
            </a:r>
            <a:endParaRPr b="0" lang="en-US" sz="24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77" name="TextBox 7"/>
          <p:cNvSpPr/>
          <p:nvPr/>
        </p:nvSpPr>
        <p:spPr>
          <a:xfrm>
            <a:off x="1143000" y="6743880"/>
            <a:ext cx="3869640" cy="487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914400">
              <a:lnSpc>
                <a:spcPts val="3841"/>
              </a:lnSpc>
              <a:tabLst>
                <a:tab algn="l" pos="0"/>
              </a:tabLst>
            </a:pPr>
            <a:r>
              <a:rPr b="1" lang="en-US" sz="3200" spc="-1" strike="noStrike">
                <a:solidFill>
                  <a:srgbClr val="9ad3f3"/>
                </a:solidFill>
                <a:latin typeface="Open Sauce Semi-Bold"/>
                <a:ea typeface="Open Sauce Semi-Bold"/>
              </a:rPr>
              <a:t>Disaster Scenario</a:t>
            </a:r>
            <a:endParaRPr b="0" lang="en-US" sz="32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78" name="TextBox 11"/>
          <p:cNvSpPr/>
          <p:nvPr/>
        </p:nvSpPr>
        <p:spPr>
          <a:xfrm>
            <a:off x="1143000" y="7505640"/>
            <a:ext cx="6094800" cy="852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914400">
              <a:lnSpc>
                <a:spcPts val="3359"/>
              </a:lnSpc>
              <a:tabLst>
                <a:tab algn="l" pos="0"/>
              </a:tabLst>
            </a:pPr>
            <a:r>
              <a:rPr b="0" lang="en-US" sz="2400" spc="-1" strike="noStrike">
                <a:solidFill>
                  <a:srgbClr val="ffffff"/>
                </a:solidFill>
                <a:latin typeface="Open Sauce"/>
                <a:ea typeface="Open Sauce"/>
              </a:rPr>
              <a:t>First identified in 1978 by Donald J. Kessler and Burton G. Cour-Palais. </a:t>
            </a:r>
            <a:endParaRPr b="0" lang="en-US" sz="24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79" name="Explosion: 8 Points 21"/>
          <p:cNvSpPr/>
          <p:nvPr/>
        </p:nvSpPr>
        <p:spPr>
          <a:xfrm>
            <a:off x="10363320" y="5600880"/>
            <a:ext cx="1218240" cy="1141920"/>
          </a:xfrm>
          <a:prstGeom prst="irregularSeal1">
            <a:avLst/>
          </a:prstGeom>
          <a:solidFill>
            <a:srgbClr val="ffbd00"/>
          </a:solidFill>
          <a:ln>
            <a:solidFill>
              <a:srgbClr val="000000"/>
            </a:solidFill>
            <a:round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914400">
              <a:lnSpc>
                <a:spcPct val="100000"/>
              </a:lnSpc>
            </a:pPr>
            <a:endParaRPr b="0" lang="en-GB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80" name="Freeform 10"/>
          <p:cNvSpPr/>
          <p:nvPr/>
        </p:nvSpPr>
        <p:spPr>
          <a:xfrm>
            <a:off x="7924680" y="5295960"/>
            <a:ext cx="1141920" cy="1141920"/>
          </a:xfrm>
          <a:custGeom>
            <a:avLst/>
            <a:gdLst>
              <a:gd name="textAreaLeft" fmla="*/ 0 w 1141920"/>
              <a:gd name="textAreaRight" fmla="*/ 1143000 w 1141920"/>
              <a:gd name="textAreaTop" fmla="*/ 0 h 1141920"/>
              <a:gd name="textAreaBottom" fmla="*/ 1143000 h 1141920"/>
            </a:gdLst>
            <a:ahLst/>
            <a:rect l="textAreaLeft" t="textAreaTop" r="textAreaRight" b="textAreaBottom"/>
            <a:pathLst>
              <a:path w="3891027" h="3891027">
                <a:moveTo>
                  <a:pt x="0" y="0"/>
                </a:moveTo>
                <a:lnTo>
                  <a:pt x="3891027" y="0"/>
                </a:lnTo>
                <a:lnTo>
                  <a:pt x="3891027" y="3891027"/>
                </a:lnTo>
                <a:lnTo>
                  <a:pt x="0" y="3891027"/>
                </a:lnTo>
                <a:lnTo>
                  <a:pt x="0" y="0"/>
                </a:lnTo>
                <a:close/>
              </a:path>
            </a:pathLst>
          </a:custGeom>
          <a:blipFill rotWithShape="0">
            <a:blip r:embed="rId7">
              <a:extLst>
                <a:ext uri="{96DAC541-7B7A-43D3-8B79-37D633B846F1}">
                  <asvg:svgBlip xmlns:asvg="http://schemas.microsoft.com/office/drawing/2016/SVG/main" r:embed="rId8"/>
                </a:ext>
              </a:extLst>
            </a:blip>
            <a:srcRect/>
            <a:stretch/>
          </a:blip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 defTabSz="914400">
              <a:lnSpc>
                <a:spcPct val="100000"/>
              </a:lnSpc>
            </a:pPr>
            <a:endParaRPr b="0" lang="en-GB" sz="1800" spc="-1" strike="noStrike">
              <a:solidFill>
                <a:schemeClr val="dk1"/>
              </a:solidFill>
              <a:latin typeface="Calibri"/>
            </a:endParaRPr>
          </a:p>
        </p:txBody>
      </p:sp>
      <p:sp>
        <p:nvSpPr>
          <p:cNvPr id="81" name="Arrow: Right 24"/>
          <p:cNvSpPr/>
          <p:nvPr/>
        </p:nvSpPr>
        <p:spPr>
          <a:xfrm>
            <a:off x="9220320" y="5524560"/>
            <a:ext cx="1065600" cy="684720"/>
          </a:xfrm>
          <a:prstGeom prst="rightArrow">
            <a:avLst>
              <a:gd name="adj1" fmla="val 50000"/>
              <a:gd name="adj2" fmla="val 50000"/>
            </a:avLst>
          </a:prstGeom>
          <a:solidFill>
            <a:srgbClr val="0f1a38"/>
          </a:solidFill>
          <a:ln>
            <a:solidFill>
              <a:srgbClr val="ffffff"/>
            </a:solidFill>
            <a:round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914400">
              <a:lnSpc>
                <a:spcPct val="100000"/>
              </a:lnSpc>
            </a:pPr>
            <a:endParaRPr b="0" lang="en-GB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82" name="Freeform 10"/>
          <p:cNvSpPr/>
          <p:nvPr/>
        </p:nvSpPr>
        <p:spPr>
          <a:xfrm>
            <a:off x="15468480" y="4610160"/>
            <a:ext cx="1141920" cy="1141920"/>
          </a:xfrm>
          <a:custGeom>
            <a:avLst/>
            <a:gdLst>
              <a:gd name="textAreaLeft" fmla="*/ 0 w 1141920"/>
              <a:gd name="textAreaRight" fmla="*/ 1143000 w 1141920"/>
              <a:gd name="textAreaTop" fmla="*/ 0 h 1141920"/>
              <a:gd name="textAreaBottom" fmla="*/ 1143000 h 1141920"/>
            </a:gdLst>
            <a:ahLst/>
            <a:rect l="textAreaLeft" t="textAreaTop" r="textAreaRight" b="textAreaBottom"/>
            <a:pathLst>
              <a:path w="3891027" h="3891027">
                <a:moveTo>
                  <a:pt x="0" y="0"/>
                </a:moveTo>
                <a:lnTo>
                  <a:pt x="3891027" y="0"/>
                </a:lnTo>
                <a:lnTo>
                  <a:pt x="3891027" y="3891027"/>
                </a:lnTo>
                <a:lnTo>
                  <a:pt x="0" y="3891027"/>
                </a:lnTo>
                <a:lnTo>
                  <a:pt x="0" y="0"/>
                </a:lnTo>
                <a:close/>
              </a:path>
            </a:pathLst>
          </a:custGeom>
          <a:blipFill rotWithShape="0">
            <a:blip r:embed="rId9">
              <a:extLst>
                <a:ext uri="{96DAC541-7B7A-43D3-8B79-37D633B846F1}">
                  <asvg:svgBlip xmlns:asvg="http://schemas.microsoft.com/office/drawing/2016/SVG/main" r:embed="rId10"/>
                </a:ext>
              </a:extLst>
            </a:blip>
            <a:srcRect/>
            <a:stretch/>
          </a:blip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 defTabSz="914400">
              <a:lnSpc>
                <a:spcPct val="100000"/>
              </a:lnSpc>
            </a:pPr>
            <a:endParaRPr b="0" lang="en-GB" sz="1800" spc="-1" strike="noStrike">
              <a:solidFill>
                <a:schemeClr val="dk1"/>
              </a:solidFill>
              <a:latin typeface="Calibri"/>
            </a:endParaRPr>
          </a:p>
        </p:txBody>
      </p:sp>
      <p:sp>
        <p:nvSpPr>
          <p:cNvPr id="83" name="Freeform 10"/>
          <p:cNvSpPr/>
          <p:nvPr/>
        </p:nvSpPr>
        <p:spPr>
          <a:xfrm>
            <a:off x="15468480" y="2933640"/>
            <a:ext cx="1141920" cy="1141920"/>
          </a:xfrm>
          <a:custGeom>
            <a:avLst/>
            <a:gdLst>
              <a:gd name="textAreaLeft" fmla="*/ 0 w 1141920"/>
              <a:gd name="textAreaRight" fmla="*/ 1143000 w 1141920"/>
              <a:gd name="textAreaTop" fmla="*/ 0 h 1141920"/>
              <a:gd name="textAreaBottom" fmla="*/ 1143000 h 1141920"/>
            </a:gdLst>
            <a:ahLst/>
            <a:rect l="textAreaLeft" t="textAreaTop" r="textAreaRight" b="textAreaBottom"/>
            <a:pathLst>
              <a:path w="3891027" h="3891027">
                <a:moveTo>
                  <a:pt x="0" y="0"/>
                </a:moveTo>
                <a:lnTo>
                  <a:pt x="3891027" y="0"/>
                </a:lnTo>
                <a:lnTo>
                  <a:pt x="3891027" y="3891027"/>
                </a:lnTo>
                <a:lnTo>
                  <a:pt x="0" y="3891027"/>
                </a:lnTo>
                <a:lnTo>
                  <a:pt x="0" y="0"/>
                </a:lnTo>
                <a:close/>
              </a:path>
            </a:pathLst>
          </a:custGeom>
          <a:blipFill rotWithShape="0">
            <a:blip r:embed="rId11">
              <a:extLst>
                <a:ext uri="{96DAC541-7B7A-43D3-8B79-37D633B846F1}">
                  <asvg:svgBlip xmlns:asvg="http://schemas.microsoft.com/office/drawing/2016/SVG/main" r:embed="rId12"/>
                </a:ext>
              </a:extLst>
            </a:blip>
            <a:srcRect/>
            <a:stretch/>
          </a:blip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 defTabSz="914400">
              <a:lnSpc>
                <a:spcPct val="100000"/>
              </a:lnSpc>
            </a:pPr>
            <a:endParaRPr b="0" lang="en-GB" sz="1800" spc="-1" strike="noStrike">
              <a:solidFill>
                <a:schemeClr val="dk1"/>
              </a:solidFill>
              <a:latin typeface="Calibri"/>
            </a:endParaRPr>
          </a:p>
        </p:txBody>
      </p:sp>
      <p:sp>
        <p:nvSpPr>
          <p:cNvPr id="84" name="Freeform 10"/>
          <p:cNvSpPr/>
          <p:nvPr/>
        </p:nvSpPr>
        <p:spPr>
          <a:xfrm>
            <a:off x="15468480" y="8039160"/>
            <a:ext cx="1141920" cy="1141920"/>
          </a:xfrm>
          <a:custGeom>
            <a:avLst/>
            <a:gdLst>
              <a:gd name="textAreaLeft" fmla="*/ 0 w 1141920"/>
              <a:gd name="textAreaRight" fmla="*/ 1143000 w 1141920"/>
              <a:gd name="textAreaTop" fmla="*/ 0 h 1141920"/>
              <a:gd name="textAreaBottom" fmla="*/ 1143000 h 1141920"/>
            </a:gdLst>
            <a:ahLst/>
            <a:rect l="textAreaLeft" t="textAreaTop" r="textAreaRight" b="textAreaBottom"/>
            <a:pathLst>
              <a:path w="3891027" h="3891027">
                <a:moveTo>
                  <a:pt x="0" y="0"/>
                </a:moveTo>
                <a:lnTo>
                  <a:pt x="3891027" y="0"/>
                </a:lnTo>
                <a:lnTo>
                  <a:pt x="3891027" y="3891027"/>
                </a:lnTo>
                <a:lnTo>
                  <a:pt x="0" y="3891027"/>
                </a:lnTo>
                <a:lnTo>
                  <a:pt x="0" y="0"/>
                </a:lnTo>
                <a:close/>
              </a:path>
            </a:pathLst>
          </a:custGeom>
          <a:blipFill rotWithShape="0">
            <a:blip r:embed="rId13">
              <a:extLst>
                <a:ext uri="{96DAC541-7B7A-43D3-8B79-37D633B846F1}">
                  <asvg:svgBlip xmlns:asvg="http://schemas.microsoft.com/office/drawing/2016/SVG/main" r:embed="rId14"/>
                </a:ext>
              </a:extLst>
            </a:blip>
            <a:srcRect/>
            <a:stretch/>
          </a:blip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 defTabSz="914400">
              <a:lnSpc>
                <a:spcPct val="100000"/>
              </a:lnSpc>
            </a:pPr>
            <a:endParaRPr b="0" lang="en-GB" sz="1800" spc="-1" strike="noStrike">
              <a:solidFill>
                <a:schemeClr val="dk1"/>
              </a:solidFill>
              <a:latin typeface="Calibri"/>
            </a:endParaRPr>
          </a:p>
        </p:txBody>
      </p:sp>
      <p:sp>
        <p:nvSpPr>
          <p:cNvPr id="85" name="Freeform 10"/>
          <p:cNvSpPr/>
          <p:nvPr/>
        </p:nvSpPr>
        <p:spPr>
          <a:xfrm>
            <a:off x="15468480" y="6362640"/>
            <a:ext cx="1141920" cy="1141920"/>
          </a:xfrm>
          <a:custGeom>
            <a:avLst/>
            <a:gdLst>
              <a:gd name="textAreaLeft" fmla="*/ 0 w 1141920"/>
              <a:gd name="textAreaRight" fmla="*/ 1143000 w 1141920"/>
              <a:gd name="textAreaTop" fmla="*/ 0 h 1141920"/>
              <a:gd name="textAreaBottom" fmla="*/ 1143000 h 1141920"/>
            </a:gdLst>
            <a:ahLst/>
            <a:rect l="textAreaLeft" t="textAreaTop" r="textAreaRight" b="textAreaBottom"/>
            <a:pathLst>
              <a:path w="3891027" h="3891027">
                <a:moveTo>
                  <a:pt x="0" y="0"/>
                </a:moveTo>
                <a:lnTo>
                  <a:pt x="3891027" y="0"/>
                </a:lnTo>
                <a:lnTo>
                  <a:pt x="3891027" y="3891027"/>
                </a:lnTo>
                <a:lnTo>
                  <a:pt x="0" y="3891027"/>
                </a:lnTo>
                <a:lnTo>
                  <a:pt x="0" y="0"/>
                </a:lnTo>
                <a:close/>
              </a:path>
            </a:pathLst>
          </a:custGeom>
          <a:blipFill rotWithShape="0">
            <a:blip r:embed="rId15">
              <a:extLst>
                <a:ext uri="{96DAC541-7B7A-43D3-8B79-37D633B846F1}">
                  <asvg:svgBlip xmlns:asvg="http://schemas.microsoft.com/office/drawing/2016/SVG/main" r:embed="rId16"/>
                </a:ext>
              </a:extLst>
            </a:blip>
            <a:srcRect/>
            <a:stretch/>
          </a:blip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 defTabSz="914400">
              <a:lnSpc>
                <a:spcPct val="100000"/>
              </a:lnSpc>
            </a:pPr>
            <a:endParaRPr b="0" lang="en-GB" sz="1800" spc="-1" strike="noStrike">
              <a:solidFill>
                <a:schemeClr val="dk1"/>
              </a:solidFill>
              <a:latin typeface="Calibri"/>
            </a:endParaRPr>
          </a:p>
        </p:txBody>
      </p:sp>
      <p:grpSp>
        <p:nvGrpSpPr>
          <p:cNvPr id="86" name="Group 55"/>
          <p:cNvGrpSpPr/>
          <p:nvPr/>
        </p:nvGrpSpPr>
        <p:grpSpPr>
          <a:xfrm>
            <a:off x="15316200" y="3238560"/>
            <a:ext cx="1218240" cy="6247440"/>
            <a:chOff x="15316200" y="3238560"/>
            <a:chExt cx="1218240" cy="6247440"/>
          </a:xfrm>
        </p:grpSpPr>
        <p:sp>
          <p:nvSpPr>
            <p:cNvPr id="87" name="Explosion: 8 Points 38"/>
            <p:cNvSpPr/>
            <p:nvPr/>
          </p:nvSpPr>
          <p:spPr>
            <a:xfrm>
              <a:off x="15316200" y="4915080"/>
              <a:ext cx="1218240" cy="1141920"/>
            </a:xfrm>
            <a:prstGeom prst="irregularSeal1">
              <a:avLst/>
            </a:prstGeom>
            <a:solidFill>
              <a:srgbClr val="ffbd00"/>
            </a:solidFill>
            <a:ln>
              <a:solidFill>
                <a:srgbClr val="000000"/>
              </a:solidFill>
              <a:round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  <p:txBody>
            <a:bodyPr lIns="90000" rIns="90000" tIns="45000" bIns="45000" anchor="ctr">
              <a:noAutofit/>
            </a:bodyPr>
            <a:p>
              <a:pPr algn="ctr" defTabSz="914400">
                <a:lnSpc>
                  <a:spcPct val="100000"/>
                </a:lnSpc>
              </a:pPr>
              <a:endParaRPr b="0" lang="en-GB" sz="1800" spc="-1" strike="noStrike">
                <a:solidFill>
                  <a:schemeClr val="lt1"/>
                </a:solidFill>
                <a:latin typeface="Calibri"/>
              </a:endParaRPr>
            </a:p>
          </p:txBody>
        </p:sp>
        <p:sp>
          <p:nvSpPr>
            <p:cNvPr id="88" name="Explosion: 8 Points 40"/>
            <p:cNvSpPr/>
            <p:nvPr/>
          </p:nvSpPr>
          <p:spPr>
            <a:xfrm>
              <a:off x="15316200" y="3238560"/>
              <a:ext cx="1218240" cy="1141920"/>
            </a:xfrm>
            <a:prstGeom prst="irregularSeal1">
              <a:avLst/>
            </a:prstGeom>
            <a:solidFill>
              <a:srgbClr val="ffbd00"/>
            </a:solidFill>
            <a:ln>
              <a:solidFill>
                <a:srgbClr val="000000"/>
              </a:solidFill>
              <a:round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  <p:txBody>
            <a:bodyPr lIns="90000" rIns="90000" tIns="45000" bIns="45000" anchor="ctr">
              <a:noAutofit/>
            </a:bodyPr>
            <a:p>
              <a:pPr algn="ctr" defTabSz="914400">
                <a:lnSpc>
                  <a:spcPct val="100000"/>
                </a:lnSpc>
              </a:pPr>
              <a:endParaRPr b="0" lang="en-GB" sz="1800" spc="-1" strike="noStrike">
                <a:solidFill>
                  <a:schemeClr val="lt1"/>
                </a:solidFill>
                <a:latin typeface="Calibri"/>
              </a:endParaRPr>
            </a:p>
          </p:txBody>
        </p:sp>
        <p:sp>
          <p:nvSpPr>
            <p:cNvPr id="89" name="Explosion: 8 Points 42"/>
            <p:cNvSpPr/>
            <p:nvPr/>
          </p:nvSpPr>
          <p:spPr>
            <a:xfrm>
              <a:off x="15316200" y="8344080"/>
              <a:ext cx="1218240" cy="1141920"/>
            </a:xfrm>
            <a:prstGeom prst="irregularSeal1">
              <a:avLst/>
            </a:prstGeom>
            <a:solidFill>
              <a:srgbClr val="ffbd00"/>
            </a:solidFill>
            <a:ln>
              <a:solidFill>
                <a:srgbClr val="000000"/>
              </a:solidFill>
              <a:round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  <p:txBody>
            <a:bodyPr lIns="90000" rIns="90000" tIns="45000" bIns="45000" anchor="ctr">
              <a:noAutofit/>
            </a:bodyPr>
            <a:p>
              <a:pPr algn="ctr" defTabSz="914400">
                <a:lnSpc>
                  <a:spcPct val="100000"/>
                </a:lnSpc>
              </a:pPr>
              <a:endParaRPr b="0" lang="en-GB" sz="1800" spc="-1" strike="noStrike">
                <a:solidFill>
                  <a:schemeClr val="lt1"/>
                </a:solidFill>
                <a:latin typeface="Calibri"/>
              </a:endParaRPr>
            </a:p>
          </p:txBody>
        </p:sp>
        <p:sp>
          <p:nvSpPr>
            <p:cNvPr id="90" name="Explosion: 8 Points 44"/>
            <p:cNvSpPr/>
            <p:nvPr/>
          </p:nvSpPr>
          <p:spPr>
            <a:xfrm>
              <a:off x="15316200" y="6667560"/>
              <a:ext cx="1218240" cy="1141920"/>
            </a:xfrm>
            <a:prstGeom prst="irregularSeal1">
              <a:avLst/>
            </a:prstGeom>
            <a:solidFill>
              <a:srgbClr val="ffbd00"/>
            </a:solidFill>
            <a:ln>
              <a:solidFill>
                <a:srgbClr val="000000"/>
              </a:solidFill>
              <a:round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  <p:txBody>
            <a:bodyPr lIns="90000" rIns="90000" tIns="45000" bIns="45000" anchor="ctr">
              <a:noAutofit/>
            </a:bodyPr>
            <a:p>
              <a:pPr algn="ctr" defTabSz="914400">
                <a:lnSpc>
                  <a:spcPct val="100000"/>
                </a:lnSpc>
              </a:pPr>
              <a:endParaRPr b="0" lang="en-GB" sz="1800" spc="-1" strike="noStrike">
                <a:solidFill>
                  <a:schemeClr val="lt1"/>
                </a:solidFill>
                <a:latin typeface="Calibri"/>
              </a:endParaRPr>
            </a:p>
          </p:txBody>
        </p:sp>
      </p:grpSp>
      <p:grpSp>
        <p:nvGrpSpPr>
          <p:cNvPr id="91" name="Group 54"/>
          <p:cNvGrpSpPr/>
          <p:nvPr/>
        </p:nvGrpSpPr>
        <p:grpSpPr>
          <a:xfrm>
            <a:off x="14096160" y="3695400"/>
            <a:ext cx="1035360" cy="4877280"/>
            <a:chOff x="14096160" y="3695400"/>
            <a:chExt cx="1035360" cy="4877280"/>
          </a:xfrm>
        </p:grpSpPr>
        <p:sp>
          <p:nvSpPr>
            <p:cNvPr id="92" name="Arrow: Right 46"/>
            <p:cNvSpPr/>
            <p:nvPr/>
          </p:nvSpPr>
          <p:spPr>
            <a:xfrm rot="20311800">
              <a:off x="14271480" y="3810960"/>
              <a:ext cx="761040" cy="684720"/>
            </a:xfrm>
            <a:prstGeom prst="rightArrow">
              <a:avLst>
                <a:gd name="adj1" fmla="val 50000"/>
                <a:gd name="adj2" fmla="val 50000"/>
              </a:avLst>
            </a:prstGeom>
            <a:solidFill>
              <a:srgbClr val="0f1a38"/>
            </a:solidFill>
            <a:ln>
              <a:solidFill>
                <a:srgbClr val="ffffff"/>
              </a:solidFill>
              <a:round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  <p:txBody>
            <a:bodyPr lIns="90000" rIns="90000" tIns="45000" bIns="45000" anchor="ctr">
              <a:noAutofit/>
            </a:bodyPr>
            <a:p>
              <a:pPr algn="ctr" defTabSz="914400">
                <a:lnSpc>
                  <a:spcPct val="100000"/>
                </a:lnSpc>
              </a:pPr>
              <a:endParaRPr b="0" lang="en-GB" sz="1800" spc="-1" strike="noStrike">
                <a:solidFill>
                  <a:schemeClr val="lt1"/>
                </a:solidFill>
                <a:latin typeface="Calibri"/>
              </a:endParaRPr>
            </a:p>
          </p:txBody>
        </p:sp>
        <p:sp>
          <p:nvSpPr>
            <p:cNvPr id="93" name="Arrow: Right 47"/>
            <p:cNvSpPr/>
            <p:nvPr/>
          </p:nvSpPr>
          <p:spPr>
            <a:xfrm flipV="1" rot="1288200">
              <a:off x="14194800" y="7772040"/>
              <a:ext cx="761040" cy="684360"/>
            </a:xfrm>
            <a:prstGeom prst="rightArrow">
              <a:avLst>
                <a:gd name="adj1" fmla="val 50000"/>
                <a:gd name="adj2" fmla="val 50000"/>
              </a:avLst>
            </a:prstGeom>
            <a:solidFill>
              <a:srgbClr val="0f1a38"/>
            </a:solidFill>
            <a:ln>
              <a:solidFill>
                <a:srgbClr val="ffffff"/>
              </a:solidFill>
              <a:round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  <p:txBody>
            <a:bodyPr lIns="90000" rIns="90000" tIns="45000" bIns="45000" anchor="ctr">
              <a:noAutofit/>
            </a:bodyPr>
            <a:p>
              <a:pPr algn="ctr" defTabSz="914400">
                <a:lnSpc>
                  <a:spcPct val="100000"/>
                </a:lnSpc>
              </a:pPr>
              <a:endParaRPr b="0" lang="en-GB" sz="1800" spc="-1" strike="noStrike">
                <a:solidFill>
                  <a:schemeClr val="lt1"/>
                </a:solidFill>
                <a:latin typeface="Calibri"/>
              </a:endParaRPr>
            </a:p>
          </p:txBody>
        </p:sp>
        <p:sp>
          <p:nvSpPr>
            <p:cNvPr id="94" name="Arrow: Right 49"/>
            <p:cNvSpPr/>
            <p:nvPr/>
          </p:nvSpPr>
          <p:spPr>
            <a:xfrm flipV="1">
              <a:off x="14249520" y="6895440"/>
              <a:ext cx="761040" cy="684720"/>
            </a:xfrm>
            <a:prstGeom prst="rightArrow">
              <a:avLst>
                <a:gd name="adj1" fmla="val 50000"/>
                <a:gd name="adj2" fmla="val 50000"/>
              </a:avLst>
            </a:prstGeom>
            <a:solidFill>
              <a:srgbClr val="0f1a38"/>
            </a:solidFill>
            <a:ln>
              <a:solidFill>
                <a:srgbClr val="ffffff"/>
              </a:solidFill>
              <a:round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  <p:txBody>
            <a:bodyPr lIns="90000" rIns="90000" tIns="45000" bIns="45000" anchor="ctr">
              <a:noAutofit/>
            </a:bodyPr>
            <a:p>
              <a:pPr algn="ctr" defTabSz="914400">
                <a:lnSpc>
                  <a:spcPct val="100000"/>
                </a:lnSpc>
              </a:pPr>
              <a:endParaRPr b="0" lang="en-GB" sz="1800" spc="-1" strike="noStrike">
                <a:solidFill>
                  <a:schemeClr val="lt1"/>
                </a:solidFill>
                <a:latin typeface="Calibri"/>
              </a:endParaRPr>
            </a:p>
          </p:txBody>
        </p:sp>
        <p:sp>
          <p:nvSpPr>
            <p:cNvPr id="95" name="Arrow: Right 50"/>
            <p:cNvSpPr/>
            <p:nvPr/>
          </p:nvSpPr>
          <p:spPr>
            <a:xfrm flipV="1">
              <a:off x="14325480" y="4838040"/>
              <a:ext cx="761040" cy="684720"/>
            </a:xfrm>
            <a:prstGeom prst="rightArrow">
              <a:avLst>
                <a:gd name="adj1" fmla="val 50000"/>
                <a:gd name="adj2" fmla="val 50000"/>
              </a:avLst>
            </a:prstGeom>
            <a:solidFill>
              <a:srgbClr val="0f1a38"/>
            </a:solidFill>
            <a:ln>
              <a:solidFill>
                <a:srgbClr val="ffffff"/>
              </a:solidFill>
              <a:round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  <p:txBody>
            <a:bodyPr lIns="90000" rIns="90000" tIns="45000" bIns="45000" anchor="ctr">
              <a:noAutofit/>
            </a:bodyPr>
            <a:p>
              <a:pPr algn="ctr" defTabSz="914400">
                <a:lnSpc>
                  <a:spcPct val="100000"/>
                </a:lnSpc>
              </a:pPr>
              <a:endParaRPr b="0" lang="en-GB" sz="1800" spc="-1" strike="noStrike">
                <a:solidFill>
                  <a:schemeClr val="lt1"/>
                </a:solidFill>
                <a:latin typeface="Calibri"/>
              </a:endParaRPr>
            </a:p>
          </p:txBody>
        </p:sp>
      </p:grpSp>
      <p:grpSp>
        <p:nvGrpSpPr>
          <p:cNvPr id="96" name="Group 52"/>
          <p:cNvGrpSpPr/>
          <p:nvPr/>
        </p:nvGrpSpPr>
        <p:grpSpPr>
          <a:xfrm>
            <a:off x="11734200" y="4990680"/>
            <a:ext cx="959040" cy="1981800"/>
            <a:chOff x="11734200" y="4990680"/>
            <a:chExt cx="959040" cy="1981800"/>
          </a:xfrm>
        </p:grpSpPr>
        <p:sp>
          <p:nvSpPr>
            <p:cNvPr id="97" name="Arrow: Right 45"/>
            <p:cNvSpPr/>
            <p:nvPr/>
          </p:nvSpPr>
          <p:spPr>
            <a:xfrm rot="20311800">
              <a:off x="11833200" y="5106240"/>
              <a:ext cx="761040" cy="684720"/>
            </a:xfrm>
            <a:prstGeom prst="rightArrow">
              <a:avLst>
                <a:gd name="adj1" fmla="val 50000"/>
                <a:gd name="adj2" fmla="val 50000"/>
              </a:avLst>
            </a:prstGeom>
            <a:solidFill>
              <a:srgbClr val="0f1a38"/>
            </a:solidFill>
            <a:ln>
              <a:solidFill>
                <a:srgbClr val="ffffff"/>
              </a:solidFill>
              <a:round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  <p:txBody>
            <a:bodyPr lIns="90000" rIns="90000" tIns="45000" bIns="45000" anchor="ctr">
              <a:noAutofit/>
            </a:bodyPr>
            <a:p>
              <a:pPr algn="ctr" defTabSz="914400">
                <a:lnSpc>
                  <a:spcPct val="100000"/>
                </a:lnSpc>
              </a:pPr>
              <a:endParaRPr b="0" lang="en-GB" sz="1800" spc="-1" strike="noStrike">
                <a:solidFill>
                  <a:schemeClr val="lt1"/>
                </a:solidFill>
                <a:latin typeface="Calibri"/>
              </a:endParaRPr>
            </a:p>
          </p:txBody>
        </p:sp>
        <p:sp>
          <p:nvSpPr>
            <p:cNvPr id="98" name="Arrow: Right 51"/>
            <p:cNvSpPr/>
            <p:nvPr/>
          </p:nvSpPr>
          <p:spPr>
            <a:xfrm flipV="1" rot="1288200">
              <a:off x="11832840" y="6171840"/>
              <a:ext cx="761040" cy="684360"/>
            </a:xfrm>
            <a:prstGeom prst="rightArrow">
              <a:avLst>
                <a:gd name="adj1" fmla="val 50000"/>
                <a:gd name="adj2" fmla="val 50000"/>
              </a:avLst>
            </a:prstGeom>
            <a:solidFill>
              <a:srgbClr val="0f1a38"/>
            </a:solidFill>
            <a:ln>
              <a:solidFill>
                <a:srgbClr val="ffffff"/>
              </a:solidFill>
              <a:round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  <p:txBody>
            <a:bodyPr lIns="90000" rIns="90000" tIns="45000" bIns="45000" anchor="ctr">
              <a:noAutofit/>
            </a:bodyPr>
            <a:p>
              <a:pPr algn="ctr" defTabSz="914400">
                <a:lnSpc>
                  <a:spcPct val="100000"/>
                </a:lnSpc>
              </a:pPr>
              <a:endParaRPr b="0" lang="en-GB" sz="1800" spc="-1" strike="noStrike">
                <a:solidFill>
                  <a:schemeClr val="lt1"/>
                </a:solidFill>
                <a:latin typeface="Calibri"/>
              </a:endParaRPr>
            </a:p>
          </p:txBody>
        </p:sp>
      </p:grpSp>
    </p:spTree>
  </p:cSld>
  <mc:AlternateContent>
    <mc:Choice Requires="p14">
      <p:transition spd="slow" p14:dur="2000"/>
    </mc:Choice>
    <mc:Fallback>
      <p:transition spd="slow"/>
    </mc:Fallback>
  </mc:AlternateContent>
  <p:timing>
    <p:tnLst>
      <p:par>
        <p:cTn id="1" dur="indefinite" restart="never" nodeType="tmRoot">
          <p:childTnLst>
            <p:seq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nodeType="clickEffect" fill="hold" presetClass="entr" presetID="1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7" fill="hold">
                            <p:stCondLst>
                              <p:cond delay="0"/>
                            </p:stCondLst>
                            <p:childTnLst>
                              <p:par>
                                <p:cTn id="8" nodeType="afterEffect" fill="hold" presetClass="entr" presetID="1">
                                  <p:stCondLst>
                                    <p:cond delay="300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0" fill="hold">
                            <p:stCondLst>
                              <p:cond delay="3000"/>
                            </p:stCondLst>
                            <p:childTnLst>
                              <p:par>
                                <p:cTn id="11" nodeType="afterEffect" fill="hold" presetClass="entr" presetID="1">
                                  <p:stCondLst>
                                    <p:cond delay="300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3" fill="hold">
                            <p:stCondLst>
                              <p:cond delay="6000"/>
                            </p:stCondLst>
                            <p:childTnLst>
                              <p:par>
                                <p:cTn id="14" nodeType="afterEffect" fill="hold" presetClass="entr" presetID="1">
                                  <p:stCondLst>
                                    <p:cond delay="300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6" fill="hold">
                            <p:stCondLst>
                              <p:cond delay="9000"/>
                            </p:stCondLst>
                            <p:childTnLst>
                              <p:par>
                                <p:cTn id="17" nodeType="afterEffect" fill="hold" presetClass="entr" presetID="1">
                                  <p:stCondLst>
                                    <p:cond delay="300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9" fill="hold">
                            <p:stCondLst>
                              <p:cond delay="12000"/>
                            </p:stCondLst>
                            <p:childTnLst>
                              <p:par>
                                <p:cTn id="20" nodeType="afterEffect" fill="hold" presetClass="entr" presetID="1">
                                  <p:stCondLst>
                                    <p:cond delay="300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0f1a3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9" name="TextBox 6"/>
          <p:cNvSpPr/>
          <p:nvPr/>
        </p:nvSpPr>
        <p:spPr>
          <a:xfrm>
            <a:off x="887040" y="731520"/>
            <a:ext cx="14286600" cy="1371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914400">
              <a:lnSpc>
                <a:spcPts val="10800"/>
              </a:lnSpc>
            </a:pPr>
            <a:r>
              <a:rPr b="1" lang="en-US" sz="9000" spc="-1" strike="noStrike">
                <a:solidFill>
                  <a:srgbClr val="ffffff"/>
                </a:solidFill>
                <a:latin typeface="Century Gothic Paneuropean Heavy"/>
                <a:ea typeface="Century Gothic Paneuropean Heavy"/>
              </a:rPr>
              <a:t>Satellite </a:t>
            </a:r>
            <a:r>
              <a:rPr b="1" lang="en-US" sz="9000" spc="-1" strike="noStrike">
                <a:solidFill>
                  <a:srgbClr val="ffbd00"/>
                </a:solidFill>
                <a:latin typeface="Century Gothic Paneuropean Heavy"/>
                <a:ea typeface="Century Gothic Paneuropean Heavy"/>
              </a:rPr>
              <a:t>Launch Trends</a:t>
            </a:r>
            <a:endParaRPr b="0" lang="en-US" sz="9000" spc="-1" strike="noStrike">
              <a:solidFill>
                <a:srgbClr val="ffffff"/>
              </a:solidFill>
              <a:latin typeface="Arial"/>
            </a:endParaRPr>
          </a:p>
        </p:txBody>
      </p:sp>
      <p:pic>
        <p:nvPicPr>
          <p:cNvPr id="100" name="" descr=""/>
          <p:cNvPicPr/>
          <p:nvPr/>
        </p:nvPicPr>
        <p:blipFill>
          <a:blip r:embed="rId1"/>
          <a:stretch/>
        </p:blipFill>
        <p:spPr>
          <a:xfrm>
            <a:off x="1265760" y="2057400"/>
            <a:ext cx="15650280" cy="7772040"/>
          </a:xfrm>
          <a:prstGeom prst="rect">
            <a:avLst/>
          </a:prstGeom>
          <a:ln w="0">
            <a:noFill/>
          </a:ln>
        </p:spPr>
      </p:pic>
      <p:sp>
        <p:nvSpPr>
          <p:cNvPr id="101" name="TextBox 5"/>
          <p:cNvSpPr/>
          <p:nvPr/>
        </p:nvSpPr>
        <p:spPr>
          <a:xfrm>
            <a:off x="9944280" y="2514600"/>
            <a:ext cx="5828760" cy="487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914400">
              <a:lnSpc>
                <a:spcPts val="3841"/>
              </a:lnSpc>
              <a:spcBef>
                <a:spcPts val="1191"/>
              </a:spcBef>
              <a:spcAft>
                <a:spcPts val="992"/>
              </a:spcAft>
              <a:tabLst>
                <a:tab algn="l" pos="0"/>
              </a:tabLst>
            </a:pPr>
            <a:r>
              <a:rPr b="1" lang="en-US" sz="3200" spc="-1" strike="noStrike">
                <a:solidFill>
                  <a:srgbClr val="9ad3f3"/>
                </a:solidFill>
                <a:latin typeface="Open Sauce Semi-Bold"/>
                <a:ea typeface="Open Sauce Semi-Bold"/>
              </a:rPr>
              <a:t>Cumulative In-Orbit Objects</a:t>
            </a:r>
            <a:endParaRPr b="0" lang="en-US" sz="3200" spc="-1" strike="noStrike">
              <a:solidFill>
                <a:srgbClr val="ffffff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0f1a3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2" name="" descr=""/>
          <p:cNvPicPr/>
          <p:nvPr/>
        </p:nvPicPr>
        <p:blipFill>
          <a:blip r:embed="rId1"/>
          <a:stretch/>
        </p:blipFill>
        <p:spPr>
          <a:xfrm>
            <a:off x="432000" y="2300400"/>
            <a:ext cx="17159760" cy="7541280"/>
          </a:xfrm>
          <a:prstGeom prst="rect">
            <a:avLst/>
          </a:prstGeom>
          <a:ln w="0">
            <a:noFill/>
          </a:ln>
        </p:spPr>
      </p:pic>
      <p:sp>
        <p:nvSpPr>
          <p:cNvPr id="103" name="TextBox 22"/>
          <p:cNvSpPr/>
          <p:nvPr/>
        </p:nvSpPr>
        <p:spPr>
          <a:xfrm>
            <a:off x="887040" y="731520"/>
            <a:ext cx="14286600" cy="1371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914400">
              <a:lnSpc>
                <a:spcPts val="10800"/>
              </a:lnSpc>
            </a:pPr>
            <a:r>
              <a:rPr b="1" lang="en-US" sz="9000" spc="-1" strike="noStrike">
                <a:solidFill>
                  <a:srgbClr val="ffffff"/>
                </a:solidFill>
                <a:latin typeface="Century Gothic Paneuropean Heavy"/>
                <a:ea typeface="Century Gothic Paneuropean Heavy"/>
              </a:rPr>
              <a:t>What’s up </a:t>
            </a:r>
            <a:r>
              <a:rPr b="1" lang="en-US" sz="9000" spc="-1" strike="noStrike">
                <a:solidFill>
                  <a:srgbClr val="ffbd00"/>
                </a:solidFill>
                <a:latin typeface="Century Gothic Paneuropean Heavy"/>
                <a:ea typeface="Century Gothic Paneuropean Heavy"/>
              </a:rPr>
              <a:t>in Orbit?</a:t>
            </a:r>
            <a:endParaRPr b="0" lang="en-US" sz="90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04" name="TextBox 25"/>
          <p:cNvSpPr/>
          <p:nvPr/>
        </p:nvSpPr>
        <p:spPr>
          <a:xfrm>
            <a:off x="13471920" y="1051560"/>
            <a:ext cx="4332960" cy="975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algn="r" defTabSz="914400">
              <a:lnSpc>
                <a:spcPts val="3841"/>
              </a:lnSpc>
              <a:tabLst>
                <a:tab algn="l" pos="0"/>
              </a:tabLst>
            </a:pPr>
            <a:r>
              <a:rPr b="1" lang="en-US" sz="3200" spc="-1" strike="noStrike">
                <a:solidFill>
                  <a:srgbClr val="9ad3f3"/>
                </a:solidFill>
                <a:latin typeface="Open Sauce Semi-Bold"/>
                <a:ea typeface="Open Sauce Semi-Bold"/>
              </a:rPr>
              <a:t>Count of Objects In Low Earth Orbit</a:t>
            </a:r>
            <a:endParaRPr b="0" lang="en-US" sz="3200" spc="-1" strike="noStrike">
              <a:solidFill>
                <a:srgbClr val="ffffff"/>
              </a:solidFill>
              <a:latin typeface="Arial"/>
            </a:endParaRPr>
          </a:p>
        </p:txBody>
      </p:sp>
      <p:pic>
        <p:nvPicPr>
          <p:cNvPr id="105" name="" descr=""/>
          <p:cNvPicPr/>
          <p:nvPr/>
        </p:nvPicPr>
        <p:blipFill>
          <a:blip r:embed="rId2"/>
          <a:stretch/>
        </p:blipFill>
        <p:spPr>
          <a:xfrm>
            <a:off x="12032640" y="3332520"/>
            <a:ext cx="6026040" cy="4667760"/>
          </a:xfrm>
          <a:prstGeom prst="rect">
            <a:avLst/>
          </a:prstGeom>
          <a:ln w="0">
            <a:noFill/>
          </a:ln>
        </p:spPr>
      </p:pic>
      <p:pic>
        <p:nvPicPr>
          <p:cNvPr id="106" name="" descr=""/>
          <p:cNvPicPr/>
          <p:nvPr/>
        </p:nvPicPr>
        <p:blipFill>
          <a:blip r:embed="rId3"/>
          <a:stretch/>
        </p:blipFill>
        <p:spPr>
          <a:xfrm>
            <a:off x="7086600" y="3441600"/>
            <a:ext cx="4794120" cy="4571280"/>
          </a:xfrm>
          <a:prstGeom prst="rect">
            <a:avLst/>
          </a:prstGeom>
          <a:ln w="0">
            <a:noFill/>
          </a:ln>
        </p:spPr>
      </p:pic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0f1a3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7" name="" descr=""/>
          <p:cNvPicPr/>
          <p:nvPr/>
        </p:nvPicPr>
        <p:blipFill>
          <a:blip r:embed="rId1"/>
          <a:stretch/>
        </p:blipFill>
        <p:spPr>
          <a:xfrm>
            <a:off x="349200" y="2570400"/>
            <a:ext cx="10843560" cy="7222680"/>
          </a:xfrm>
          <a:prstGeom prst="rect">
            <a:avLst/>
          </a:prstGeom>
          <a:ln w="0">
            <a:noFill/>
          </a:ln>
        </p:spPr>
      </p:pic>
      <p:sp>
        <p:nvSpPr>
          <p:cNvPr id="108" name="TextBox 32"/>
          <p:cNvSpPr/>
          <p:nvPr/>
        </p:nvSpPr>
        <p:spPr>
          <a:xfrm>
            <a:off x="13269240" y="1058400"/>
            <a:ext cx="4332960" cy="975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algn="r" defTabSz="914400">
              <a:lnSpc>
                <a:spcPts val="3841"/>
              </a:lnSpc>
              <a:tabLst>
                <a:tab algn="l" pos="0"/>
              </a:tabLst>
            </a:pPr>
            <a:r>
              <a:rPr b="1" lang="en-US" sz="3200" spc="-1" strike="noStrike">
                <a:solidFill>
                  <a:srgbClr val="9ad3f3"/>
                </a:solidFill>
                <a:latin typeface="Open Sauce Semi-Bold"/>
                <a:ea typeface="Open Sauce Semi-Bold"/>
              </a:rPr>
              <a:t>Mass of Payloads</a:t>
            </a:r>
            <a:endParaRPr b="0" lang="en-US" sz="3200" spc="-1" strike="noStrike">
              <a:solidFill>
                <a:srgbClr val="ffffff"/>
              </a:solidFill>
              <a:latin typeface="Arial"/>
            </a:endParaRPr>
          </a:p>
          <a:p>
            <a:pPr algn="r" defTabSz="914400">
              <a:lnSpc>
                <a:spcPts val="3841"/>
              </a:lnSpc>
              <a:tabLst>
                <a:tab algn="l" pos="0"/>
              </a:tabLst>
            </a:pPr>
            <a:r>
              <a:rPr b="1" lang="en-US" sz="3200" spc="-1" strike="noStrike">
                <a:solidFill>
                  <a:srgbClr val="9ad3f3"/>
                </a:solidFill>
                <a:latin typeface="Open Sauce Semi-Bold"/>
                <a:ea typeface="Open Sauce Semi-Bold"/>
              </a:rPr>
              <a:t>in Low Earth Orbit </a:t>
            </a:r>
            <a:endParaRPr b="0" lang="en-US" sz="32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09" name="TextBox 21"/>
          <p:cNvSpPr/>
          <p:nvPr/>
        </p:nvSpPr>
        <p:spPr>
          <a:xfrm>
            <a:off x="887040" y="754560"/>
            <a:ext cx="14286600" cy="1371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914400">
              <a:lnSpc>
                <a:spcPts val="10800"/>
              </a:lnSpc>
            </a:pPr>
            <a:r>
              <a:rPr b="1" lang="en-US" sz="9000" spc="-1" strike="noStrike">
                <a:solidFill>
                  <a:srgbClr val="ffffff"/>
                </a:solidFill>
                <a:latin typeface="Century Gothic Paneuropean Heavy"/>
                <a:ea typeface="Century Gothic Paneuropean Heavy"/>
              </a:rPr>
              <a:t>Heavy </a:t>
            </a:r>
            <a:r>
              <a:rPr b="1" lang="en-US" sz="9000" spc="-1" strike="noStrike">
                <a:solidFill>
                  <a:srgbClr val="ffbd00"/>
                </a:solidFill>
                <a:latin typeface="Century Gothic Paneuropean Heavy"/>
                <a:ea typeface="Century Gothic Paneuropean Heavy"/>
              </a:rPr>
              <a:t>Metal</a:t>
            </a:r>
            <a:endParaRPr b="0" lang="en-US" sz="9000" spc="-1" strike="noStrike">
              <a:solidFill>
                <a:srgbClr val="ffffff"/>
              </a:solidFill>
              <a:latin typeface="Arial"/>
            </a:endParaRPr>
          </a:p>
        </p:txBody>
      </p:sp>
      <p:pic>
        <p:nvPicPr>
          <p:cNvPr id="110" name="" descr=""/>
          <p:cNvPicPr/>
          <p:nvPr/>
        </p:nvPicPr>
        <p:blipFill>
          <a:blip r:embed="rId2"/>
          <a:stretch/>
        </p:blipFill>
        <p:spPr>
          <a:xfrm>
            <a:off x="11658600" y="2435400"/>
            <a:ext cx="5943600" cy="7394400"/>
          </a:xfrm>
          <a:prstGeom prst="rect">
            <a:avLst/>
          </a:prstGeom>
          <a:ln w="0">
            <a:noFill/>
          </a:ln>
        </p:spPr>
      </p:pic>
      <p:pic>
        <p:nvPicPr>
          <p:cNvPr id="111" name="" descr=""/>
          <p:cNvPicPr/>
          <p:nvPr/>
        </p:nvPicPr>
        <p:blipFill>
          <a:blip r:embed="rId3"/>
          <a:stretch/>
        </p:blipFill>
        <p:spPr>
          <a:xfrm>
            <a:off x="4114800" y="3797640"/>
            <a:ext cx="6629400" cy="4948920"/>
          </a:xfrm>
          <a:prstGeom prst="rect">
            <a:avLst/>
          </a:prstGeom>
          <a:ln w="0">
            <a:noFill/>
          </a:ln>
        </p:spPr>
      </p:pic>
      <p:pic>
        <p:nvPicPr>
          <p:cNvPr id="112" name="" descr=""/>
          <p:cNvPicPr/>
          <p:nvPr/>
        </p:nvPicPr>
        <p:blipFill>
          <a:blip r:embed="rId4"/>
          <a:stretch/>
        </p:blipFill>
        <p:spPr>
          <a:xfrm>
            <a:off x="13944600" y="4283640"/>
            <a:ext cx="3886200" cy="3886200"/>
          </a:xfrm>
          <a:prstGeom prst="rect">
            <a:avLst/>
          </a:prstGeom>
          <a:ln w="0">
            <a:noFill/>
          </a:ln>
        </p:spPr>
      </p:pic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0f1a3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TextBox 31"/>
          <p:cNvSpPr/>
          <p:nvPr/>
        </p:nvSpPr>
        <p:spPr>
          <a:xfrm>
            <a:off x="887040" y="731520"/>
            <a:ext cx="14286600" cy="1371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914400">
              <a:lnSpc>
                <a:spcPts val="10800"/>
              </a:lnSpc>
            </a:pPr>
            <a:r>
              <a:rPr b="1" lang="en-US" sz="9000" spc="-1" strike="noStrike">
                <a:solidFill>
                  <a:srgbClr val="ffffff"/>
                </a:solidFill>
                <a:latin typeface="Century Gothic Paneuropean Heavy"/>
                <a:ea typeface="Century Gothic Paneuropean Heavy"/>
              </a:rPr>
              <a:t>Operators and </a:t>
            </a:r>
            <a:r>
              <a:rPr b="1" lang="en-US" sz="9000" spc="-1" strike="noStrike">
                <a:solidFill>
                  <a:srgbClr val="ffbd00"/>
                </a:solidFill>
                <a:latin typeface="Century Gothic Paneuropean Heavy"/>
                <a:ea typeface="Century Gothic Paneuropean Heavy"/>
              </a:rPr>
              <a:t>Origins</a:t>
            </a:r>
            <a:endParaRPr b="0" lang="en-US" sz="9000" spc="-1" strike="noStrike">
              <a:solidFill>
                <a:srgbClr val="ffffff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0f1a3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TextBox 6"/>
          <p:cNvSpPr/>
          <p:nvPr/>
        </p:nvSpPr>
        <p:spPr>
          <a:xfrm>
            <a:off x="1028880" y="1019160"/>
            <a:ext cx="14286600" cy="1371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914400">
              <a:lnSpc>
                <a:spcPts val="10800"/>
              </a:lnSpc>
            </a:pPr>
            <a:r>
              <a:rPr b="1" lang="en-US" sz="9000" spc="-1" strike="noStrike">
                <a:solidFill>
                  <a:srgbClr val="ffffff"/>
                </a:solidFill>
                <a:latin typeface="Century Gothic Paneuropean Heavy"/>
                <a:ea typeface="Century Gothic Paneuropean Heavy"/>
              </a:rPr>
              <a:t>Lifespan and </a:t>
            </a:r>
            <a:r>
              <a:rPr b="1" lang="en-US" sz="9000" spc="-1" strike="noStrike">
                <a:solidFill>
                  <a:srgbClr val="ffbd00"/>
                </a:solidFill>
                <a:latin typeface="Century Gothic Paneuropean Heavy"/>
                <a:ea typeface="Century Gothic Paneuropean Heavy"/>
              </a:rPr>
              <a:t>Litter</a:t>
            </a:r>
            <a:endParaRPr b="0" lang="en-US" sz="90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15" name="TextBox 8"/>
          <p:cNvSpPr/>
          <p:nvPr/>
        </p:nvSpPr>
        <p:spPr>
          <a:xfrm>
            <a:off x="5283720" y="4005360"/>
            <a:ext cx="4031640" cy="487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914400">
              <a:lnSpc>
                <a:spcPts val="3841"/>
              </a:lnSpc>
              <a:tabLst>
                <a:tab algn="l" pos="0"/>
              </a:tabLst>
            </a:pPr>
            <a:r>
              <a:rPr b="1" lang="en-US" sz="3200" spc="-1" strike="noStrike">
                <a:solidFill>
                  <a:srgbClr val="9ad3f3"/>
                </a:solidFill>
                <a:latin typeface="Open Sauce Semi-Bold"/>
                <a:ea typeface="Open Sauce Semi-Bold"/>
              </a:rPr>
              <a:t>Service Two</a:t>
            </a:r>
            <a:endParaRPr b="0" lang="en-US" sz="32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16" name="TextBox 9"/>
          <p:cNvSpPr/>
          <p:nvPr/>
        </p:nvSpPr>
        <p:spPr>
          <a:xfrm>
            <a:off x="1028880" y="6998400"/>
            <a:ext cx="3869640" cy="487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914400">
              <a:lnSpc>
                <a:spcPts val="3841"/>
              </a:lnSpc>
              <a:tabLst>
                <a:tab algn="l" pos="0"/>
              </a:tabLst>
            </a:pPr>
            <a:r>
              <a:rPr b="1" lang="en-US" sz="3200" spc="-1" strike="noStrike">
                <a:solidFill>
                  <a:srgbClr val="9ad3f3"/>
                </a:solidFill>
                <a:latin typeface="Open Sauce Semi-Bold"/>
                <a:ea typeface="Open Sauce Semi-Bold"/>
              </a:rPr>
              <a:t>Service Three</a:t>
            </a:r>
            <a:endParaRPr b="0" lang="en-US" sz="32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17" name="TextBox 10"/>
          <p:cNvSpPr/>
          <p:nvPr/>
        </p:nvSpPr>
        <p:spPr>
          <a:xfrm>
            <a:off x="5283720" y="6998400"/>
            <a:ext cx="4031640" cy="487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914400">
              <a:lnSpc>
                <a:spcPts val="3841"/>
              </a:lnSpc>
              <a:tabLst>
                <a:tab algn="l" pos="0"/>
              </a:tabLst>
            </a:pPr>
            <a:r>
              <a:rPr b="1" lang="en-US" sz="3200" spc="-1" strike="noStrike">
                <a:solidFill>
                  <a:srgbClr val="9ad3f3"/>
                </a:solidFill>
                <a:latin typeface="Open Sauce Semi-Bold"/>
                <a:ea typeface="Open Sauce Semi-Bold"/>
              </a:rPr>
              <a:t>Service Four</a:t>
            </a:r>
            <a:endParaRPr b="0" lang="en-US" sz="32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18" name="TextBox 11"/>
          <p:cNvSpPr/>
          <p:nvPr/>
        </p:nvSpPr>
        <p:spPr>
          <a:xfrm>
            <a:off x="1028880" y="4686840"/>
            <a:ext cx="3869640" cy="852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914400">
              <a:lnSpc>
                <a:spcPts val="3359"/>
              </a:lnSpc>
              <a:tabLst>
                <a:tab algn="l" pos="0"/>
              </a:tabLst>
            </a:pPr>
            <a:r>
              <a:rPr b="0" lang="en-US" sz="2400" spc="-1" strike="noStrike">
                <a:solidFill>
                  <a:srgbClr val="ffffff"/>
                </a:solidFill>
                <a:latin typeface="Open Sauce"/>
                <a:ea typeface="Open Sauce"/>
              </a:rPr>
              <a:t>Elaborate on what you want to discuss. </a:t>
            </a:r>
            <a:endParaRPr b="0" lang="en-US" sz="24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19" name="TextBox 12"/>
          <p:cNvSpPr/>
          <p:nvPr/>
        </p:nvSpPr>
        <p:spPr>
          <a:xfrm>
            <a:off x="5283720" y="4686840"/>
            <a:ext cx="3869640" cy="852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914400">
              <a:lnSpc>
                <a:spcPts val="3359"/>
              </a:lnSpc>
              <a:tabLst>
                <a:tab algn="l" pos="0"/>
              </a:tabLst>
            </a:pPr>
            <a:r>
              <a:rPr b="0" lang="en-US" sz="2400" spc="-1" strike="noStrike">
                <a:solidFill>
                  <a:srgbClr val="ffffff"/>
                </a:solidFill>
                <a:latin typeface="Open Sauce"/>
                <a:ea typeface="Open Sauce"/>
              </a:rPr>
              <a:t>Elaborate on what you want to discuss. </a:t>
            </a:r>
            <a:endParaRPr b="0" lang="en-US" sz="24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20" name="TextBox 13"/>
          <p:cNvSpPr/>
          <p:nvPr/>
        </p:nvSpPr>
        <p:spPr>
          <a:xfrm>
            <a:off x="1028880" y="7679880"/>
            <a:ext cx="3979080" cy="852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914400">
              <a:lnSpc>
                <a:spcPts val="3359"/>
              </a:lnSpc>
              <a:tabLst>
                <a:tab algn="l" pos="0"/>
              </a:tabLst>
            </a:pPr>
            <a:r>
              <a:rPr b="0" lang="en-US" sz="2400" spc="-1" strike="noStrike">
                <a:solidFill>
                  <a:srgbClr val="ffffff"/>
                </a:solidFill>
                <a:latin typeface="Open Sauce"/>
                <a:ea typeface="Open Sauce"/>
              </a:rPr>
              <a:t>Elaborate on what you want to discuss. </a:t>
            </a:r>
            <a:endParaRPr b="0" lang="en-US" sz="24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21" name="TextBox 14"/>
          <p:cNvSpPr/>
          <p:nvPr/>
        </p:nvSpPr>
        <p:spPr>
          <a:xfrm>
            <a:off x="5283720" y="7679880"/>
            <a:ext cx="3979080" cy="852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914400">
              <a:lnSpc>
                <a:spcPts val="3359"/>
              </a:lnSpc>
              <a:tabLst>
                <a:tab algn="l" pos="0"/>
              </a:tabLst>
            </a:pPr>
            <a:r>
              <a:rPr b="0" lang="en-US" sz="2400" spc="-1" strike="noStrike">
                <a:solidFill>
                  <a:srgbClr val="ffffff"/>
                </a:solidFill>
                <a:latin typeface="Open Sauce"/>
                <a:ea typeface="Open Sauce"/>
              </a:rPr>
              <a:t>Elaborate on what you want to discuss. </a:t>
            </a:r>
            <a:endParaRPr b="0" lang="en-US" sz="2400" spc="-1" strike="noStrike">
              <a:solidFill>
                <a:srgbClr val="ffffff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0f1a3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2" name="TextBox 6"/>
          <p:cNvSpPr/>
          <p:nvPr/>
        </p:nvSpPr>
        <p:spPr>
          <a:xfrm>
            <a:off x="1028880" y="1019160"/>
            <a:ext cx="14286600" cy="1371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914400">
              <a:lnSpc>
                <a:spcPts val="10800"/>
              </a:lnSpc>
            </a:pPr>
            <a:r>
              <a:rPr b="1" lang="en-US" sz="9000" spc="-1" strike="noStrike">
                <a:solidFill>
                  <a:srgbClr val="ffffff"/>
                </a:solidFill>
                <a:latin typeface="Century Gothic Paneuropean Heavy"/>
                <a:ea typeface="Century Gothic Paneuropean Heavy"/>
              </a:rPr>
              <a:t>Collision </a:t>
            </a:r>
            <a:r>
              <a:rPr b="1" lang="en-US" sz="9000" spc="-1" strike="noStrike">
                <a:solidFill>
                  <a:srgbClr val="ffbd00"/>
                </a:solidFill>
                <a:latin typeface="Century Gothic Paneuropean Heavy"/>
                <a:ea typeface="Century Gothic Paneuropean Heavy"/>
              </a:rPr>
              <a:t>Risk</a:t>
            </a:r>
            <a:endParaRPr b="0" lang="en-US" sz="90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23" name="TextBox 7"/>
          <p:cNvSpPr/>
          <p:nvPr/>
        </p:nvSpPr>
        <p:spPr>
          <a:xfrm>
            <a:off x="1028880" y="4005360"/>
            <a:ext cx="3869640" cy="487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914400">
              <a:lnSpc>
                <a:spcPts val="3841"/>
              </a:lnSpc>
              <a:tabLst>
                <a:tab algn="l" pos="0"/>
              </a:tabLst>
            </a:pPr>
            <a:r>
              <a:rPr b="1" lang="en-US" sz="3200" spc="-1" strike="noStrike">
                <a:solidFill>
                  <a:srgbClr val="9ad3f3"/>
                </a:solidFill>
                <a:latin typeface="Open Sauce Semi-Bold"/>
                <a:ea typeface="Open Sauce Semi-Bold"/>
              </a:rPr>
              <a:t>Service One</a:t>
            </a:r>
            <a:endParaRPr b="0" lang="en-US" sz="32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24" name="TextBox 8"/>
          <p:cNvSpPr/>
          <p:nvPr/>
        </p:nvSpPr>
        <p:spPr>
          <a:xfrm>
            <a:off x="5283720" y="4005360"/>
            <a:ext cx="4031640" cy="487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914400">
              <a:lnSpc>
                <a:spcPts val="3841"/>
              </a:lnSpc>
              <a:tabLst>
                <a:tab algn="l" pos="0"/>
              </a:tabLst>
            </a:pPr>
            <a:r>
              <a:rPr b="1" lang="en-US" sz="3200" spc="-1" strike="noStrike">
                <a:solidFill>
                  <a:srgbClr val="9ad3f3"/>
                </a:solidFill>
                <a:latin typeface="Open Sauce Semi-Bold"/>
                <a:ea typeface="Open Sauce Semi-Bold"/>
              </a:rPr>
              <a:t>Service Two</a:t>
            </a:r>
            <a:endParaRPr b="0" lang="en-US" sz="32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25" name="TextBox 9"/>
          <p:cNvSpPr/>
          <p:nvPr/>
        </p:nvSpPr>
        <p:spPr>
          <a:xfrm>
            <a:off x="1028880" y="6998400"/>
            <a:ext cx="3869640" cy="487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914400">
              <a:lnSpc>
                <a:spcPts val="3841"/>
              </a:lnSpc>
              <a:tabLst>
                <a:tab algn="l" pos="0"/>
              </a:tabLst>
            </a:pPr>
            <a:r>
              <a:rPr b="1" lang="en-US" sz="3200" spc="-1" strike="noStrike">
                <a:solidFill>
                  <a:srgbClr val="9ad3f3"/>
                </a:solidFill>
                <a:latin typeface="Open Sauce Semi-Bold"/>
                <a:ea typeface="Open Sauce Semi-Bold"/>
              </a:rPr>
              <a:t>Service Three</a:t>
            </a:r>
            <a:endParaRPr b="0" lang="en-US" sz="32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26" name="TextBox 10"/>
          <p:cNvSpPr/>
          <p:nvPr/>
        </p:nvSpPr>
        <p:spPr>
          <a:xfrm>
            <a:off x="5283720" y="6998400"/>
            <a:ext cx="4031640" cy="487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914400">
              <a:lnSpc>
                <a:spcPts val="3841"/>
              </a:lnSpc>
              <a:tabLst>
                <a:tab algn="l" pos="0"/>
              </a:tabLst>
            </a:pPr>
            <a:r>
              <a:rPr b="1" lang="en-US" sz="3200" spc="-1" strike="noStrike">
                <a:solidFill>
                  <a:srgbClr val="9ad3f3"/>
                </a:solidFill>
                <a:latin typeface="Open Sauce Semi-Bold"/>
                <a:ea typeface="Open Sauce Semi-Bold"/>
              </a:rPr>
              <a:t>Service Four</a:t>
            </a:r>
            <a:endParaRPr b="0" lang="en-US" sz="32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27" name="TextBox 11"/>
          <p:cNvSpPr/>
          <p:nvPr/>
        </p:nvSpPr>
        <p:spPr>
          <a:xfrm>
            <a:off x="1028880" y="4686840"/>
            <a:ext cx="3869640" cy="3412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914400">
              <a:lnSpc>
                <a:spcPts val="3359"/>
              </a:lnSpc>
              <a:spcBef>
                <a:spcPts val="1191"/>
              </a:spcBef>
              <a:spcAft>
                <a:spcPts val="992"/>
              </a:spcAft>
              <a:tabLst>
                <a:tab algn="l" pos="0"/>
              </a:tabLst>
            </a:pPr>
            <a:r>
              <a:rPr b="0" lang="en-US" sz="2400" spc="-1" strike="noStrike">
                <a:solidFill>
                  <a:srgbClr val="ffffff"/>
                </a:solidFill>
                <a:latin typeface="Open Sauce"/>
                <a:ea typeface="Open Sauce"/>
              </a:rPr>
              <a:t>During the first four years after the first Starlink launch, the number of evasive maneuvers kept doubling every six months, reaching 25,299 in the half-year leading up to May 31, 2023</a:t>
            </a:r>
            <a:endParaRPr b="0" lang="en-US" sz="24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28" name="TextBox 12"/>
          <p:cNvSpPr/>
          <p:nvPr/>
        </p:nvSpPr>
        <p:spPr>
          <a:xfrm>
            <a:off x="5283720" y="4686840"/>
            <a:ext cx="3869640" cy="852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914400">
              <a:lnSpc>
                <a:spcPts val="3359"/>
              </a:lnSpc>
              <a:tabLst>
                <a:tab algn="l" pos="0"/>
              </a:tabLst>
            </a:pPr>
            <a:r>
              <a:rPr b="0" lang="en-US" sz="2400" spc="-1" strike="noStrike">
                <a:solidFill>
                  <a:srgbClr val="ffffff"/>
                </a:solidFill>
                <a:latin typeface="Open Sauce"/>
                <a:ea typeface="Open Sauce"/>
              </a:rPr>
              <a:t>Elaborate on what you want to discuss. </a:t>
            </a:r>
            <a:endParaRPr b="0" lang="en-US" sz="24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29" name="TextBox 13"/>
          <p:cNvSpPr/>
          <p:nvPr/>
        </p:nvSpPr>
        <p:spPr>
          <a:xfrm>
            <a:off x="1028880" y="7679880"/>
            <a:ext cx="3979080" cy="852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914400">
              <a:lnSpc>
                <a:spcPts val="3359"/>
              </a:lnSpc>
              <a:tabLst>
                <a:tab algn="l" pos="0"/>
              </a:tabLst>
            </a:pPr>
            <a:r>
              <a:rPr b="0" lang="en-US" sz="2400" spc="-1" strike="noStrike">
                <a:solidFill>
                  <a:srgbClr val="ffffff"/>
                </a:solidFill>
                <a:latin typeface="Open Sauce"/>
                <a:ea typeface="Open Sauce"/>
              </a:rPr>
              <a:t>Elaborate on what you want to discuss. </a:t>
            </a:r>
            <a:endParaRPr b="0" lang="en-US" sz="24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30" name="TextBox 14"/>
          <p:cNvSpPr/>
          <p:nvPr/>
        </p:nvSpPr>
        <p:spPr>
          <a:xfrm>
            <a:off x="5283720" y="7679880"/>
            <a:ext cx="3979080" cy="852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914400">
              <a:lnSpc>
                <a:spcPts val="3359"/>
              </a:lnSpc>
              <a:tabLst>
                <a:tab algn="l" pos="0"/>
              </a:tabLst>
            </a:pPr>
            <a:r>
              <a:rPr b="0" lang="en-US" sz="2400" spc="-1" strike="noStrike">
                <a:solidFill>
                  <a:srgbClr val="ffffff"/>
                </a:solidFill>
                <a:latin typeface="Open Sauce"/>
                <a:ea typeface="Open Sauce"/>
              </a:rPr>
              <a:t>Elaborate on what you want to discuss. </a:t>
            </a:r>
            <a:endParaRPr b="0" lang="en-US" sz="2400" spc="-1" strike="noStrike">
              <a:solidFill>
                <a:srgbClr val="ffffff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0f1a3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TextBox 6"/>
          <p:cNvSpPr/>
          <p:nvPr/>
        </p:nvSpPr>
        <p:spPr>
          <a:xfrm>
            <a:off x="1028880" y="1019160"/>
            <a:ext cx="14286600" cy="1371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914400">
              <a:lnSpc>
                <a:spcPts val="10800"/>
              </a:lnSpc>
            </a:pPr>
            <a:r>
              <a:rPr b="1" lang="en-US" sz="9000" spc="-1" strike="noStrike">
                <a:solidFill>
                  <a:srgbClr val="ffffff"/>
                </a:solidFill>
                <a:latin typeface="Century Gothic Paneuropean Heavy"/>
                <a:ea typeface="Century Gothic Paneuropean Heavy"/>
              </a:rPr>
              <a:t>What is </a:t>
            </a:r>
            <a:r>
              <a:rPr b="1" lang="en-US" sz="9000" spc="-1" strike="noStrike">
                <a:solidFill>
                  <a:srgbClr val="ffbd00"/>
                </a:solidFill>
                <a:latin typeface="Century Gothic Paneuropean Heavy"/>
                <a:ea typeface="Century Gothic Paneuropean Heavy"/>
              </a:rPr>
              <a:t>at Stake?</a:t>
            </a:r>
            <a:endParaRPr b="0" lang="en-US" sz="90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32" name="TextBox 7"/>
          <p:cNvSpPr/>
          <p:nvPr/>
        </p:nvSpPr>
        <p:spPr>
          <a:xfrm>
            <a:off x="1028880" y="4005360"/>
            <a:ext cx="3869640" cy="487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914400">
              <a:lnSpc>
                <a:spcPts val="3841"/>
              </a:lnSpc>
              <a:tabLst>
                <a:tab algn="l" pos="0"/>
              </a:tabLst>
            </a:pPr>
            <a:r>
              <a:rPr b="1" lang="en-US" sz="3200" spc="-1" strike="noStrike">
                <a:solidFill>
                  <a:srgbClr val="9ad3f3"/>
                </a:solidFill>
                <a:latin typeface="Open Sauce Semi-Bold"/>
                <a:ea typeface="Open Sauce Semi-Bold"/>
              </a:rPr>
              <a:t>Service One</a:t>
            </a:r>
            <a:endParaRPr b="0" lang="en-US" sz="32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33" name="TextBox 8"/>
          <p:cNvSpPr/>
          <p:nvPr/>
        </p:nvSpPr>
        <p:spPr>
          <a:xfrm>
            <a:off x="5283720" y="4005360"/>
            <a:ext cx="4031640" cy="487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914400">
              <a:lnSpc>
                <a:spcPts val="3841"/>
              </a:lnSpc>
              <a:tabLst>
                <a:tab algn="l" pos="0"/>
              </a:tabLst>
            </a:pPr>
            <a:r>
              <a:rPr b="1" lang="en-US" sz="3200" spc="-1" strike="noStrike">
                <a:solidFill>
                  <a:srgbClr val="9ad3f3"/>
                </a:solidFill>
                <a:latin typeface="Open Sauce Semi-Bold"/>
                <a:ea typeface="Open Sauce Semi-Bold"/>
              </a:rPr>
              <a:t>Service Two</a:t>
            </a:r>
            <a:endParaRPr b="0" lang="en-US" sz="32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34" name="TextBox 9"/>
          <p:cNvSpPr/>
          <p:nvPr/>
        </p:nvSpPr>
        <p:spPr>
          <a:xfrm>
            <a:off x="1028880" y="6998400"/>
            <a:ext cx="3869640" cy="487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914400">
              <a:lnSpc>
                <a:spcPts val="3841"/>
              </a:lnSpc>
              <a:tabLst>
                <a:tab algn="l" pos="0"/>
              </a:tabLst>
            </a:pPr>
            <a:r>
              <a:rPr b="1" lang="en-US" sz="3200" spc="-1" strike="noStrike">
                <a:solidFill>
                  <a:srgbClr val="9ad3f3"/>
                </a:solidFill>
                <a:latin typeface="Open Sauce Semi-Bold"/>
                <a:ea typeface="Open Sauce Semi-Bold"/>
              </a:rPr>
              <a:t>Service Three</a:t>
            </a:r>
            <a:endParaRPr b="0" lang="en-US" sz="32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35" name="TextBox 10"/>
          <p:cNvSpPr/>
          <p:nvPr/>
        </p:nvSpPr>
        <p:spPr>
          <a:xfrm>
            <a:off x="5283720" y="6998400"/>
            <a:ext cx="4031640" cy="487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914400">
              <a:lnSpc>
                <a:spcPts val="3841"/>
              </a:lnSpc>
              <a:tabLst>
                <a:tab algn="l" pos="0"/>
              </a:tabLst>
            </a:pPr>
            <a:r>
              <a:rPr b="1" lang="en-US" sz="3200" spc="-1" strike="noStrike">
                <a:solidFill>
                  <a:srgbClr val="9ad3f3"/>
                </a:solidFill>
                <a:latin typeface="Open Sauce Semi-Bold"/>
                <a:ea typeface="Open Sauce Semi-Bold"/>
              </a:rPr>
              <a:t>Service Four</a:t>
            </a:r>
            <a:endParaRPr b="0" lang="en-US" sz="32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36" name="TextBox 11"/>
          <p:cNvSpPr/>
          <p:nvPr/>
        </p:nvSpPr>
        <p:spPr>
          <a:xfrm>
            <a:off x="1028880" y="4686840"/>
            <a:ext cx="3869640" cy="852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914400">
              <a:lnSpc>
                <a:spcPts val="3359"/>
              </a:lnSpc>
              <a:tabLst>
                <a:tab algn="l" pos="0"/>
              </a:tabLst>
            </a:pPr>
            <a:r>
              <a:rPr b="0" lang="en-US" sz="2400" spc="-1" strike="noStrike">
                <a:solidFill>
                  <a:srgbClr val="ffffff"/>
                </a:solidFill>
                <a:latin typeface="Open Sauce"/>
                <a:ea typeface="Open Sauce"/>
              </a:rPr>
              <a:t>Elaborate on what you want to discuss. </a:t>
            </a:r>
            <a:endParaRPr b="0" lang="en-US" sz="24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37" name="TextBox 12"/>
          <p:cNvSpPr/>
          <p:nvPr/>
        </p:nvSpPr>
        <p:spPr>
          <a:xfrm>
            <a:off x="5283720" y="4686840"/>
            <a:ext cx="3869640" cy="3839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914400">
              <a:lnSpc>
                <a:spcPts val="3359"/>
              </a:lnSpc>
            </a:pPr>
            <a:r>
              <a:rPr b="0" lang="en-US" sz="2400" spc="-1" strike="noStrike">
                <a:solidFill>
                  <a:srgbClr val="ffffff"/>
                </a:solidFill>
                <a:latin typeface="Open Sauce"/>
                <a:ea typeface="Open Sauce"/>
              </a:rPr>
              <a:t>Elaborate on what you want to discuss. </a:t>
            </a:r>
            <a:br>
              <a:rPr sz="2400"/>
            </a:br>
            <a:br>
              <a:rPr sz="2400"/>
            </a:br>
            <a:r>
              <a:rPr b="0" lang="en-US" sz="2400" spc="-1" strike="noStrike">
                <a:solidFill>
                  <a:srgbClr val="ffffff"/>
                </a:solidFill>
                <a:latin typeface="Open Sauce"/>
                <a:ea typeface="Open Sauce"/>
              </a:rPr>
              <a:t>https://arstechnica.com/space/2025/11/landing-postponed-for-chinese-astronauts-after-suspected-space-debris-strike/</a:t>
            </a:r>
            <a:endParaRPr b="0" lang="en-US" sz="24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38" name="TextBox 13"/>
          <p:cNvSpPr/>
          <p:nvPr/>
        </p:nvSpPr>
        <p:spPr>
          <a:xfrm>
            <a:off x="1028880" y="7679880"/>
            <a:ext cx="3979080" cy="852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914400">
              <a:lnSpc>
                <a:spcPts val="3359"/>
              </a:lnSpc>
              <a:tabLst>
                <a:tab algn="l" pos="0"/>
              </a:tabLst>
            </a:pPr>
            <a:r>
              <a:rPr b="0" lang="en-US" sz="2400" spc="-1" strike="noStrike">
                <a:solidFill>
                  <a:srgbClr val="ffffff"/>
                </a:solidFill>
                <a:latin typeface="Open Sauce"/>
                <a:ea typeface="Open Sauce"/>
              </a:rPr>
              <a:t>Elaborate on what you want to discuss. </a:t>
            </a:r>
            <a:endParaRPr b="0" lang="en-US" sz="24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39" name="TextBox 14"/>
          <p:cNvSpPr/>
          <p:nvPr/>
        </p:nvSpPr>
        <p:spPr>
          <a:xfrm>
            <a:off x="5283720" y="7679880"/>
            <a:ext cx="3979080" cy="852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914400">
              <a:lnSpc>
                <a:spcPts val="3359"/>
              </a:lnSpc>
              <a:tabLst>
                <a:tab algn="l" pos="0"/>
              </a:tabLst>
            </a:pPr>
            <a:r>
              <a:rPr b="0" lang="en-US" sz="2400" spc="-1" strike="noStrike">
                <a:solidFill>
                  <a:srgbClr val="ffffff"/>
                </a:solidFill>
                <a:latin typeface="Open Sauce"/>
                <a:ea typeface="Open Sauce"/>
              </a:rPr>
              <a:t>Elaborate on what you want to discuss. </a:t>
            </a:r>
            <a:endParaRPr b="0" lang="en-US" sz="2400" spc="-1" strike="noStrike">
              <a:solidFill>
                <a:srgbClr val="ffffff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0f1a3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TextBox 6"/>
          <p:cNvSpPr/>
          <p:nvPr/>
        </p:nvSpPr>
        <p:spPr>
          <a:xfrm>
            <a:off x="1028880" y="1019160"/>
            <a:ext cx="14286600" cy="1371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914400">
              <a:lnSpc>
                <a:spcPts val="10800"/>
              </a:lnSpc>
            </a:pPr>
            <a:r>
              <a:rPr b="1" lang="en-US" sz="9000" spc="-1" strike="noStrike">
                <a:solidFill>
                  <a:srgbClr val="ffffff"/>
                </a:solidFill>
                <a:latin typeface="Century Gothic Paneuropean Heavy"/>
                <a:ea typeface="Century Gothic Paneuropean Heavy"/>
              </a:rPr>
              <a:t>Stop it </a:t>
            </a:r>
            <a:r>
              <a:rPr b="1" lang="en-US" sz="9000" spc="-1" strike="noStrike">
                <a:solidFill>
                  <a:srgbClr val="ffbd00"/>
                </a:solidFill>
                <a:latin typeface="Century Gothic Paneuropean Heavy"/>
                <a:ea typeface="Century Gothic Paneuropean Heavy"/>
              </a:rPr>
              <a:t>and Tidy up</a:t>
            </a:r>
            <a:endParaRPr b="0" lang="en-US" sz="90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41" name="TextBox 7"/>
          <p:cNvSpPr/>
          <p:nvPr/>
        </p:nvSpPr>
        <p:spPr>
          <a:xfrm>
            <a:off x="1028880" y="4005360"/>
            <a:ext cx="3869640" cy="487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914400">
              <a:lnSpc>
                <a:spcPts val="3841"/>
              </a:lnSpc>
              <a:tabLst>
                <a:tab algn="l" pos="0"/>
              </a:tabLst>
            </a:pPr>
            <a:r>
              <a:rPr b="1" lang="en-US" sz="3200" spc="-1" strike="noStrike">
                <a:solidFill>
                  <a:srgbClr val="9ad3f3"/>
                </a:solidFill>
                <a:latin typeface="Open Sauce Semi-Bold"/>
                <a:ea typeface="Open Sauce Semi-Bold"/>
              </a:rPr>
              <a:t>Service One</a:t>
            </a:r>
            <a:endParaRPr b="0" lang="en-US" sz="32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42" name="TextBox 8"/>
          <p:cNvSpPr/>
          <p:nvPr/>
        </p:nvSpPr>
        <p:spPr>
          <a:xfrm>
            <a:off x="5283720" y="4005360"/>
            <a:ext cx="4031640" cy="487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914400">
              <a:lnSpc>
                <a:spcPts val="3841"/>
              </a:lnSpc>
              <a:tabLst>
                <a:tab algn="l" pos="0"/>
              </a:tabLst>
            </a:pPr>
            <a:r>
              <a:rPr b="1" lang="en-US" sz="3200" spc="-1" strike="noStrike">
                <a:solidFill>
                  <a:srgbClr val="9ad3f3"/>
                </a:solidFill>
                <a:latin typeface="Open Sauce Semi-Bold"/>
                <a:ea typeface="Open Sauce Semi-Bold"/>
              </a:rPr>
              <a:t>Service Two</a:t>
            </a:r>
            <a:endParaRPr b="0" lang="en-US" sz="32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43" name="TextBox 9"/>
          <p:cNvSpPr/>
          <p:nvPr/>
        </p:nvSpPr>
        <p:spPr>
          <a:xfrm>
            <a:off x="1028880" y="6998400"/>
            <a:ext cx="3869640" cy="487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914400">
              <a:lnSpc>
                <a:spcPts val="3841"/>
              </a:lnSpc>
              <a:tabLst>
                <a:tab algn="l" pos="0"/>
              </a:tabLst>
            </a:pPr>
            <a:r>
              <a:rPr b="1" lang="en-US" sz="3200" spc="-1" strike="noStrike">
                <a:solidFill>
                  <a:srgbClr val="9ad3f3"/>
                </a:solidFill>
                <a:latin typeface="Open Sauce Semi-Bold"/>
                <a:ea typeface="Open Sauce Semi-Bold"/>
              </a:rPr>
              <a:t>Service Three</a:t>
            </a:r>
            <a:endParaRPr b="0" lang="en-US" sz="32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44" name="TextBox 10"/>
          <p:cNvSpPr/>
          <p:nvPr/>
        </p:nvSpPr>
        <p:spPr>
          <a:xfrm>
            <a:off x="5283720" y="6998400"/>
            <a:ext cx="4031640" cy="487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914400">
              <a:lnSpc>
                <a:spcPts val="3841"/>
              </a:lnSpc>
              <a:tabLst>
                <a:tab algn="l" pos="0"/>
              </a:tabLst>
            </a:pPr>
            <a:r>
              <a:rPr b="1" lang="en-US" sz="3200" spc="-1" strike="noStrike">
                <a:solidFill>
                  <a:srgbClr val="9ad3f3"/>
                </a:solidFill>
                <a:latin typeface="Open Sauce Semi-Bold"/>
                <a:ea typeface="Open Sauce Semi-Bold"/>
              </a:rPr>
              <a:t>Service Four</a:t>
            </a:r>
            <a:endParaRPr b="0" lang="en-US" sz="32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45" name="TextBox 11"/>
          <p:cNvSpPr/>
          <p:nvPr/>
        </p:nvSpPr>
        <p:spPr>
          <a:xfrm>
            <a:off x="1028880" y="4686840"/>
            <a:ext cx="3869640" cy="852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914400">
              <a:lnSpc>
                <a:spcPts val="3359"/>
              </a:lnSpc>
              <a:tabLst>
                <a:tab algn="l" pos="0"/>
              </a:tabLst>
            </a:pPr>
            <a:r>
              <a:rPr b="0" lang="en-US" sz="2400" spc="-1" strike="noStrike">
                <a:solidFill>
                  <a:srgbClr val="ffffff"/>
                </a:solidFill>
                <a:latin typeface="Open Sauce"/>
                <a:ea typeface="Open Sauce"/>
              </a:rPr>
              <a:t>Elaborate on what you want to discuss. </a:t>
            </a:r>
            <a:endParaRPr b="0" lang="en-US" sz="24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46" name="TextBox 12"/>
          <p:cNvSpPr/>
          <p:nvPr/>
        </p:nvSpPr>
        <p:spPr>
          <a:xfrm>
            <a:off x="5283720" y="4686840"/>
            <a:ext cx="3869640" cy="852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914400">
              <a:lnSpc>
                <a:spcPts val="3359"/>
              </a:lnSpc>
              <a:tabLst>
                <a:tab algn="l" pos="0"/>
              </a:tabLst>
            </a:pPr>
            <a:r>
              <a:rPr b="0" lang="en-US" sz="2400" spc="-1" strike="noStrike">
                <a:solidFill>
                  <a:srgbClr val="ffffff"/>
                </a:solidFill>
                <a:latin typeface="Open Sauce"/>
                <a:ea typeface="Open Sauce"/>
              </a:rPr>
              <a:t>Elaborate on what you want to discuss. </a:t>
            </a:r>
            <a:endParaRPr b="0" lang="en-US" sz="24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47" name="TextBox 13"/>
          <p:cNvSpPr/>
          <p:nvPr/>
        </p:nvSpPr>
        <p:spPr>
          <a:xfrm>
            <a:off x="1028880" y="7679880"/>
            <a:ext cx="3979080" cy="852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914400">
              <a:lnSpc>
                <a:spcPts val="3359"/>
              </a:lnSpc>
              <a:tabLst>
                <a:tab algn="l" pos="0"/>
              </a:tabLst>
            </a:pPr>
            <a:r>
              <a:rPr b="0" lang="en-US" sz="2400" spc="-1" strike="noStrike">
                <a:solidFill>
                  <a:srgbClr val="ffffff"/>
                </a:solidFill>
                <a:latin typeface="Open Sauce"/>
                <a:ea typeface="Open Sauce"/>
              </a:rPr>
              <a:t>Elaborate on what you want to discuss. </a:t>
            </a:r>
            <a:endParaRPr b="0" lang="en-US" sz="24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48" name="TextBox 14"/>
          <p:cNvSpPr/>
          <p:nvPr/>
        </p:nvSpPr>
        <p:spPr>
          <a:xfrm>
            <a:off x="5283720" y="7679880"/>
            <a:ext cx="3979080" cy="852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914400">
              <a:lnSpc>
                <a:spcPts val="3359"/>
              </a:lnSpc>
              <a:tabLst>
                <a:tab algn="l" pos="0"/>
              </a:tabLst>
            </a:pPr>
            <a:r>
              <a:rPr b="0" lang="en-US" sz="2400" spc="-1" strike="noStrike">
                <a:solidFill>
                  <a:srgbClr val="ffffff"/>
                </a:solidFill>
                <a:latin typeface="Open Sauce"/>
                <a:ea typeface="Open Sauce"/>
              </a:rPr>
              <a:t>Elaborate on what you want to discuss. </a:t>
            </a:r>
            <a:endParaRPr b="0" lang="en-US" sz="2400" spc="-1" strike="noStrike">
              <a:solidFill>
                <a:srgbClr val="ffffff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0f1a3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49" name="Group 6"/>
          <p:cNvGrpSpPr/>
          <p:nvPr/>
        </p:nvGrpSpPr>
        <p:grpSpPr>
          <a:xfrm>
            <a:off x="7492320" y="3423240"/>
            <a:ext cx="2925000" cy="2925000"/>
            <a:chOff x="7492320" y="3423240"/>
            <a:chExt cx="2925000" cy="2925000"/>
          </a:xfrm>
        </p:grpSpPr>
        <p:sp>
          <p:nvSpPr>
            <p:cNvPr id="150" name="Freeform 7"/>
            <p:cNvSpPr/>
            <p:nvPr/>
          </p:nvSpPr>
          <p:spPr>
            <a:xfrm>
              <a:off x="7492320" y="3423240"/>
              <a:ext cx="2925000" cy="2925000"/>
            </a:xfrm>
            <a:custGeom>
              <a:avLst/>
              <a:gdLst>
                <a:gd name="textAreaLeft" fmla="*/ 0 w 2925000"/>
                <a:gd name="textAreaRight" fmla="*/ 2926080 w 2925000"/>
                <a:gd name="textAreaTop" fmla="*/ 0 h 2925000"/>
                <a:gd name="textAreaBottom" fmla="*/ 2926080 h 2925000"/>
              </a:gdLst>
              <a:ahLst/>
              <a:rect l="textAreaLeft" t="textAreaTop" r="textAreaRight" b="textAreaBottom"/>
              <a:pathLst>
                <a:path w="6350000" h="6349974">
                  <a:moveTo>
                    <a:pt x="6350000" y="3175025"/>
                  </a:moveTo>
                  <a:cubicBezTo>
                    <a:pt x="6350000" y="4928451"/>
                    <a:pt x="4928476" y="6349974"/>
                    <a:pt x="3175000" y="6349974"/>
                  </a:cubicBezTo>
                  <a:cubicBezTo>
                    <a:pt x="1421498" y="6349974"/>
                    <a:pt x="0" y="4928451"/>
                    <a:pt x="0" y="3175025"/>
                  </a:cubicBezTo>
                  <a:cubicBezTo>
                    <a:pt x="0" y="1421511"/>
                    <a:pt x="1421498" y="0"/>
                    <a:pt x="3175000" y="0"/>
                  </a:cubicBezTo>
                  <a:cubicBezTo>
                    <a:pt x="4928501" y="0"/>
                    <a:pt x="6350000" y="1421511"/>
                    <a:pt x="6350000" y="3175025"/>
                  </a:cubicBezTo>
                  <a:close/>
                </a:path>
              </a:pathLst>
            </a:custGeom>
            <a:blipFill rotWithShape="0">
              <a:blip r:embed="rId1"/>
              <a:srcRect/>
              <a:stretch/>
            </a:blip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45000" bIns="45000" anchor="t">
              <a:noAutofit/>
            </a:bodyPr>
            <a:p>
              <a:pPr defTabSz="914400">
                <a:lnSpc>
                  <a:spcPct val="100000"/>
                </a:lnSpc>
              </a:pPr>
              <a:endParaRPr b="0" lang="en-GB" sz="1800" spc="-1" strike="noStrike">
                <a:solidFill>
                  <a:schemeClr val="dk1"/>
                </a:solidFill>
                <a:latin typeface="Calibri"/>
              </a:endParaRPr>
            </a:p>
          </p:txBody>
        </p:sp>
      </p:grpSp>
      <p:grpSp>
        <p:nvGrpSpPr>
          <p:cNvPr id="151" name="Group 8"/>
          <p:cNvGrpSpPr/>
          <p:nvPr/>
        </p:nvGrpSpPr>
        <p:grpSpPr>
          <a:xfrm>
            <a:off x="3193920" y="3423240"/>
            <a:ext cx="2925000" cy="2925000"/>
            <a:chOff x="3193920" y="3423240"/>
            <a:chExt cx="2925000" cy="2925000"/>
          </a:xfrm>
        </p:grpSpPr>
        <p:sp>
          <p:nvSpPr>
            <p:cNvPr id="152" name="Freeform 9"/>
            <p:cNvSpPr/>
            <p:nvPr/>
          </p:nvSpPr>
          <p:spPr>
            <a:xfrm>
              <a:off x="3193920" y="3423240"/>
              <a:ext cx="2925000" cy="2925000"/>
            </a:xfrm>
            <a:custGeom>
              <a:avLst/>
              <a:gdLst>
                <a:gd name="textAreaLeft" fmla="*/ 0 w 2925000"/>
                <a:gd name="textAreaRight" fmla="*/ 2926080 w 2925000"/>
                <a:gd name="textAreaTop" fmla="*/ 0 h 2925000"/>
                <a:gd name="textAreaBottom" fmla="*/ 2926080 h 2925000"/>
              </a:gdLst>
              <a:ahLst/>
              <a:rect l="textAreaLeft" t="textAreaTop" r="textAreaRight" b="textAreaBottom"/>
              <a:pathLst>
                <a:path w="6350000" h="6349974">
                  <a:moveTo>
                    <a:pt x="6350000" y="3175025"/>
                  </a:moveTo>
                  <a:cubicBezTo>
                    <a:pt x="6350000" y="4928451"/>
                    <a:pt x="4928476" y="6349974"/>
                    <a:pt x="3175000" y="6349974"/>
                  </a:cubicBezTo>
                  <a:cubicBezTo>
                    <a:pt x="1421498" y="6349974"/>
                    <a:pt x="0" y="4928451"/>
                    <a:pt x="0" y="3175025"/>
                  </a:cubicBezTo>
                  <a:cubicBezTo>
                    <a:pt x="0" y="1421511"/>
                    <a:pt x="1421498" y="0"/>
                    <a:pt x="3175000" y="0"/>
                  </a:cubicBezTo>
                  <a:cubicBezTo>
                    <a:pt x="4928501" y="0"/>
                    <a:pt x="6350000" y="1421511"/>
                    <a:pt x="6350000" y="3175025"/>
                  </a:cubicBezTo>
                  <a:close/>
                </a:path>
              </a:pathLst>
            </a:custGeom>
            <a:blipFill rotWithShape="0">
              <a:blip r:embed="rId2"/>
              <a:srcRect/>
              <a:stretch/>
            </a:blip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45000" bIns="45000" anchor="t">
              <a:noAutofit/>
            </a:bodyPr>
            <a:p>
              <a:pPr defTabSz="914400">
                <a:lnSpc>
                  <a:spcPct val="100000"/>
                </a:lnSpc>
              </a:pPr>
              <a:endParaRPr b="0" lang="en-GB" sz="1800" spc="-1" strike="noStrike">
                <a:solidFill>
                  <a:schemeClr val="dk1"/>
                </a:solidFill>
                <a:latin typeface="Calibri"/>
              </a:endParaRPr>
            </a:p>
          </p:txBody>
        </p:sp>
      </p:grpSp>
      <p:grpSp>
        <p:nvGrpSpPr>
          <p:cNvPr id="153" name="Group 10"/>
          <p:cNvGrpSpPr/>
          <p:nvPr/>
        </p:nvGrpSpPr>
        <p:grpSpPr>
          <a:xfrm>
            <a:off x="11790720" y="3423240"/>
            <a:ext cx="2925000" cy="2925000"/>
            <a:chOff x="11790720" y="3423240"/>
            <a:chExt cx="2925000" cy="2925000"/>
          </a:xfrm>
        </p:grpSpPr>
        <p:sp>
          <p:nvSpPr>
            <p:cNvPr id="154" name="Freeform 11"/>
            <p:cNvSpPr/>
            <p:nvPr/>
          </p:nvSpPr>
          <p:spPr>
            <a:xfrm>
              <a:off x="11790720" y="3423240"/>
              <a:ext cx="2925000" cy="2925000"/>
            </a:xfrm>
            <a:custGeom>
              <a:avLst/>
              <a:gdLst>
                <a:gd name="textAreaLeft" fmla="*/ 0 w 2925000"/>
                <a:gd name="textAreaRight" fmla="*/ 2926080 w 2925000"/>
                <a:gd name="textAreaTop" fmla="*/ 0 h 2925000"/>
                <a:gd name="textAreaBottom" fmla="*/ 2926080 h 2925000"/>
              </a:gdLst>
              <a:ahLst/>
              <a:rect l="textAreaLeft" t="textAreaTop" r="textAreaRight" b="textAreaBottom"/>
              <a:pathLst>
                <a:path w="6350000" h="6349974">
                  <a:moveTo>
                    <a:pt x="6350000" y="3175025"/>
                  </a:moveTo>
                  <a:cubicBezTo>
                    <a:pt x="6350000" y="4928451"/>
                    <a:pt x="4928476" y="6349974"/>
                    <a:pt x="3175000" y="6349974"/>
                  </a:cubicBezTo>
                  <a:cubicBezTo>
                    <a:pt x="1421498" y="6349974"/>
                    <a:pt x="0" y="4928451"/>
                    <a:pt x="0" y="3175025"/>
                  </a:cubicBezTo>
                  <a:cubicBezTo>
                    <a:pt x="0" y="1421511"/>
                    <a:pt x="1421498" y="0"/>
                    <a:pt x="3175000" y="0"/>
                  </a:cubicBezTo>
                  <a:cubicBezTo>
                    <a:pt x="4928501" y="0"/>
                    <a:pt x="6350000" y="1421511"/>
                    <a:pt x="6350000" y="3175025"/>
                  </a:cubicBezTo>
                  <a:close/>
                </a:path>
              </a:pathLst>
            </a:custGeom>
            <a:blipFill rotWithShape="0">
              <a:blip r:embed="rId3"/>
              <a:srcRect/>
              <a:stretch/>
            </a:blip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45000" bIns="45000" anchor="t">
              <a:noAutofit/>
            </a:bodyPr>
            <a:p>
              <a:pPr defTabSz="914400">
                <a:lnSpc>
                  <a:spcPct val="100000"/>
                </a:lnSpc>
              </a:pPr>
              <a:endParaRPr b="0" lang="en-GB" sz="1800" spc="-1" strike="noStrike">
                <a:solidFill>
                  <a:schemeClr val="dk1"/>
                </a:solidFill>
                <a:latin typeface="Calibri"/>
              </a:endParaRPr>
            </a:p>
          </p:txBody>
        </p:sp>
      </p:grpSp>
      <p:sp>
        <p:nvSpPr>
          <p:cNvPr id="155" name="TextBox 12"/>
          <p:cNvSpPr/>
          <p:nvPr/>
        </p:nvSpPr>
        <p:spPr>
          <a:xfrm>
            <a:off x="890280" y="1019160"/>
            <a:ext cx="16506360" cy="1371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algn="ctr" defTabSz="914400">
              <a:lnSpc>
                <a:spcPts val="10800"/>
              </a:lnSpc>
              <a:tabLst>
                <a:tab algn="l" pos="0"/>
              </a:tabLst>
            </a:pPr>
            <a:r>
              <a:rPr b="1" lang="en-US" sz="9000" spc="-378" strike="noStrike">
                <a:solidFill>
                  <a:srgbClr val="ffffff"/>
                </a:solidFill>
                <a:latin typeface="Century Gothic Paneuropean Heavy"/>
                <a:ea typeface="Century Gothic Paneuropean Heavy"/>
              </a:rPr>
              <a:t>Key </a:t>
            </a:r>
            <a:r>
              <a:rPr b="1" lang="en-US" sz="9000" spc="-378" strike="noStrike">
                <a:solidFill>
                  <a:srgbClr val="ffbd00"/>
                </a:solidFill>
                <a:latin typeface="Century Gothic Paneuropean Heavy"/>
                <a:ea typeface="Century Gothic Paneuropean Heavy"/>
              </a:rPr>
              <a:t>figures</a:t>
            </a:r>
            <a:endParaRPr b="0" lang="en-US" sz="90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56" name="TextBox 15"/>
          <p:cNvSpPr/>
          <p:nvPr/>
        </p:nvSpPr>
        <p:spPr>
          <a:xfrm>
            <a:off x="7302240" y="6819480"/>
            <a:ext cx="3305160" cy="487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algn="ctr" defTabSz="914400">
              <a:lnSpc>
                <a:spcPts val="3841"/>
              </a:lnSpc>
              <a:tabLst>
                <a:tab algn="l" pos="0"/>
              </a:tabLst>
            </a:pPr>
            <a:r>
              <a:rPr b="1" lang="en-US" sz="3200" spc="-1" strike="noStrike">
                <a:solidFill>
                  <a:srgbClr val="9ad3f3"/>
                </a:solidFill>
                <a:latin typeface="Open Sauce Semi-Bold"/>
                <a:ea typeface="Open Sauce Semi-Bold"/>
              </a:rPr>
              <a:t>Scientist name</a:t>
            </a:r>
            <a:endParaRPr b="0" lang="en-US" sz="32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57" name="TextBox 16"/>
          <p:cNvSpPr/>
          <p:nvPr/>
        </p:nvSpPr>
        <p:spPr>
          <a:xfrm>
            <a:off x="7302240" y="7610400"/>
            <a:ext cx="3305160" cy="852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algn="ctr" defTabSz="914400">
              <a:lnSpc>
                <a:spcPts val="3359"/>
              </a:lnSpc>
              <a:tabLst>
                <a:tab algn="l" pos="0"/>
              </a:tabLst>
            </a:pPr>
            <a:r>
              <a:rPr b="0" lang="en-US" sz="2400" spc="-1" strike="noStrike">
                <a:solidFill>
                  <a:srgbClr val="ffffff"/>
                </a:solidFill>
                <a:latin typeface="Open Sauce"/>
                <a:ea typeface="Open Sauce"/>
              </a:rPr>
              <a:t>Elaborate on what you want to discuss. </a:t>
            </a:r>
            <a:endParaRPr b="0" lang="en-US" sz="24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58" name="TextBox 17"/>
          <p:cNvSpPr/>
          <p:nvPr/>
        </p:nvSpPr>
        <p:spPr>
          <a:xfrm>
            <a:off x="3003840" y="6819480"/>
            <a:ext cx="3305160" cy="487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algn="ctr" defTabSz="914400">
              <a:lnSpc>
                <a:spcPts val="3841"/>
              </a:lnSpc>
              <a:tabLst>
                <a:tab algn="l" pos="0"/>
              </a:tabLst>
            </a:pPr>
            <a:r>
              <a:rPr b="1" lang="en-US" sz="3200" spc="-1" strike="noStrike">
                <a:solidFill>
                  <a:srgbClr val="9ad3f3"/>
                </a:solidFill>
                <a:latin typeface="Open Sauce Semi-Bold"/>
                <a:ea typeface="Open Sauce Semi-Bold"/>
              </a:rPr>
              <a:t>Scientist name</a:t>
            </a:r>
            <a:endParaRPr b="0" lang="en-US" sz="32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59" name="TextBox 18"/>
          <p:cNvSpPr/>
          <p:nvPr/>
        </p:nvSpPr>
        <p:spPr>
          <a:xfrm>
            <a:off x="3003840" y="7610400"/>
            <a:ext cx="3305160" cy="852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algn="ctr" defTabSz="914400">
              <a:lnSpc>
                <a:spcPts val="3359"/>
              </a:lnSpc>
              <a:tabLst>
                <a:tab algn="l" pos="0"/>
              </a:tabLst>
            </a:pPr>
            <a:r>
              <a:rPr b="0" lang="en-US" sz="2400" spc="-1" strike="noStrike">
                <a:solidFill>
                  <a:srgbClr val="ffffff"/>
                </a:solidFill>
                <a:latin typeface="Open Sauce"/>
                <a:ea typeface="Open Sauce"/>
              </a:rPr>
              <a:t>Elaborate on what you want to discuss. </a:t>
            </a:r>
            <a:endParaRPr b="0" lang="en-US" sz="24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60" name="TextBox 19"/>
          <p:cNvSpPr/>
          <p:nvPr/>
        </p:nvSpPr>
        <p:spPr>
          <a:xfrm>
            <a:off x="11600640" y="6819480"/>
            <a:ext cx="3305160" cy="487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algn="ctr" defTabSz="914400">
              <a:lnSpc>
                <a:spcPts val="3841"/>
              </a:lnSpc>
              <a:tabLst>
                <a:tab algn="l" pos="0"/>
              </a:tabLst>
            </a:pPr>
            <a:r>
              <a:rPr b="1" lang="en-US" sz="3200" spc="-1" strike="noStrike">
                <a:solidFill>
                  <a:srgbClr val="9ad3f3"/>
                </a:solidFill>
                <a:latin typeface="Open Sauce Semi-Bold"/>
                <a:ea typeface="Open Sauce Semi-Bold"/>
              </a:rPr>
              <a:t>Scientist name</a:t>
            </a:r>
            <a:endParaRPr b="0" lang="en-US" sz="32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61" name="TextBox 20"/>
          <p:cNvSpPr/>
          <p:nvPr/>
        </p:nvSpPr>
        <p:spPr>
          <a:xfrm>
            <a:off x="11600640" y="7610400"/>
            <a:ext cx="3305160" cy="852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algn="ctr" defTabSz="914400">
              <a:lnSpc>
                <a:spcPts val="3359"/>
              </a:lnSpc>
              <a:tabLst>
                <a:tab algn="l" pos="0"/>
              </a:tabLst>
            </a:pPr>
            <a:r>
              <a:rPr b="0" lang="en-US" sz="2400" spc="-1" strike="noStrike">
                <a:solidFill>
                  <a:srgbClr val="ffffff"/>
                </a:solidFill>
                <a:latin typeface="Open Sauce"/>
                <a:ea typeface="Open Sauce"/>
              </a:rPr>
              <a:t>Elaborate on what you want to discuss. </a:t>
            </a:r>
            <a:endParaRPr b="0" lang="en-US" sz="2400" spc="-1" strike="noStrike">
              <a:solidFill>
                <a:srgbClr val="ffffff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0f1a3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2" name="TextBox 6"/>
          <p:cNvSpPr/>
          <p:nvPr/>
        </p:nvSpPr>
        <p:spPr>
          <a:xfrm>
            <a:off x="1028880" y="1019160"/>
            <a:ext cx="14286600" cy="1371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914400">
              <a:lnSpc>
                <a:spcPts val="10800"/>
              </a:lnSpc>
            </a:pPr>
            <a:r>
              <a:rPr b="1" lang="en-US" sz="9000" spc="-1" strike="noStrike">
                <a:solidFill>
                  <a:srgbClr val="ffffff"/>
                </a:solidFill>
                <a:latin typeface="Century Gothic Paneuropean Heavy"/>
                <a:ea typeface="Century Gothic Paneuropean Heavy"/>
              </a:rPr>
              <a:t>In </a:t>
            </a:r>
            <a:r>
              <a:rPr b="1" lang="en-US" sz="9000" spc="-1" strike="noStrike">
                <a:solidFill>
                  <a:srgbClr val="ffbd00"/>
                </a:solidFill>
                <a:latin typeface="Century Gothic Paneuropean Heavy"/>
                <a:ea typeface="Century Gothic Paneuropean Heavy"/>
              </a:rPr>
              <a:t>Conclusion</a:t>
            </a:r>
            <a:endParaRPr b="0" lang="en-US" sz="90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63" name="TextBox 7"/>
          <p:cNvSpPr/>
          <p:nvPr/>
        </p:nvSpPr>
        <p:spPr>
          <a:xfrm>
            <a:off x="1028880" y="4005360"/>
            <a:ext cx="3869640" cy="487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914400">
              <a:lnSpc>
                <a:spcPts val="3841"/>
              </a:lnSpc>
              <a:tabLst>
                <a:tab algn="l" pos="0"/>
              </a:tabLst>
            </a:pPr>
            <a:r>
              <a:rPr b="1" lang="en-US" sz="3200" spc="-1" strike="noStrike">
                <a:solidFill>
                  <a:srgbClr val="9ad3f3"/>
                </a:solidFill>
                <a:latin typeface="Open Sauce Semi-Bold"/>
                <a:ea typeface="Open Sauce Semi-Bold"/>
              </a:rPr>
              <a:t>Service One</a:t>
            </a:r>
            <a:endParaRPr b="0" lang="en-US" sz="32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64" name="TextBox 8"/>
          <p:cNvSpPr/>
          <p:nvPr/>
        </p:nvSpPr>
        <p:spPr>
          <a:xfrm>
            <a:off x="5283720" y="4005360"/>
            <a:ext cx="4031640" cy="487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914400">
              <a:lnSpc>
                <a:spcPts val="3841"/>
              </a:lnSpc>
              <a:tabLst>
                <a:tab algn="l" pos="0"/>
              </a:tabLst>
            </a:pPr>
            <a:r>
              <a:rPr b="1" lang="en-US" sz="3200" spc="-1" strike="noStrike">
                <a:solidFill>
                  <a:srgbClr val="9ad3f3"/>
                </a:solidFill>
                <a:latin typeface="Open Sauce Semi-Bold"/>
                <a:ea typeface="Open Sauce Semi-Bold"/>
              </a:rPr>
              <a:t>Service Two</a:t>
            </a:r>
            <a:endParaRPr b="0" lang="en-US" sz="32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65" name="TextBox 9"/>
          <p:cNvSpPr/>
          <p:nvPr/>
        </p:nvSpPr>
        <p:spPr>
          <a:xfrm>
            <a:off x="1028880" y="6998400"/>
            <a:ext cx="3869640" cy="487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914400">
              <a:lnSpc>
                <a:spcPts val="3841"/>
              </a:lnSpc>
              <a:tabLst>
                <a:tab algn="l" pos="0"/>
              </a:tabLst>
            </a:pPr>
            <a:r>
              <a:rPr b="1" lang="en-US" sz="3200" spc="-1" strike="noStrike">
                <a:solidFill>
                  <a:srgbClr val="9ad3f3"/>
                </a:solidFill>
                <a:latin typeface="Open Sauce Semi-Bold"/>
                <a:ea typeface="Open Sauce Semi-Bold"/>
              </a:rPr>
              <a:t>Service Three</a:t>
            </a:r>
            <a:endParaRPr b="0" lang="en-US" sz="32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66" name="TextBox 10"/>
          <p:cNvSpPr/>
          <p:nvPr/>
        </p:nvSpPr>
        <p:spPr>
          <a:xfrm>
            <a:off x="5283720" y="6998400"/>
            <a:ext cx="4031640" cy="487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914400">
              <a:lnSpc>
                <a:spcPts val="3841"/>
              </a:lnSpc>
              <a:tabLst>
                <a:tab algn="l" pos="0"/>
              </a:tabLst>
            </a:pPr>
            <a:r>
              <a:rPr b="1" lang="en-US" sz="3200" spc="-1" strike="noStrike">
                <a:solidFill>
                  <a:srgbClr val="9ad3f3"/>
                </a:solidFill>
                <a:latin typeface="Open Sauce Semi-Bold"/>
                <a:ea typeface="Open Sauce Semi-Bold"/>
              </a:rPr>
              <a:t>Service Four</a:t>
            </a:r>
            <a:endParaRPr b="0" lang="en-US" sz="32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67" name="TextBox 11"/>
          <p:cNvSpPr/>
          <p:nvPr/>
        </p:nvSpPr>
        <p:spPr>
          <a:xfrm>
            <a:off x="1028880" y="4686840"/>
            <a:ext cx="3869640" cy="852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914400">
              <a:lnSpc>
                <a:spcPts val="3359"/>
              </a:lnSpc>
              <a:tabLst>
                <a:tab algn="l" pos="0"/>
              </a:tabLst>
            </a:pPr>
            <a:r>
              <a:rPr b="0" lang="en-US" sz="2400" spc="-1" strike="noStrike">
                <a:solidFill>
                  <a:srgbClr val="ffffff"/>
                </a:solidFill>
                <a:latin typeface="Open Sauce"/>
                <a:ea typeface="Open Sauce"/>
              </a:rPr>
              <a:t>Elaborate on what you want to discuss. </a:t>
            </a:r>
            <a:endParaRPr b="0" lang="en-US" sz="24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68" name="TextBox 12"/>
          <p:cNvSpPr/>
          <p:nvPr/>
        </p:nvSpPr>
        <p:spPr>
          <a:xfrm>
            <a:off x="5283720" y="4686840"/>
            <a:ext cx="3869640" cy="852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914400">
              <a:lnSpc>
                <a:spcPts val="3359"/>
              </a:lnSpc>
              <a:tabLst>
                <a:tab algn="l" pos="0"/>
              </a:tabLst>
            </a:pPr>
            <a:r>
              <a:rPr b="0" lang="en-US" sz="2400" spc="-1" strike="noStrike">
                <a:solidFill>
                  <a:srgbClr val="ffffff"/>
                </a:solidFill>
                <a:latin typeface="Open Sauce"/>
                <a:ea typeface="Open Sauce"/>
              </a:rPr>
              <a:t>Elaborate on what you want to discuss. </a:t>
            </a:r>
            <a:endParaRPr b="0" lang="en-US" sz="24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69" name="TextBox 13"/>
          <p:cNvSpPr/>
          <p:nvPr/>
        </p:nvSpPr>
        <p:spPr>
          <a:xfrm>
            <a:off x="1028880" y="7679880"/>
            <a:ext cx="3979080" cy="852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914400">
              <a:lnSpc>
                <a:spcPts val="3359"/>
              </a:lnSpc>
              <a:tabLst>
                <a:tab algn="l" pos="0"/>
              </a:tabLst>
            </a:pPr>
            <a:r>
              <a:rPr b="0" lang="en-US" sz="2400" spc="-1" strike="noStrike">
                <a:solidFill>
                  <a:srgbClr val="ffffff"/>
                </a:solidFill>
                <a:latin typeface="Open Sauce"/>
                <a:ea typeface="Open Sauce"/>
              </a:rPr>
              <a:t>Elaborate on what you want to discuss. </a:t>
            </a:r>
            <a:endParaRPr b="0" lang="en-US" sz="24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70" name="TextBox 14"/>
          <p:cNvSpPr/>
          <p:nvPr/>
        </p:nvSpPr>
        <p:spPr>
          <a:xfrm>
            <a:off x="5283720" y="7679880"/>
            <a:ext cx="3979080" cy="852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914400">
              <a:lnSpc>
                <a:spcPts val="3359"/>
              </a:lnSpc>
              <a:tabLst>
                <a:tab algn="l" pos="0"/>
              </a:tabLst>
            </a:pPr>
            <a:r>
              <a:rPr b="0" lang="en-US" sz="2400" spc="-1" strike="noStrike">
                <a:solidFill>
                  <a:srgbClr val="ffffff"/>
                </a:solidFill>
                <a:latin typeface="Open Sauce"/>
                <a:ea typeface="Open Sauce"/>
              </a:rPr>
              <a:t>Elaborate on what you want to discuss. </a:t>
            </a:r>
            <a:endParaRPr b="0" lang="en-US" sz="2400" spc="-1" strike="noStrike">
              <a:solidFill>
                <a:srgbClr val="ffffff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 pitchFamily="0" charset="1"/>
        <a:ea typeface=""/>
        <a:cs typeface=""/>
      </a:majorFont>
      <a:minorFont>
        <a:latin typeface="Calibri" pitchFamily="0" charset="1"/>
        <a:ea typeface=""/>
        <a:cs typeface="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tint val="50000"/>
              </a:schemeClr>
            </a:gs>
            <a:gs pos="35000">
              <a:schemeClr val="phClr">
                <a:tint val="37000"/>
              </a:schemeClr>
            </a:gs>
            <a:gs pos="100000">
              <a:schemeClr val="phClr">
                <a:tint val="15000"/>
              </a:schemeClr>
            </a:gs>
          </a:gsLst>
          <a:lin ang="16200000" scaled="1"/>
          <a:tileRect l="0" t="0" r="0" b="0"/>
        </a:gradFill>
        <a:gradFill>
          <a:gsLst>
            <a:gs pos="0">
              <a:schemeClr val="phClr">
                <a:shade val="51000"/>
              </a:schemeClr>
            </a:gs>
            <a:gs pos="80000">
              <a:schemeClr val="phClr">
                <a:shade val="93000"/>
              </a:schemeClr>
            </a:gs>
            <a:gs pos="100000">
              <a:schemeClr val="phClr">
                <a:shade val="94000"/>
              </a:schemeClr>
            </a:gs>
          </a:gsLst>
          <a:lin ang="16200000" scaled="0"/>
          <a:tileRect l="0" t="0" r="0" b="0"/>
        </a:gradFill>
      </a:fillStyleLst>
      <a:lnStyleLst>
        <a:ln w="9525" cap="flat" cmpd="sng" algn="ctr">
          <a:prstDash val="solid"/>
        </a:ln>
        <a:ln w="25400" cap="flat" cmpd="sng" algn="ctr">
          <a:prstDash val="solid"/>
        </a:ln>
        <a:ln w="38100" cap="flat" cmpd="sng" algn="ctr"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gradFill>
          <a:gsLst>
            <a:gs pos="0">
              <a:schemeClr val="phClr">
                <a:tint val="40000"/>
              </a:schemeClr>
            </a:gs>
            <a:gs pos="40000">
              <a:schemeClr val="phClr">
                <a:tint val="45000"/>
                <a:shade val="99000"/>
              </a:schemeClr>
            </a:gs>
            <a:gs pos="100000">
              <a:schemeClr val="phClr">
                <a:shade val="20000"/>
              </a:schemeClr>
            </a:gs>
          </a:gsLst>
          <a:path path="circle">
            <a:fillToRect l="50000" t="-80000" r="50000" b="180000"/>
          </a:path>
          <a:tileRect l="0" t="0" r="0" b="0"/>
        </a:gradFill>
        <a:gradFill>
          <a:gsLst>
            <a:gs pos="0">
              <a:schemeClr val="phClr">
                <a:tint val="80000"/>
              </a:schemeClr>
            </a:gs>
            <a:gs pos="100000">
              <a:schemeClr val="phClr">
                <a:shade val="30000"/>
              </a:schemeClr>
            </a:gs>
          </a:gsLst>
          <a:path path="circle">
            <a:fillToRect l="50000" t="50000" r="50000" b="50000"/>
          </a:path>
          <a:tileRect l="0" t="0" r="0" b="0"/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 pitchFamily="0" charset="1"/>
        <a:ea typeface=""/>
        <a:cs typeface=""/>
      </a:majorFont>
      <a:minorFont>
        <a:latin typeface="Calibri" pitchFamily="0" charset="1"/>
        <a:ea typeface=""/>
        <a:cs typeface="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tint val="50000"/>
              </a:schemeClr>
            </a:gs>
            <a:gs pos="35000">
              <a:schemeClr val="phClr">
                <a:tint val="37000"/>
              </a:schemeClr>
            </a:gs>
            <a:gs pos="100000">
              <a:schemeClr val="phClr">
                <a:tint val="15000"/>
              </a:schemeClr>
            </a:gs>
          </a:gsLst>
          <a:lin ang="16200000" scaled="1"/>
          <a:tileRect l="0" t="0" r="0" b="0"/>
        </a:gradFill>
        <a:gradFill>
          <a:gsLst>
            <a:gs pos="0">
              <a:schemeClr val="phClr">
                <a:shade val="51000"/>
              </a:schemeClr>
            </a:gs>
            <a:gs pos="80000">
              <a:schemeClr val="phClr">
                <a:shade val="93000"/>
              </a:schemeClr>
            </a:gs>
            <a:gs pos="100000">
              <a:schemeClr val="phClr">
                <a:shade val="94000"/>
              </a:schemeClr>
            </a:gs>
          </a:gsLst>
          <a:lin ang="16200000" scaled="0"/>
          <a:tileRect l="0" t="0" r="0" b="0"/>
        </a:gradFill>
      </a:fillStyleLst>
      <a:lnStyleLst>
        <a:ln w="9525" cap="flat" cmpd="sng" algn="ctr">
          <a:prstDash val="solid"/>
        </a:ln>
        <a:ln w="25400" cap="flat" cmpd="sng" algn="ctr">
          <a:prstDash val="solid"/>
        </a:ln>
        <a:ln w="38100" cap="flat" cmpd="sng" algn="ctr"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gradFill>
          <a:gsLst>
            <a:gs pos="0">
              <a:schemeClr val="phClr">
                <a:tint val="40000"/>
              </a:schemeClr>
            </a:gs>
            <a:gs pos="40000">
              <a:schemeClr val="phClr">
                <a:tint val="45000"/>
                <a:shade val="99000"/>
              </a:schemeClr>
            </a:gs>
            <a:gs pos="100000">
              <a:schemeClr val="phClr">
                <a:shade val="20000"/>
              </a:schemeClr>
            </a:gs>
          </a:gsLst>
          <a:path path="circle">
            <a:fillToRect l="50000" t="-80000" r="50000" b="180000"/>
          </a:path>
          <a:tileRect l="0" t="0" r="0" b="0"/>
        </a:gradFill>
        <a:gradFill>
          <a:gsLst>
            <a:gs pos="0">
              <a:schemeClr val="phClr">
                <a:tint val="80000"/>
              </a:schemeClr>
            </a:gs>
            <a:gs pos="100000">
              <a:schemeClr val="phClr">
                <a:shade val="30000"/>
              </a:schemeClr>
            </a:gs>
          </a:gsLst>
          <a:path path="circle">
            <a:fillToRect l="50000" t="50000" r="50000" b="50000"/>
          </a:path>
          <a:tileRect l="0" t="0" r="0" b="0"/>
        </a:gradFill>
      </a:bgFillStyleLst>
    </a:fmtScheme>
  </a:themeElements>
</a:theme>
</file>

<file path=ppt/theme/theme3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 pitchFamily="0" charset="1"/>
        <a:ea typeface=""/>
        <a:cs typeface=""/>
      </a:majorFont>
      <a:minorFont>
        <a:latin typeface="Calibri" pitchFamily="0" charset="1"/>
        <a:ea typeface=""/>
        <a:cs typeface="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tint val="50000"/>
              </a:schemeClr>
            </a:gs>
            <a:gs pos="35000">
              <a:schemeClr val="phClr">
                <a:tint val="37000"/>
              </a:schemeClr>
            </a:gs>
            <a:gs pos="100000">
              <a:schemeClr val="phClr">
                <a:tint val="15000"/>
              </a:schemeClr>
            </a:gs>
          </a:gsLst>
          <a:lin ang="16200000" scaled="1"/>
          <a:tileRect l="0" t="0" r="0" b="0"/>
        </a:gradFill>
        <a:gradFill>
          <a:gsLst>
            <a:gs pos="0">
              <a:schemeClr val="phClr">
                <a:shade val="51000"/>
              </a:schemeClr>
            </a:gs>
            <a:gs pos="80000">
              <a:schemeClr val="phClr">
                <a:shade val="93000"/>
              </a:schemeClr>
            </a:gs>
            <a:gs pos="100000">
              <a:schemeClr val="phClr">
                <a:shade val="94000"/>
              </a:schemeClr>
            </a:gs>
          </a:gsLst>
          <a:lin ang="16200000" scaled="0"/>
          <a:tileRect l="0" t="0" r="0" b="0"/>
        </a:gradFill>
      </a:fillStyleLst>
      <a:lnStyleLst>
        <a:ln w="9525" cap="flat" cmpd="sng" algn="ctr">
          <a:prstDash val="solid"/>
        </a:ln>
        <a:ln w="25400" cap="flat" cmpd="sng" algn="ctr">
          <a:prstDash val="solid"/>
        </a:ln>
        <a:ln w="38100" cap="flat" cmpd="sng" algn="ctr"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gradFill>
          <a:gsLst>
            <a:gs pos="0">
              <a:schemeClr val="phClr">
                <a:tint val="40000"/>
              </a:schemeClr>
            </a:gs>
            <a:gs pos="40000">
              <a:schemeClr val="phClr">
                <a:tint val="45000"/>
                <a:shade val="99000"/>
              </a:schemeClr>
            </a:gs>
            <a:gs pos="100000">
              <a:schemeClr val="phClr">
                <a:shade val="20000"/>
              </a:schemeClr>
            </a:gs>
          </a:gsLst>
          <a:path path="circle">
            <a:fillToRect l="50000" t="-80000" r="50000" b="180000"/>
          </a:path>
          <a:tileRect l="0" t="0" r="0" b="0"/>
        </a:gradFill>
        <a:gradFill>
          <a:gsLst>
            <a:gs pos="0">
              <a:schemeClr val="phClr">
                <a:tint val="80000"/>
              </a:schemeClr>
            </a:gs>
            <a:gs pos="100000">
              <a:schemeClr val="phClr">
                <a:shade val="30000"/>
              </a:schemeClr>
            </a:gs>
          </a:gsLst>
          <a:path path="circle">
            <a:fillToRect l="50000" t="50000" r="50000" b="50000"/>
          </a:path>
          <a:tileRect l="0" t="0" r="0" b="0"/>
        </a:gradFill>
      </a:bgFillStyleLst>
    </a:fmtScheme>
  </a:themeElements>
</a:theme>
</file>

<file path=ppt/theme/theme4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 pitchFamily="0" charset="1"/>
        <a:ea typeface=""/>
        <a:cs typeface=""/>
      </a:majorFont>
      <a:minorFont>
        <a:latin typeface="Calibri" pitchFamily="0" charset="1"/>
        <a:ea typeface=""/>
        <a:cs typeface="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tint val="50000"/>
              </a:schemeClr>
            </a:gs>
            <a:gs pos="35000">
              <a:schemeClr val="phClr">
                <a:tint val="37000"/>
              </a:schemeClr>
            </a:gs>
            <a:gs pos="100000">
              <a:schemeClr val="phClr">
                <a:tint val="15000"/>
              </a:schemeClr>
            </a:gs>
          </a:gsLst>
          <a:lin ang="16200000" scaled="1"/>
          <a:tileRect l="0" t="0" r="0" b="0"/>
        </a:gradFill>
        <a:gradFill>
          <a:gsLst>
            <a:gs pos="0">
              <a:schemeClr val="phClr">
                <a:shade val="51000"/>
              </a:schemeClr>
            </a:gs>
            <a:gs pos="80000">
              <a:schemeClr val="phClr">
                <a:shade val="93000"/>
              </a:schemeClr>
            </a:gs>
            <a:gs pos="100000">
              <a:schemeClr val="phClr">
                <a:shade val="94000"/>
              </a:schemeClr>
            </a:gs>
          </a:gsLst>
          <a:lin ang="16200000" scaled="0"/>
          <a:tileRect l="0" t="0" r="0" b="0"/>
        </a:gradFill>
      </a:fillStyleLst>
      <a:lnStyleLst>
        <a:ln w="9525" cap="flat" cmpd="sng" algn="ctr">
          <a:prstDash val="solid"/>
        </a:ln>
        <a:ln w="25400" cap="flat" cmpd="sng" algn="ctr">
          <a:prstDash val="solid"/>
        </a:ln>
        <a:ln w="38100" cap="flat" cmpd="sng" algn="ctr"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gradFill>
          <a:gsLst>
            <a:gs pos="0">
              <a:schemeClr val="phClr">
                <a:tint val="40000"/>
              </a:schemeClr>
            </a:gs>
            <a:gs pos="40000">
              <a:schemeClr val="phClr">
                <a:tint val="45000"/>
                <a:shade val="99000"/>
              </a:schemeClr>
            </a:gs>
            <a:gs pos="100000">
              <a:schemeClr val="phClr">
                <a:shade val="20000"/>
              </a:schemeClr>
            </a:gs>
          </a:gsLst>
          <a:path path="circle">
            <a:fillToRect l="50000" t="-80000" r="50000" b="180000"/>
          </a:path>
          <a:tileRect l="0" t="0" r="0" b="0"/>
        </a:gradFill>
        <a:gradFill>
          <a:gsLst>
            <a:gs pos="0">
              <a:schemeClr val="phClr">
                <a:tint val="80000"/>
              </a:schemeClr>
            </a:gs>
            <a:gs pos="100000">
              <a:schemeClr val="phClr">
                <a:shade val="30000"/>
              </a:schemeClr>
            </a:gs>
          </a:gsLst>
          <a:path path="circle">
            <a:fillToRect l="50000" t="50000" r="50000" b="50000"/>
          </a:path>
          <a:tileRect l="0" t="0" r="0" b="0"/>
        </a:gradFill>
      </a:bgFillStyleLst>
    </a:fmtScheme>
  </a:themeElements>
</a:theme>
</file>

<file path=ppt/theme/theme5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 pitchFamily="0" charset="1"/>
        <a:ea typeface=""/>
        <a:cs typeface=""/>
      </a:majorFont>
      <a:minorFont>
        <a:latin typeface="Calibri" pitchFamily="0" charset="1"/>
        <a:ea typeface=""/>
        <a:cs typeface="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tint val="50000"/>
              </a:schemeClr>
            </a:gs>
            <a:gs pos="35000">
              <a:schemeClr val="phClr">
                <a:tint val="37000"/>
              </a:schemeClr>
            </a:gs>
            <a:gs pos="100000">
              <a:schemeClr val="phClr">
                <a:tint val="15000"/>
              </a:schemeClr>
            </a:gs>
          </a:gsLst>
          <a:lin ang="16200000" scaled="1"/>
          <a:tileRect l="0" t="0" r="0" b="0"/>
        </a:gradFill>
        <a:gradFill>
          <a:gsLst>
            <a:gs pos="0">
              <a:schemeClr val="phClr">
                <a:shade val="51000"/>
              </a:schemeClr>
            </a:gs>
            <a:gs pos="80000">
              <a:schemeClr val="phClr">
                <a:shade val="93000"/>
              </a:schemeClr>
            </a:gs>
            <a:gs pos="100000">
              <a:schemeClr val="phClr">
                <a:shade val="94000"/>
              </a:schemeClr>
            </a:gs>
          </a:gsLst>
          <a:lin ang="16200000" scaled="0"/>
          <a:tileRect l="0" t="0" r="0" b="0"/>
        </a:gradFill>
      </a:fillStyleLst>
      <a:lnStyleLst>
        <a:ln w="9525" cap="flat" cmpd="sng" algn="ctr">
          <a:prstDash val="solid"/>
        </a:ln>
        <a:ln w="25400" cap="flat" cmpd="sng" algn="ctr">
          <a:prstDash val="solid"/>
        </a:ln>
        <a:ln w="38100" cap="flat" cmpd="sng" algn="ctr"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gradFill>
          <a:gsLst>
            <a:gs pos="0">
              <a:schemeClr val="phClr">
                <a:tint val="40000"/>
              </a:schemeClr>
            </a:gs>
            <a:gs pos="40000">
              <a:schemeClr val="phClr">
                <a:tint val="45000"/>
                <a:shade val="99000"/>
              </a:schemeClr>
            </a:gs>
            <a:gs pos="100000">
              <a:schemeClr val="phClr">
                <a:shade val="20000"/>
              </a:schemeClr>
            </a:gs>
          </a:gsLst>
          <a:path path="circle">
            <a:fillToRect l="50000" t="-80000" r="50000" b="180000"/>
          </a:path>
          <a:tileRect l="0" t="0" r="0" b="0"/>
        </a:gradFill>
        <a:gradFill>
          <a:gsLst>
            <a:gs pos="0">
              <a:schemeClr val="phClr">
                <a:tint val="80000"/>
              </a:schemeClr>
            </a:gs>
            <a:gs pos="100000">
              <a:schemeClr val="phClr">
                <a:shade val="30000"/>
              </a:schemeClr>
            </a:gs>
          </a:gsLst>
          <a:path path="circle">
            <a:fillToRect l="50000" t="50000" r="50000" b="50000"/>
          </a:path>
          <a:tileRect l="0" t="0" r="0" b="0"/>
        </a:gradFill>
      </a:bgFillStyleLst>
    </a:fmtScheme>
  </a:themeElements>
</a:theme>
</file>

<file path=ppt/theme/theme6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 pitchFamily="0" charset="1"/>
        <a:ea typeface=""/>
        <a:cs typeface=""/>
      </a:majorFont>
      <a:minorFont>
        <a:latin typeface="Calibri" pitchFamily="0" charset="1"/>
        <a:ea typeface=""/>
        <a:cs typeface="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tint val="50000"/>
              </a:schemeClr>
            </a:gs>
            <a:gs pos="35000">
              <a:schemeClr val="phClr">
                <a:tint val="37000"/>
              </a:schemeClr>
            </a:gs>
            <a:gs pos="100000">
              <a:schemeClr val="phClr">
                <a:tint val="15000"/>
              </a:schemeClr>
            </a:gs>
          </a:gsLst>
          <a:lin ang="16200000" scaled="1"/>
          <a:tileRect l="0" t="0" r="0" b="0"/>
        </a:gradFill>
        <a:gradFill>
          <a:gsLst>
            <a:gs pos="0">
              <a:schemeClr val="phClr">
                <a:shade val="51000"/>
              </a:schemeClr>
            </a:gs>
            <a:gs pos="80000">
              <a:schemeClr val="phClr">
                <a:shade val="93000"/>
              </a:schemeClr>
            </a:gs>
            <a:gs pos="100000">
              <a:schemeClr val="phClr">
                <a:shade val="94000"/>
              </a:schemeClr>
            </a:gs>
          </a:gsLst>
          <a:lin ang="16200000" scaled="0"/>
          <a:tileRect l="0" t="0" r="0" b="0"/>
        </a:gradFill>
      </a:fillStyleLst>
      <a:lnStyleLst>
        <a:ln w="9525" cap="flat" cmpd="sng" algn="ctr">
          <a:prstDash val="solid"/>
        </a:ln>
        <a:ln w="25400" cap="flat" cmpd="sng" algn="ctr">
          <a:prstDash val="solid"/>
        </a:ln>
        <a:ln w="38100" cap="flat" cmpd="sng" algn="ctr"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gradFill>
          <a:gsLst>
            <a:gs pos="0">
              <a:schemeClr val="phClr">
                <a:tint val="40000"/>
              </a:schemeClr>
            </a:gs>
            <a:gs pos="40000">
              <a:schemeClr val="phClr">
                <a:tint val="45000"/>
                <a:shade val="99000"/>
              </a:schemeClr>
            </a:gs>
            <a:gs pos="100000">
              <a:schemeClr val="phClr">
                <a:shade val="20000"/>
              </a:schemeClr>
            </a:gs>
          </a:gsLst>
          <a:path path="circle">
            <a:fillToRect l="50000" t="-80000" r="50000" b="180000"/>
          </a:path>
          <a:tileRect l="0" t="0" r="0" b="0"/>
        </a:gradFill>
        <a:gradFill>
          <a:gsLst>
            <a:gs pos="0">
              <a:schemeClr val="phClr">
                <a:tint val="80000"/>
              </a:schemeClr>
            </a:gs>
            <a:gs pos="100000">
              <a:schemeClr val="phClr">
                <a:shade val="30000"/>
              </a:schemeClr>
            </a:gs>
          </a:gsLst>
          <a:path path="circle">
            <a:fillToRect l="50000" t="50000" r="50000" b="50000"/>
          </a:path>
          <a:tileRect l="0" t="0" r="0" b="0"/>
        </a:gradFill>
      </a:bgFillStyleLst>
    </a:fmtScheme>
  </a:themeElements>
</a:theme>
</file>

<file path=ppt/theme/theme7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 pitchFamily="0" charset="1"/>
        <a:ea typeface=""/>
        <a:cs typeface=""/>
      </a:majorFont>
      <a:minorFont>
        <a:latin typeface="Calibri" pitchFamily="0" charset="1"/>
        <a:ea typeface=""/>
        <a:cs typeface="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tint val="50000"/>
              </a:schemeClr>
            </a:gs>
            <a:gs pos="35000">
              <a:schemeClr val="phClr">
                <a:tint val="37000"/>
              </a:schemeClr>
            </a:gs>
            <a:gs pos="100000">
              <a:schemeClr val="phClr">
                <a:tint val="15000"/>
              </a:schemeClr>
            </a:gs>
          </a:gsLst>
          <a:lin ang="16200000" scaled="1"/>
          <a:tileRect l="0" t="0" r="0" b="0"/>
        </a:gradFill>
        <a:gradFill>
          <a:gsLst>
            <a:gs pos="0">
              <a:schemeClr val="phClr">
                <a:shade val="51000"/>
              </a:schemeClr>
            </a:gs>
            <a:gs pos="80000">
              <a:schemeClr val="phClr">
                <a:shade val="93000"/>
              </a:schemeClr>
            </a:gs>
            <a:gs pos="100000">
              <a:schemeClr val="phClr">
                <a:shade val="94000"/>
              </a:schemeClr>
            </a:gs>
          </a:gsLst>
          <a:lin ang="16200000" scaled="0"/>
          <a:tileRect l="0" t="0" r="0" b="0"/>
        </a:gradFill>
      </a:fillStyleLst>
      <a:lnStyleLst>
        <a:ln w="9525" cap="flat" cmpd="sng" algn="ctr">
          <a:prstDash val="solid"/>
        </a:ln>
        <a:ln w="25400" cap="flat" cmpd="sng" algn="ctr">
          <a:prstDash val="solid"/>
        </a:ln>
        <a:ln w="38100" cap="flat" cmpd="sng" algn="ctr"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gradFill>
          <a:gsLst>
            <a:gs pos="0">
              <a:schemeClr val="phClr">
                <a:tint val="40000"/>
              </a:schemeClr>
            </a:gs>
            <a:gs pos="40000">
              <a:schemeClr val="phClr">
                <a:tint val="45000"/>
                <a:shade val="99000"/>
              </a:schemeClr>
            </a:gs>
            <a:gs pos="100000">
              <a:schemeClr val="phClr">
                <a:shade val="20000"/>
              </a:schemeClr>
            </a:gs>
          </a:gsLst>
          <a:path path="circle">
            <a:fillToRect l="50000" t="-80000" r="50000" b="180000"/>
          </a:path>
          <a:tileRect l="0" t="0" r="0" b="0"/>
        </a:gradFill>
        <a:gradFill>
          <a:gsLst>
            <a:gs pos="0">
              <a:schemeClr val="phClr">
                <a:tint val="80000"/>
              </a:schemeClr>
            </a:gs>
            <a:gs pos="100000">
              <a:schemeClr val="phClr">
                <a:shade val="30000"/>
              </a:schemeClr>
            </a:gs>
          </a:gsLst>
          <a:path path="circle">
            <a:fillToRect l="50000" t="50000" r="50000" b="50000"/>
          </a:path>
          <a:tileRect l="0" t="0" r="0" b="0"/>
        </a:gradFill>
      </a:bgFillStyleLst>
    </a:fmtScheme>
  </a:themeElements>
</a:theme>
</file>

<file path=ppt/theme/theme8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 pitchFamily="0" charset="1"/>
        <a:ea typeface=""/>
        <a:cs typeface=""/>
      </a:majorFont>
      <a:minorFont>
        <a:latin typeface="Calibri" pitchFamily="0" charset="1"/>
        <a:ea typeface=""/>
        <a:cs typeface="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tint val="50000"/>
              </a:schemeClr>
            </a:gs>
            <a:gs pos="35000">
              <a:schemeClr val="phClr">
                <a:tint val="37000"/>
              </a:schemeClr>
            </a:gs>
            <a:gs pos="100000">
              <a:schemeClr val="phClr">
                <a:tint val="15000"/>
              </a:schemeClr>
            </a:gs>
          </a:gsLst>
          <a:lin ang="16200000" scaled="1"/>
          <a:tileRect l="0" t="0" r="0" b="0"/>
        </a:gradFill>
        <a:gradFill>
          <a:gsLst>
            <a:gs pos="0">
              <a:schemeClr val="phClr">
                <a:shade val="51000"/>
              </a:schemeClr>
            </a:gs>
            <a:gs pos="80000">
              <a:schemeClr val="phClr">
                <a:shade val="93000"/>
              </a:schemeClr>
            </a:gs>
            <a:gs pos="100000">
              <a:schemeClr val="phClr">
                <a:shade val="94000"/>
              </a:schemeClr>
            </a:gs>
          </a:gsLst>
          <a:lin ang="16200000" scaled="0"/>
          <a:tileRect l="0" t="0" r="0" b="0"/>
        </a:gradFill>
      </a:fillStyleLst>
      <a:lnStyleLst>
        <a:ln w="9525" cap="flat" cmpd="sng" algn="ctr">
          <a:prstDash val="solid"/>
        </a:ln>
        <a:ln w="25400" cap="flat" cmpd="sng" algn="ctr">
          <a:prstDash val="solid"/>
        </a:ln>
        <a:ln w="38100" cap="flat" cmpd="sng" algn="ctr"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gradFill>
          <a:gsLst>
            <a:gs pos="0">
              <a:schemeClr val="phClr">
                <a:tint val="40000"/>
              </a:schemeClr>
            </a:gs>
            <a:gs pos="40000">
              <a:schemeClr val="phClr">
                <a:tint val="45000"/>
                <a:shade val="99000"/>
              </a:schemeClr>
            </a:gs>
            <a:gs pos="100000">
              <a:schemeClr val="phClr">
                <a:shade val="20000"/>
              </a:schemeClr>
            </a:gs>
          </a:gsLst>
          <a:path path="circle">
            <a:fillToRect l="50000" t="-80000" r="50000" b="180000"/>
          </a:path>
          <a:tileRect l="0" t="0" r="0" b="0"/>
        </a:gradFill>
        <a:gradFill>
          <a:gsLst>
            <a:gs pos="0">
              <a:schemeClr val="phClr">
                <a:tint val="80000"/>
              </a:schemeClr>
            </a:gs>
            <a:gs pos="100000">
              <a:schemeClr val="phClr">
                <a:shade val="30000"/>
              </a:schemeClr>
            </a:gs>
          </a:gsLst>
          <a:path path="circle">
            <a:fillToRect l="50000" t="50000" r="50000" b="50000"/>
          </a:path>
          <a:tileRect l="0" t="0" r="0" b="0"/>
        </a:gradFill>
      </a:bgFillStyleLst>
    </a:fmtScheme>
  </a:themeElements>
</a:theme>
</file>

<file path=ppt/theme/theme9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 pitchFamily="0" charset="1"/>
        <a:ea typeface=""/>
        <a:cs typeface=""/>
      </a:majorFont>
      <a:minorFont>
        <a:latin typeface="Calibri" pitchFamily="0" charset="1"/>
        <a:ea typeface=""/>
        <a:cs typeface="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tint val="50000"/>
              </a:schemeClr>
            </a:gs>
            <a:gs pos="35000">
              <a:schemeClr val="phClr">
                <a:tint val="37000"/>
              </a:schemeClr>
            </a:gs>
            <a:gs pos="100000">
              <a:schemeClr val="phClr">
                <a:tint val="15000"/>
              </a:schemeClr>
            </a:gs>
          </a:gsLst>
          <a:lin ang="16200000" scaled="1"/>
          <a:tileRect l="0" t="0" r="0" b="0"/>
        </a:gradFill>
        <a:gradFill>
          <a:gsLst>
            <a:gs pos="0">
              <a:schemeClr val="phClr">
                <a:shade val="51000"/>
              </a:schemeClr>
            </a:gs>
            <a:gs pos="80000">
              <a:schemeClr val="phClr">
                <a:shade val="93000"/>
              </a:schemeClr>
            </a:gs>
            <a:gs pos="100000">
              <a:schemeClr val="phClr">
                <a:shade val="94000"/>
              </a:schemeClr>
            </a:gs>
          </a:gsLst>
          <a:lin ang="16200000" scaled="0"/>
          <a:tileRect l="0" t="0" r="0" b="0"/>
        </a:gradFill>
      </a:fillStyleLst>
      <a:lnStyleLst>
        <a:ln w="9525" cap="flat" cmpd="sng" algn="ctr">
          <a:prstDash val="solid"/>
        </a:ln>
        <a:ln w="25400" cap="flat" cmpd="sng" algn="ctr">
          <a:prstDash val="solid"/>
        </a:ln>
        <a:ln w="38100" cap="flat" cmpd="sng" algn="ctr"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gradFill>
          <a:gsLst>
            <a:gs pos="0">
              <a:schemeClr val="phClr">
                <a:tint val="40000"/>
              </a:schemeClr>
            </a:gs>
            <a:gs pos="40000">
              <a:schemeClr val="phClr">
                <a:tint val="45000"/>
                <a:shade val="99000"/>
              </a:schemeClr>
            </a:gs>
            <a:gs pos="100000">
              <a:schemeClr val="phClr">
                <a:shade val="20000"/>
              </a:schemeClr>
            </a:gs>
          </a:gsLst>
          <a:path path="circle">
            <a:fillToRect l="50000" t="-80000" r="50000" b="180000"/>
          </a:path>
          <a:tileRect l="0" t="0" r="0" b="0"/>
        </a:gradFill>
        <a:gradFill>
          <a:gsLst>
            <a:gs pos="0">
              <a:schemeClr val="phClr">
                <a:tint val="80000"/>
              </a:schemeClr>
            </a:gs>
            <a:gs pos="100000">
              <a:schemeClr val="phClr">
                <a:shade val="30000"/>
              </a:schemeClr>
            </a:gs>
          </a:gsLst>
          <a:path path="circle">
            <a:fillToRect l="50000" t="50000" r="50000" b="50000"/>
          </a:path>
          <a:tileRect l="0" t="0" r="0" b="0"/>
        </a:gradFill>
      </a:bgFillStyleLst>
    </a:fmtScheme>
  </a:themeElements>
</a:theme>
</file>

<file path=ppt/theme/theme10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 pitchFamily="0" charset="1"/>
        <a:ea typeface=""/>
        <a:cs typeface=""/>
      </a:majorFont>
      <a:minorFont>
        <a:latin typeface="Calibri" pitchFamily="0" charset="1"/>
        <a:ea typeface=""/>
        <a:cs typeface="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tint val="50000"/>
              </a:schemeClr>
            </a:gs>
            <a:gs pos="35000">
              <a:schemeClr val="phClr">
                <a:tint val="37000"/>
              </a:schemeClr>
            </a:gs>
            <a:gs pos="100000">
              <a:schemeClr val="phClr">
                <a:tint val="15000"/>
              </a:schemeClr>
            </a:gs>
          </a:gsLst>
          <a:lin ang="16200000" scaled="1"/>
          <a:tileRect l="0" t="0" r="0" b="0"/>
        </a:gradFill>
        <a:gradFill>
          <a:gsLst>
            <a:gs pos="0">
              <a:schemeClr val="phClr">
                <a:shade val="51000"/>
              </a:schemeClr>
            </a:gs>
            <a:gs pos="80000">
              <a:schemeClr val="phClr">
                <a:shade val="93000"/>
              </a:schemeClr>
            </a:gs>
            <a:gs pos="100000">
              <a:schemeClr val="phClr">
                <a:shade val="94000"/>
              </a:schemeClr>
            </a:gs>
          </a:gsLst>
          <a:lin ang="16200000" scaled="0"/>
          <a:tileRect l="0" t="0" r="0" b="0"/>
        </a:gradFill>
      </a:fillStyleLst>
      <a:lnStyleLst>
        <a:ln w="9525" cap="flat" cmpd="sng" algn="ctr">
          <a:prstDash val="solid"/>
        </a:ln>
        <a:ln w="25400" cap="flat" cmpd="sng" algn="ctr">
          <a:prstDash val="solid"/>
        </a:ln>
        <a:ln w="38100" cap="flat" cmpd="sng" algn="ctr"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gradFill>
          <a:gsLst>
            <a:gs pos="0">
              <a:schemeClr val="phClr">
                <a:tint val="40000"/>
              </a:schemeClr>
            </a:gs>
            <a:gs pos="40000">
              <a:schemeClr val="phClr">
                <a:tint val="45000"/>
                <a:shade val="99000"/>
              </a:schemeClr>
            </a:gs>
            <a:gs pos="100000">
              <a:schemeClr val="phClr">
                <a:shade val="20000"/>
              </a:schemeClr>
            </a:gs>
          </a:gsLst>
          <a:path path="circle">
            <a:fillToRect l="50000" t="-80000" r="50000" b="180000"/>
          </a:path>
          <a:tileRect l="0" t="0" r="0" b="0"/>
        </a:gradFill>
        <a:gradFill>
          <a:gsLst>
            <a:gs pos="0">
              <a:schemeClr val="phClr">
                <a:tint val="80000"/>
              </a:schemeClr>
            </a:gs>
            <a:gs pos="100000">
              <a:schemeClr val="phClr">
                <a:shade val="30000"/>
              </a:schemeClr>
            </a:gs>
          </a:gsLst>
          <a:path path="circle">
            <a:fillToRect l="50000" t="50000" r="50000" b="50000"/>
          </a:path>
          <a:tileRect l="0" t="0" r="0" b="0"/>
        </a:gradFill>
      </a:bgFillStyleLst>
    </a:fmtScheme>
  </a:themeElements>
</a:theme>
</file>

<file path=ppt/theme/theme1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 pitchFamily="0" charset="1"/>
        <a:ea typeface=""/>
        <a:cs typeface=""/>
      </a:majorFont>
      <a:minorFont>
        <a:latin typeface="Calibri" pitchFamily="0" charset="1"/>
        <a:ea typeface=""/>
        <a:cs typeface="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tint val="50000"/>
              </a:schemeClr>
            </a:gs>
            <a:gs pos="35000">
              <a:schemeClr val="phClr">
                <a:tint val="37000"/>
              </a:schemeClr>
            </a:gs>
            <a:gs pos="100000">
              <a:schemeClr val="phClr">
                <a:tint val="15000"/>
              </a:schemeClr>
            </a:gs>
          </a:gsLst>
          <a:lin ang="16200000" scaled="1"/>
          <a:tileRect l="0" t="0" r="0" b="0"/>
        </a:gradFill>
        <a:gradFill>
          <a:gsLst>
            <a:gs pos="0">
              <a:schemeClr val="phClr">
                <a:shade val="51000"/>
              </a:schemeClr>
            </a:gs>
            <a:gs pos="80000">
              <a:schemeClr val="phClr">
                <a:shade val="93000"/>
              </a:schemeClr>
            </a:gs>
            <a:gs pos="100000">
              <a:schemeClr val="phClr">
                <a:shade val="94000"/>
              </a:schemeClr>
            </a:gs>
          </a:gsLst>
          <a:lin ang="16200000" scaled="0"/>
          <a:tileRect l="0" t="0" r="0" b="0"/>
        </a:gradFill>
      </a:fillStyleLst>
      <a:lnStyleLst>
        <a:ln w="9525" cap="flat" cmpd="sng" algn="ctr">
          <a:prstDash val="solid"/>
        </a:ln>
        <a:ln w="25400" cap="flat" cmpd="sng" algn="ctr">
          <a:prstDash val="solid"/>
        </a:ln>
        <a:ln w="38100" cap="flat" cmpd="sng" algn="ctr"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gradFill>
          <a:gsLst>
            <a:gs pos="0">
              <a:schemeClr val="phClr">
                <a:tint val="40000"/>
              </a:schemeClr>
            </a:gs>
            <a:gs pos="40000">
              <a:schemeClr val="phClr">
                <a:tint val="45000"/>
                <a:shade val="99000"/>
              </a:schemeClr>
            </a:gs>
            <a:gs pos="100000">
              <a:schemeClr val="phClr">
                <a:shade val="20000"/>
              </a:schemeClr>
            </a:gs>
          </a:gsLst>
          <a:path path="circle">
            <a:fillToRect l="50000" t="-80000" r="50000" b="180000"/>
          </a:path>
          <a:tileRect l="0" t="0" r="0" b="0"/>
        </a:gradFill>
        <a:gradFill>
          <a:gsLst>
            <a:gs pos="0">
              <a:schemeClr val="phClr">
                <a:tint val="80000"/>
              </a:schemeClr>
            </a:gs>
            <a:gs pos="100000">
              <a:schemeClr val="phClr">
                <a:shade val="30000"/>
              </a:schemeClr>
            </a:gs>
          </a:gsLst>
          <a:path path="circle">
            <a:fillToRect l="50000" t="50000" r="50000" b="50000"/>
          </a:path>
          <a:tileRect l="0" t="0" r="0" b="0"/>
        </a:gradFill>
      </a:bgFillStyleLst>
    </a:fmtScheme>
  </a:themeElements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509</TotalTime>
  <Application>LibreOffice/24.2.7.2$Linux_X86_64 LibreOffice_project/420$Build-2</Application>
  <AppVersion>15.0000</AppVersion>
  <Words>1281</Words>
  <Paragraphs>198</Paragraphs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terms:created xsi:type="dcterms:W3CDTF">2006-08-16T00:00:00Z</dcterms:created>
  <dc:creator/>
  <dc:description/>
  <dc:identifier>DAG3TWXvXT0</dc:identifier>
  <dc:language>en-US</dc:language>
  <cp:lastModifiedBy/>
  <dcterms:modified xsi:type="dcterms:W3CDTF">2025-11-14T20:31:10Z</dcterms:modified>
  <cp:revision>10</cp:revision>
  <dc:subject/>
  <dc:title>From Launch to Litter: Orbital Overload</dc:title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PresentationFormat">
    <vt:lpwstr>Custom</vt:lpwstr>
  </property>
  <property fmtid="{D5CDD505-2E9C-101B-9397-08002B2CF9AE}" pid="3" name="Slides">
    <vt:r8>31</vt:r8>
  </property>
</Properties>
</file>