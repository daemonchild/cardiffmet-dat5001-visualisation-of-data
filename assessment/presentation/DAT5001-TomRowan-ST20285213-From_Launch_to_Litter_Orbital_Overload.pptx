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ppt/theme/theme1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Lst>
  <p:notesMasterIdLst>
    <p:notesMasterId r:id="rId27"/>
  </p:notesMasterIdLst>
  <p:sldIdLst>
    <p:sldId id="256" r:id="rId12"/>
    <p:sldId id="257" r:id="rId13"/>
    <p:sldId id="258" r:id="rId14"/>
    <p:sldId id="259" r:id="rId15"/>
    <p:sldId id="260" r:id="rId16"/>
    <p:sldId id="261" r:id="rId17"/>
    <p:sldId id="263" r:id="rId18"/>
    <p:sldId id="264" r:id="rId19"/>
    <p:sldId id="265" r:id="rId20"/>
    <p:sldId id="266" r:id="rId21"/>
    <p:sldId id="262" r:id="rId22"/>
    <p:sldId id="267" r:id="rId23"/>
    <p:sldId id="268" r:id="rId24"/>
    <p:sldId id="269" r:id="rId25"/>
    <p:sldId id="270" r:id="rId26"/>
  </p:sldIdLst>
  <p:sldSz cx="18288000" cy="1028700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A8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122"/>
    <p:restoredTop sz="77418"/>
  </p:normalViewPr>
  <p:slideViewPr>
    <p:cSldViewPr snapToGrid="0">
      <p:cViewPr varScale="1">
        <p:scale>
          <a:sx n="75" d="100"/>
          <a:sy n="75" d="100"/>
        </p:scale>
        <p:origin x="176" y="288"/>
      </p:cViewPr>
      <p:guideLst/>
    </p:cSldViewPr>
  </p:slideViewPr>
  <p:notesTextViewPr>
    <p:cViewPr>
      <p:scale>
        <a:sx n="1" d="1"/>
        <a:sy n="1" d="1"/>
      </p:scale>
      <p:origin x="0" y="0"/>
    </p:cViewPr>
  </p:notesTextViewPr>
  <p:notesViewPr>
    <p:cSldViewPr snapToGrid="0">
      <p:cViewPr varScale="1">
        <p:scale>
          <a:sx n="83" d="100"/>
          <a:sy n="83" d="100"/>
        </p:scale>
        <p:origin x="4448" y="20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slide" Target="slides/slide15.xml"/><Relationship Id="rId3" Type="http://schemas.openxmlformats.org/officeDocument/2006/relationships/slideMaster" Target="slideMasters/slideMaster3.xml"/><Relationship Id="rId21" Type="http://schemas.openxmlformats.org/officeDocument/2006/relationships/slide" Target="slides/slide10.xml"/><Relationship Id="rId7" Type="http://schemas.openxmlformats.org/officeDocument/2006/relationships/slideMaster" Target="slideMasters/slideMaster7.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slide" Target="slides/slide14.xml"/><Relationship Id="rId2" Type="http://schemas.openxmlformats.org/officeDocument/2006/relationships/slideMaster" Target="slideMasters/slideMaster2.xml"/><Relationship Id="rId16" Type="http://schemas.openxmlformats.org/officeDocument/2006/relationships/slide" Target="slides/slide5.xml"/><Relationship Id="rId20" Type="http://schemas.openxmlformats.org/officeDocument/2006/relationships/slide" Target="slides/slide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 Target="slides/slide13.xml"/><Relationship Id="rId5" Type="http://schemas.openxmlformats.org/officeDocument/2006/relationships/slideMaster" Target="slideMasters/slideMaster5.xml"/><Relationship Id="rId15" Type="http://schemas.openxmlformats.org/officeDocument/2006/relationships/slide" Target="slides/slide4.xml"/><Relationship Id="rId23" Type="http://schemas.openxmlformats.org/officeDocument/2006/relationships/slide" Target="slides/slide12.xml"/><Relationship Id="rId28" Type="http://schemas.openxmlformats.org/officeDocument/2006/relationships/presProps" Target="presProps.xml"/><Relationship Id="rId10" Type="http://schemas.openxmlformats.org/officeDocument/2006/relationships/slideMaster" Target="slideMasters/slideMaster10.xml"/><Relationship Id="rId19" Type="http://schemas.openxmlformats.org/officeDocument/2006/relationships/slide" Target="slides/slide8.xml"/><Relationship Id="rId31"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en-GB" sz="4400" b="0" strike="noStrike" spc="-1">
                <a:solidFill>
                  <a:srgbClr val="000000"/>
                </a:solidFill>
                <a:latin typeface="Arial"/>
              </a:rPr>
              <a:t>Click to move the slide</a:t>
            </a:r>
          </a:p>
        </p:txBody>
      </p:sp>
      <p:sp>
        <p:nvSpPr>
          <p:cNvPr id="5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GB" sz="2000" b="0" strike="noStrike" spc="-1">
                <a:solidFill>
                  <a:srgbClr val="000000"/>
                </a:solidFill>
                <a:latin typeface="Arial"/>
              </a:rPr>
              <a:t>Click to edit the notes' format</a:t>
            </a:r>
          </a:p>
        </p:txBody>
      </p:sp>
      <p:sp>
        <p:nvSpPr>
          <p:cNvPr id="5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GB" sz="1400" b="0" strike="noStrike" spc="-1">
                <a:solidFill>
                  <a:srgbClr val="000000"/>
                </a:solidFill>
                <a:latin typeface="Times New Roman"/>
              </a:rPr>
              <a:t>&lt;header&gt;</a:t>
            </a:r>
          </a:p>
        </p:txBody>
      </p:sp>
      <p:sp>
        <p:nvSpPr>
          <p:cNvPr id="53" name="PlaceHolder 4"/>
          <p:cNvSpPr>
            <a:spLocks noGrp="1"/>
          </p:cNvSpPr>
          <p:nvPr>
            <p:ph type="dt" idx="34"/>
          </p:nvPr>
        </p:nvSpPr>
        <p:spPr>
          <a:xfrm>
            <a:off x="4278960" y="0"/>
            <a:ext cx="3280680" cy="534240"/>
          </a:xfrm>
          <a:prstGeom prst="rect">
            <a:avLst/>
          </a:prstGeom>
          <a:noFill/>
          <a:ln w="0">
            <a:noFill/>
          </a:ln>
        </p:spPr>
        <p:txBody>
          <a:bodyPr lIns="0" tIns="0" rIns="0" bIns="0" anchor="t">
            <a:noAutofit/>
          </a:bodyPr>
          <a:lstStyle>
            <a:lvl1pPr indent="0" algn="r">
              <a:buNone/>
              <a:defRPr lang="en-GB" sz="1400" b="0" strike="noStrike" spc="-1">
                <a:solidFill>
                  <a:srgbClr val="000000"/>
                </a:solidFill>
                <a:latin typeface="Times New Roman"/>
              </a:defRPr>
            </a:lvl1pPr>
          </a:lstStyle>
          <a:p>
            <a:pPr indent="0" algn="r">
              <a:buNone/>
            </a:pPr>
            <a:r>
              <a:rPr lang="en-GB" sz="1400" b="0" strike="noStrike" spc="-1">
                <a:solidFill>
                  <a:srgbClr val="000000"/>
                </a:solidFill>
                <a:latin typeface="Times New Roman"/>
              </a:rPr>
              <a:t>&lt;date/time&gt;</a:t>
            </a:r>
          </a:p>
        </p:txBody>
      </p:sp>
      <p:sp>
        <p:nvSpPr>
          <p:cNvPr id="54" name="PlaceHolder 5"/>
          <p:cNvSpPr>
            <a:spLocks noGrp="1"/>
          </p:cNvSpPr>
          <p:nvPr>
            <p:ph type="ftr" idx="35"/>
          </p:nvPr>
        </p:nvSpPr>
        <p:spPr>
          <a:xfrm>
            <a:off x="0" y="10157400"/>
            <a:ext cx="3280680" cy="534240"/>
          </a:xfrm>
          <a:prstGeom prst="rect">
            <a:avLst/>
          </a:prstGeom>
          <a:noFill/>
          <a:ln w="0">
            <a:noFill/>
          </a:ln>
        </p:spPr>
        <p:txBody>
          <a:bodyPr lIns="0" tIns="0" rIns="0" bIns="0" anchor="b">
            <a:noAutofit/>
          </a:bodyPr>
          <a:lstStyle>
            <a:lvl1pPr indent="0">
              <a:buNone/>
              <a:defRPr lang="en-GB" sz="1400" b="0" strike="noStrike" spc="-1">
                <a:solidFill>
                  <a:srgbClr val="000000"/>
                </a:solidFill>
                <a:latin typeface="Times New Roman"/>
              </a:defRPr>
            </a:lvl1pPr>
          </a:lstStyle>
          <a:p>
            <a:pPr indent="0">
              <a:buNone/>
            </a:pPr>
            <a:r>
              <a:rPr lang="en-GB" sz="1400" b="0" strike="noStrike" spc="-1">
                <a:solidFill>
                  <a:srgbClr val="000000"/>
                </a:solidFill>
                <a:latin typeface="Times New Roman"/>
              </a:rPr>
              <a:t>&lt;footer&gt;</a:t>
            </a:r>
          </a:p>
        </p:txBody>
      </p:sp>
      <p:sp>
        <p:nvSpPr>
          <p:cNvPr id="55" name="PlaceHolder 6"/>
          <p:cNvSpPr>
            <a:spLocks noGrp="1"/>
          </p:cNvSpPr>
          <p:nvPr>
            <p:ph type="sldNum" idx="36"/>
          </p:nvPr>
        </p:nvSpPr>
        <p:spPr>
          <a:xfrm>
            <a:off x="4278960" y="10157400"/>
            <a:ext cx="3280680" cy="534240"/>
          </a:xfrm>
          <a:prstGeom prst="rect">
            <a:avLst/>
          </a:prstGeom>
          <a:noFill/>
          <a:ln w="0">
            <a:noFill/>
          </a:ln>
        </p:spPr>
        <p:txBody>
          <a:bodyPr lIns="0" tIns="0" rIns="0" bIns="0" anchor="b">
            <a:noAutofit/>
          </a:bodyPr>
          <a:lstStyle>
            <a:lvl1pPr indent="0" algn="r">
              <a:buNone/>
              <a:defRPr lang="en-GB" sz="1400" b="0" strike="noStrike" spc="-1">
                <a:solidFill>
                  <a:srgbClr val="000000"/>
                </a:solidFill>
                <a:latin typeface="Times New Roman"/>
              </a:defRPr>
            </a:lvl1pPr>
          </a:lstStyle>
          <a:p>
            <a:pPr indent="0" algn="r">
              <a:buNone/>
            </a:pPr>
            <a:fld id="{5601798C-D196-4A75-A370-449989ABA9BB}" type="slidenum">
              <a:rPr lang="en-GB" sz="1400" b="0" strike="noStrike" spc="-1">
                <a:solidFill>
                  <a:srgbClr val="000000"/>
                </a:solidFill>
                <a:latin typeface="Times New Roman"/>
              </a:rPr>
              <a:t>‹#›</a:t>
            </a:fld>
            <a:endParaRPr lang="en-GB"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Welcome to my presentation "From Launch to Litter: Orbital Overload"</a:t>
            </a:r>
          </a:p>
          <a:p>
            <a:endParaRPr lang="en-US" dirty="0"/>
          </a:p>
          <a:p>
            <a:r>
              <a:rPr lang="en-US" dirty="0"/>
              <a:t>I'm going to use data to show the likelihood and impact of the Kessler Syndrome on our modern </a:t>
            </a:r>
            <a:r>
              <a:rPr lang="en-US" dirty="0" err="1"/>
              <a:t>civilisation</a:t>
            </a:r>
            <a:r>
              <a:rPr lang="en-US" dirty="0"/>
              <a:t>.</a:t>
            </a:r>
          </a:p>
          <a:p>
            <a:endParaRPr lang="en-US" dirty="0"/>
          </a:p>
          <a:p>
            <a:r>
              <a:rPr lang="en-US" dirty="0"/>
              <a:t>We'll look at trends in what and how much is in orbit around Earth, who put it there, and how long it lasts.</a:t>
            </a:r>
          </a:p>
          <a:p>
            <a:endParaRPr lang="en-US" dirty="0"/>
          </a:p>
          <a:p>
            <a:r>
              <a:rPr lang="en-US" dirty="0"/>
              <a:t>Finally, we'll look at what can be done to avoid a potentially </a:t>
            </a:r>
            <a:r>
              <a:rPr lang="en-US" dirty="0" err="1"/>
              <a:t>disasterous</a:t>
            </a:r>
            <a:r>
              <a:rPr lang="en-US" dirty="0"/>
              <a:t> scenario.</a:t>
            </a:r>
          </a:p>
        </p:txBody>
      </p:sp>
      <p:sp>
        <p:nvSpPr>
          <p:cNvPr id="4" name="Slide Number Placeholder 3"/>
          <p:cNvSpPr>
            <a:spLocks noGrp="1"/>
          </p:cNvSpPr>
          <p:nvPr>
            <p:ph type="sldNum" idx="36"/>
          </p:nvPr>
        </p:nvSpPr>
        <p:spPr/>
        <p:txBody>
          <a:bodyPr/>
          <a:lstStyle/>
          <a:p>
            <a:pPr indent="0" algn="r">
              <a:buNone/>
            </a:pPr>
            <a:fld id="{5601798C-D196-4A75-A370-449989ABA9BB}" type="slidenum">
              <a:rPr lang="en-GB" sz="1400" b="0" strike="noStrike" spc="-1" smtClean="0">
                <a:solidFill>
                  <a:srgbClr val="000000"/>
                </a:solidFill>
                <a:latin typeface="Times New Roman"/>
              </a:rPr>
              <a:t>2</a:t>
            </a:fld>
            <a:endParaRPr lang="en-GB" sz="1400" b="0" strike="noStrike" spc="-1">
              <a:solidFill>
                <a:srgbClr val="000000"/>
              </a:solidFill>
              <a:latin typeface="Times New Roman"/>
            </a:endParaRPr>
          </a:p>
        </p:txBody>
      </p:sp>
    </p:spTree>
    <p:extLst>
      <p:ext uri="{BB962C8B-B14F-4D97-AF65-F5344CB8AC3E}">
        <p14:creationId xmlns:p14="http://schemas.microsoft.com/office/powerpoint/2010/main" val="10380463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In 1978 Donald Kessler and Burton Cour Palais released a paper describing a potentially disastrous scenario. </a:t>
            </a:r>
          </a:p>
          <a:p>
            <a:endParaRPr lang="en-US" dirty="0"/>
          </a:p>
          <a:p>
            <a:r>
              <a:rPr lang="en-US" dirty="0"/>
              <a:t>Excessive orbital congestion could mean that a tipping point is reached where a collision between satellites could result in a cascade effect, destroying many satellites, and endangering lives in space. (click)</a:t>
            </a:r>
          </a:p>
          <a:p>
            <a:endParaRPr lang="en-US" dirty="0"/>
          </a:p>
          <a:p>
            <a:r>
              <a:rPr lang="en-US" dirty="0"/>
              <a:t>Low Earth's Orbit could become dangerous and useless for decades.</a:t>
            </a:r>
            <a:br>
              <a:rPr lang="en-US" dirty="0"/>
            </a:br>
            <a:br>
              <a:rPr lang="en-US" dirty="0"/>
            </a:br>
            <a:endParaRPr lang="en-US" dirty="0"/>
          </a:p>
        </p:txBody>
      </p:sp>
      <p:sp>
        <p:nvSpPr>
          <p:cNvPr id="4" name="Slide Number Placeholder 3"/>
          <p:cNvSpPr>
            <a:spLocks noGrp="1"/>
          </p:cNvSpPr>
          <p:nvPr>
            <p:ph type="sldNum" idx="36"/>
          </p:nvPr>
        </p:nvSpPr>
        <p:spPr/>
        <p:txBody>
          <a:bodyPr/>
          <a:lstStyle/>
          <a:p>
            <a:pPr indent="0" algn="r">
              <a:buNone/>
            </a:pPr>
            <a:fld id="{5601798C-D196-4A75-A370-449989ABA9BB}" type="slidenum">
              <a:rPr lang="en-GB" sz="1400" b="0" strike="noStrike" spc="-1" smtClean="0">
                <a:solidFill>
                  <a:srgbClr val="000000"/>
                </a:solidFill>
                <a:latin typeface="Times New Roman"/>
              </a:rPr>
              <a:t>3</a:t>
            </a:fld>
            <a:endParaRPr lang="en-GB" sz="1400" b="0" strike="noStrike" spc="-1">
              <a:solidFill>
                <a:srgbClr val="000000"/>
              </a:solidFill>
              <a:latin typeface="Times New Roman"/>
            </a:endParaRPr>
          </a:p>
        </p:txBody>
      </p:sp>
    </p:spTree>
    <p:extLst>
      <p:ext uri="{BB962C8B-B14F-4D97-AF65-F5344CB8AC3E}">
        <p14:creationId xmlns:p14="http://schemas.microsoft.com/office/powerpoint/2010/main" val="42323408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Space exploration began in earnest in 1957 with the launch of Sputnik-1 by the Soviet Union. </a:t>
            </a:r>
          </a:p>
          <a:p>
            <a:endParaRPr lang="en-US" dirty="0"/>
          </a:p>
          <a:p>
            <a:r>
              <a:rPr lang="en-US" dirty="0"/>
              <a:t>Since then, there have been thousands of rocket launches, deploying around XXXX payloads - including satellites and space stations.</a:t>
            </a:r>
          </a:p>
          <a:p>
            <a:endParaRPr lang="en-US" dirty="0"/>
          </a:p>
          <a:p>
            <a:r>
              <a:rPr lang="en-US" dirty="0"/>
              <a:t>Every mission has resulted in some debris, There are now around 32,500 trackable objects over 10cm in size, and many millions of smaller, un-trackable objects.</a:t>
            </a:r>
          </a:p>
        </p:txBody>
      </p:sp>
      <p:sp>
        <p:nvSpPr>
          <p:cNvPr id="4" name="Slide Number Placeholder 3"/>
          <p:cNvSpPr>
            <a:spLocks noGrp="1"/>
          </p:cNvSpPr>
          <p:nvPr>
            <p:ph type="sldNum" idx="36"/>
          </p:nvPr>
        </p:nvSpPr>
        <p:spPr/>
        <p:txBody>
          <a:bodyPr/>
          <a:lstStyle/>
          <a:p>
            <a:pPr indent="0" algn="r">
              <a:buNone/>
            </a:pPr>
            <a:fld id="{5601798C-D196-4A75-A370-449989ABA9BB}" type="slidenum">
              <a:rPr lang="en-GB" sz="1400" b="0" strike="noStrike" spc="-1" smtClean="0">
                <a:solidFill>
                  <a:srgbClr val="000000"/>
                </a:solidFill>
                <a:latin typeface="Times New Roman"/>
              </a:rPr>
              <a:t>4</a:t>
            </a:fld>
            <a:endParaRPr lang="en-GB" sz="1400" b="0" strike="noStrike" spc="-1">
              <a:solidFill>
                <a:srgbClr val="000000"/>
              </a:solidFill>
              <a:latin typeface="Times New Roman"/>
            </a:endParaRPr>
          </a:p>
        </p:txBody>
      </p:sp>
    </p:spTree>
    <p:extLst>
      <p:ext uri="{BB962C8B-B14F-4D97-AF65-F5344CB8AC3E}">
        <p14:creationId xmlns:p14="http://schemas.microsoft.com/office/powerpoint/2010/main" val="17188588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Over time, the orbits of some - but not all - objects decay due to atmospheric drag, and they re-enter Earth's atmosphere to burn up.</a:t>
            </a:r>
          </a:p>
          <a:p>
            <a:br>
              <a:rPr lang="en-US" dirty="0"/>
            </a:br>
            <a:r>
              <a:rPr lang="en-US" dirty="0"/>
              <a:t>Many of the objects still in orbit are satellite payloads. There are over 17 thousand today. Only 11 thousand are active.</a:t>
            </a:r>
          </a:p>
          <a:p>
            <a:endParaRPr lang="en-US" dirty="0"/>
          </a:p>
          <a:p>
            <a:r>
              <a:rPr lang="en-US" dirty="0"/>
              <a:t>Today, most satellite payloads are operated by commercial entities, and the largest category by far is communications. This is followed by optical imaging, mostly of the Earth, with some pointing outwards to the stars.</a:t>
            </a:r>
          </a:p>
          <a:p>
            <a:endParaRPr lang="en-US" dirty="0"/>
          </a:p>
          <a:p>
            <a:endParaRPr lang="en-US" dirty="0"/>
          </a:p>
        </p:txBody>
      </p:sp>
      <p:sp>
        <p:nvSpPr>
          <p:cNvPr id="4" name="Slide Number Placeholder 3"/>
          <p:cNvSpPr>
            <a:spLocks noGrp="1"/>
          </p:cNvSpPr>
          <p:nvPr>
            <p:ph type="sldNum" idx="36"/>
          </p:nvPr>
        </p:nvSpPr>
        <p:spPr/>
        <p:txBody>
          <a:bodyPr/>
          <a:lstStyle/>
          <a:p>
            <a:pPr indent="0" algn="r">
              <a:buNone/>
            </a:pPr>
            <a:fld id="{5601798C-D196-4A75-A370-449989ABA9BB}" type="slidenum">
              <a:rPr lang="en-GB" sz="1400" b="0" strike="noStrike" spc="-1" smtClean="0">
                <a:solidFill>
                  <a:srgbClr val="000000"/>
                </a:solidFill>
                <a:latin typeface="Times New Roman"/>
              </a:rPr>
              <a:t>5</a:t>
            </a:fld>
            <a:endParaRPr lang="en-GB" sz="1400" b="0" strike="noStrike" spc="-1">
              <a:solidFill>
                <a:srgbClr val="000000"/>
              </a:solidFill>
              <a:latin typeface="Times New Roman"/>
            </a:endParaRPr>
          </a:p>
        </p:txBody>
      </p:sp>
    </p:spTree>
    <p:extLst>
      <p:ext uri="{BB962C8B-B14F-4D97-AF65-F5344CB8AC3E}">
        <p14:creationId xmlns:p14="http://schemas.microsoft.com/office/powerpoint/2010/main" val="32910599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The total mass of space hardware in orbit today is around 13 thousand metric tons, which equates to about 1062 London buses. It pays to be as light and efficient as possible when launching by rocket.</a:t>
            </a:r>
          </a:p>
          <a:p>
            <a:endParaRPr lang="en-US" dirty="0"/>
          </a:p>
          <a:p>
            <a:r>
              <a:rPr lang="en-US" dirty="0"/>
              <a:t>Unsurprisingly, the United States is the biggest contributor by mass, followed by China, Russia, India and Canada. These top five nations account for three quarters of the total mass in orbit.</a:t>
            </a:r>
          </a:p>
          <a:p>
            <a:endParaRPr lang="en-US" dirty="0"/>
          </a:p>
          <a:p>
            <a:r>
              <a:rPr lang="en-US" dirty="0"/>
              <a:t>SpaceX's Starlink program far outweighs everyone else.</a:t>
            </a:r>
          </a:p>
        </p:txBody>
      </p:sp>
      <p:sp>
        <p:nvSpPr>
          <p:cNvPr id="4" name="Slide Number Placeholder 3"/>
          <p:cNvSpPr>
            <a:spLocks noGrp="1"/>
          </p:cNvSpPr>
          <p:nvPr>
            <p:ph type="sldNum" idx="36"/>
          </p:nvPr>
        </p:nvSpPr>
        <p:spPr/>
        <p:txBody>
          <a:bodyPr/>
          <a:lstStyle/>
          <a:p>
            <a:pPr indent="0" algn="r">
              <a:buNone/>
            </a:pPr>
            <a:fld id="{5601798C-D196-4A75-A370-449989ABA9BB}" type="slidenum">
              <a:rPr lang="en-GB" sz="1400" b="0" strike="noStrike" spc="-1" smtClean="0">
                <a:solidFill>
                  <a:srgbClr val="000000"/>
                </a:solidFill>
                <a:latin typeface="Times New Roman"/>
              </a:rPr>
              <a:t>6</a:t>
            </a:fld>
            <a:endParaRPr lang="en-GB" sz="1400" b="0" strike="noStrike" spc="-1">
              <a:solidFill>
                <a:srgbClr val="000000"/>
              </a:solidFill>
              <a:latin typeface="Times New Roman"/>
            </a:endParaRPr>
          </a:p>
        </p:txBody>
      </p:sp>
    </p:spTree>
    <p:extLst>
      <p:ext uri="{BB962C8B-B14F-4D97-AF65-F5344CB8AC3E}">
        <p14:creationId xmlns:p14="http://schemas.microsoft.com/office/powerpoint/2010/main" val="2586395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PlaceHolder 1"/>
          <p:cNvSpPr>
            <a:spLocks noGrp="1" noRot="1" noChangeAspect="1"/>
          </p:cNvSpPr>
          <p:nvPr>
            <p:ph type="sldImg"/>
          </p:nvPr>
        </p:nvSpPr>
        <p:spPr>
          <a:xfrm>
            <a:off x="217488" y="812800"/>
            <a:ext cx="7124700" cy="4008438"/>
          </a:xfrm>
          <a:prstGeom prst="rect">
            <a:avLst/>
          </a:prstGeom>
          <a:ln w="0">
            <a:noFill/>
          </a:ln>
        </p:spPr>
      </p:sp>
      <p:sp>
        <p:nvSpPr>
          <p:cNvPr id="189"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GB" sz="2000" b="0" strike="noStrike" spc="-1" dirty="0">
                <a:solidFill>
                  <a:srgbClr val="000000"/>
                </a:solidFill>
                <a:latin typeface="Arial"/>
              </a:rPr>
              <a:t>Up until the 1990s, most satellites were launches for government purposes, most for defence, and later GPS navigation.</a:t>
            </a:r>
          </a:p>
          <a:p>
            <a:pPr marL="216000" indent="-216000">
              <a:buNone/>
            </a:pPr>
            <a:endParaRPr lang="en-GB" sz="2000" b="0" strike="noStrike" spc="-1" dirty="0">
              <a:solidFill>
                <a:srgbClr val="000000"/>
              </a:solidFill>
              <a:latin typeface="Arial"/>
            </a:endParaRPr>
          </a:p>
          <a:p>
            <a:pPr marL="216000" indent="-216000">
              <a:buNone/>
            </a:pPr>
            <a:r>
              <a:rPr lang="en-GB" sz="2000" b="0" strike="noStrike" spc="-1" dirty="0">
                <a:solidFill>
                  <a:srgbClr val="000000"/>
                </a:solidFill>
                <a:latin typeface="Arial"/>
              </a:rPr>
              <a:t>The late 1990s witnessed the beginnings of the commercialisation of space, beginning with satellite TV followed by applications like Google Earth.</a:t>
            </a:r>
          </a:p>
          <a:p>
            <a:pPr marL="216000" indent="-216000">
              <a:buNone/>
            </a:pPr>
            <a:endParaRPr lang="en-GB" sz="2000" b="0" strike="noStrike" spc="-1" dirty="0">
              <a:solidFill>
                <a:srgbClr val="000000"/>
              </a:solidFill>
              <a:latin typeface="Arial"/>
            </a:endParaRPr>
          </a:p>
          <a:p>
            <a:pPr marL="216000" indent="-216000">
              <a:buNone/>
            </a:pPr>
            <a:r>
              <a:rPr lang="en-GB" sz="2000" b="0" strike="noStrike" spc="-1" dirty="0">
                <a:solidFill>
                  <a:srgbClr val="000000"/>
                </a:solidFill>
                <a:latin typeface="Arial"/>
              </a:rPr>
              <a:t>The late 2010s and 2020s have seen an explosion of commercial launches, with companies like SpaceX building m</a:t>
            </a:r>
            <a:r>
              <a:rPr lang="zxx" sz="2000" b="0" strike="noStrike" spc="-1">
                <a:solidFill>
                  <a:srgbClr val="000000"/>
                </a:solidFill>
                <a:latin typeface="Arial"/>
              </a:rPr>
              <a:t>egaconstellations.</a:t>
            </a:r>
            <a:r>
              <a:rPr lang="en-GB" sz="2000" b="0" strike="noStrike" spc="-1" dirty="0">
                <a:solidFill>
                  <a:srgbClr val="000000"/>
                </a:solidFill>
                <a:latin typeface="Arial"/>
              </a:rPr>
              <a:t> </a:t>
            </a:r>
          </a:p>
          <a:p>
            <a:pPr marL="216000" indent="-216000">
              <a:buNone/>
            </a:pPr>
            <a:endParaRPr lang="zxx" sz="2000" b="0" strike="noStrike" spc="-1">
              <a:solidFill>
                <a:srgbClr val="000000"/>
              </a:solidFill>
              <a:latin typeface="Arial"/>
            </a:endParaRPr>
          </a:p>
          <a:p>
            <a:pPr marL="216000" indent="-216000">
              <a:buNone/>
            </a:pPr>
            <a:r>
              <a:rPr lang="en-GB" sz="2000" b="0" strike="noStrike" spc="-1" dirty="0">
                <a:solidFill>
                  <a:srgbClr val="000000"/>
                </a:solidFill>
                <a:latin typeface="Arial"/>
              </a:rPr>
              <a:t>Today, </a:t>
            </a:r>
            <a:r>
              <a:rPr lang="zxx" sz="2000" b="0" strike="noStrike" spc="-1">
                <a:solidFill>
                  <a:srgbClr val="000000"/>
                </a:solidFill>
                <a:latin typeface="Arial"/>
              </a:rPr>
              <a:t>Starlink </a:t>
            </a:r>
            <a:r>
              <a:rPr lang="en-GB" sz="2000" b="0" strike="noStrike" spc="-1" dirty="0">
                <a:solidFill>
                  <a:srgbClr val="000000"/>
                </a:solidFill>
                <a:latin typeface="Arial"/>
              </a:rPr>
              <a:t>has over </a:t>
            </a:r>
            <a:r>
              <a:rPr lang="zxx" sz="2000" b="0" strike="noStrike" spc="-1">
                <a:solidFill>
                  <a:srgbClr val="000000"/>
                </a:solidFill>
                <a:latin typeface="Arial"/>
              </a:rPr>
              <a:t>9000 </a:t>
            </a:r>
            <a:r>
              <a:rPr lang="en-GB" sz="2000" b="0" strike="noStrike" spc="-1" dirty="0">
                <a:solidFill>
                  <a:srgbClr val="000000"/>
                </a:solidFill>
                <a:latin typeface="Arial"/>
              </a:rPr>
              <a:t>active </a:t>
            </a:r>
            <a:r>
              <a:rPr lang="zxx" sz="2000" b="0" strike="noStrike" spc="-1">
                <a:solidFill>
                  <a:srgbClr val="000000"/>
                </a:solidFill>
                <a:latin typeface="Arial"/>
              </a:rPr>
              <a:t>satellites</a:t>
            </a:r>
            <a:r>
              <a:rPr lang="en-GB" sz="2000" b="0" strike="noStrike" spc="-1" dirty="0">
                <a:solidFill>
                  <a:srgbClr val="000000"/>
                </a:solidFill>
                <a:latin typeface="Arial"/>
              </a:rPr>
              <a:t>, but many others of those launched and still in orbit are no longer operational.</a:t>
            </a:r>
          </a:p>
          <a:p>
            <a:pPr marL="216000" indent="-216000">
              <a:buNone/>
            </a:pPr>
            <a:endParaRPr lang="en-GB" sz="2000" b="0" strike="noStrike" spc="-1" dirty="0">
              <a:solidFill>
                <a:srgbClr val="000000"/>
              </a:solidFill>
              <a:latin typeface="Arial"/>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en-GB" sz="2000" b="0" strike="noStrike" spc="-1" dirty="0">
                <a:solidFill>
                  <a:srgbClr val="000000"/>
                </a:solidFill>
                <a:latin typeface="+mn-lt"/>
              </a:rPr>
              <a:t>As the graphic shows, there are now proportionally more commercial payloads, but their average lifespan is relatively short at 3 and a half years.</a:t>
            </a:r>
          </a:p>
          <a:p>
            <a:pPr marL="216000" indent="-216000">
              <a:buNone/>
            </a:pPr>
            <a:endParaRPr lang="zxx" sz="2000" b="0" strike="noStrike" spc="-1">
              <a:solidFill>
                <a:srgbClr val="000000"/>
              </a:solidFill>
              <a:latin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PlaceHolder 1"/>
          <p:cNvSpPr>
            <a:spLocks noGrp="1" noRot="1" noChangeAspect="1"/>
          </p:cNvSpPr>
          <p:nvPr>
            <p:ph type="sldImg"/>
          </p:nvPr>
        </p:nvSpPr>
        <p:spPr>
          <a:xfrm>
            <a:off x="217488" y="812800"/>
            <a:ext cx="7124700" cy="4008438"/>
          </a:xfrm>
          <a:prstGeom prst="rect">
            <a:avLst/>
          </a:prstGeom>
          <a:ln w="0">
            <a:noFill/>
          </a:ln>
        </p:spPr>
      </p:sp>
      <p:sp>
        <p:nvSpPr>
          <p:cNvPr id="1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GB" sz="2000" b="0" strike="noStrike" spc="-1" dirty="0">
                <a:solidFill>
                  <a:srgbClr val="000000"/>
                </a:solidFill>
                <a:latin typeface="Arial"/>
              </a:rPr>
              <a:t>Continuing this discussion, the graphic highlights the explosive growth of commercial programs, in particular Starlink.</a:t>
            </a:r>
          </a:p>
          <a:p>
            <a:pPr marL="216000" indent="-216000">
              <a:buNone/>
            </a:pPr>
            <a:endParaRPr lang="en-GB" sz="2000" b="0" strike="noStrike" spc="-1" dirty="0">
              <a:solidFill>
                <a:srgbClr val="000000"/>
              </a:solidFill>
              <a:latin typeface="Arial"/>
            </a:endParaRPr>
          </a:p>
          <a:p>
            <a:pPr marL="216000" indent="-216000">
              <a:buNone/>
            </a:pPr>
            <a:r>
              <a:rPr lang="en-GB" sz="2000" b="0" strike="noStrike" spc="-1" dirty="0">
                <a:solidFill>
                  <a:srgbClr val="000000"/>
                </a:solidFill>
                <a:latin typeface="Arial"/>
              </a:rPr>
              <a:t>SpaceX first launched a Starlink satellite in 2018 and has since far outstripped any other space program.</a:t>
            </a:r>
          </a:p>
          <a:p>
            <a:pPr marL="216000" indent="-216000">
              <a:buNone/>
            </a:pPr>
            <a:endParaRPr lang="en-GB" sz="2000" b="0" strike="noStrike" spc="-1" dirty="0">
              <a:solidFill>
                <a:srgbClr val="000000"/>
              </a:solidFill>
              <a:latin typeface="Arial"/>
            </a:endParaRPr>
          </a:p>
          <a:p>
            <a:pPr marL="216000" indent="-216000">
              <a:buNone/>
            </a:pPr>
            <a:r>
              <a:rPr lang="en-GB" sz="2000" b="0" strike="noStrike" spc="-1" dirty="0">
                <a:solidFill>
                  <a:srgbClr val="000000"/>
                </a:solidFill>
                <a:latin typeface="Arial"/>
              </a:rPr>
              <a:t>Other recently formed commercial players are OneWeb and Flock. </a:t>
            </a:r>
            <a:br>
              <a:rPr lang="en-GB" sz="2000" b="0" strike="noStrike" spc="-1" dirty="0">
                <a:solidFill>
                  <a:srgbClr val="000000"/>
                </a:solidFill>
                <a:latin typeface="Arial"/>
              </a:rPr>
            </a:br>
            <a:endParaRPr lang="en-GB" sz="2000" b="0" strike="noStrike" spc="-1" dirty="0">
              <a:solidFill>
                <a:srgbClr val="000000"/>
              </a:solidFill>
              <a:latin typeface="Arial"/>
            </a:endParaRPr>
          </a:p>
          <a:p>
            <a:pPr marL="216000" indent="-216000">
              <a:buNone/>
            </a:pPr>
            <a:r>
              <a:rPr lang="en-GB" sz="2000" b="0" strike="noStrike" spc="-1" dirty="0">
                <a:solidFill>
                  <a:srgbClr val="000000"/>
                </a:solidFill>
                <a:latin typeface="Arial"/>
              </a:rPr>
              <a:t>Note also the long-lived Russian Progress program that has consistently grown its fleet since the 1970s.</a:t>
            </a:r>
            <a:endParaRPr lang="zxx" sz="2000" b="0" strike="noStrike" spc="-1">
              <a:solidFill>
                <a:srgbClr val="000000"/>
              </a:solidFill>
              <a:latin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The early days of space exploration were driven by the Cold War, and the only stakeholders were the US and the Soviet Union. </a:t>
            </a:r>
          </a:p>
          <a:p>
            <a:endParaRPr lang="en-US" dirty="0"/>
          </a:p>
          <a:p>
            <a:r>
              <a:rPr lang="en-US" dirty="0"/>
              <a:t>In 1960, these two had launched 46 satellites between them. The UK launched its first three satellites in the 1960s, using NASA rockets.</a:t>
            </a:r>
          </a:p>
          <a:p>
            <a:endParaRPr lang="en-US" dirty="0"/>
          </a:p>
          <a:p>
            <a:r>
              <a:rPr lang="en-US" dirty="0"/>
              <a:t>By the 1980s, there were 17 space faring nations and nearly 3000 launches.</a:t>
            </a:r>
          </a:p>
          <a:p>
            <a:endParaRPr lang="en-US" dirty="0"/>
          </a:p>
          <a:p>
            <a:r>
              <a:rPr lang="en-US" dirty="0"/>
              <a:t>Today, there are almost 100 countries involved having launched around 25 thousand satellites. </a:t>
            </a:r>
          </a:p>
          <a:p>
            <a:endParaRPr lang="en-US" dirty="0"/>
          </a:p>
          <a:p>
            <a:r>
              <a:rPr lang="en-US" dirty="0"/>
              <a:t>Not all of these remain in orbit, of course.</a:t>
            </a:r>
          </a:p>
          <a:p>
            <a:endParaRPr lang="en-US" dirty="0"/>
          </a:p>
          <a:p>
            <a:r>
              <a:rPr lang="en-US" dirty="0"/>
              <a:t>While most countries </a:t>
            </a:r>
            <a:r>
              <a:rPr lang="en-US" dirty="0" err="1"/>
              <a:t>utilise</a:t>
            </a:r>
            <a:r>
              <a:rPr lang="en-US" dirty="0"/>
              <a:t> one of a small - but growing - number of rocket operators to launch their space missions, reusable rockets such as the SpaceX Falcon 9 have opened up this once very costly exercise.</a:t>
            </a:r>
          </a:p>
        </p:txBody>
      </p:sp>
      <p:sp>
        <p:nvSpPr>
          <p:cNvPr id="4" name="Slide Number Placeholder 3"/>
          <p:cNvSpPr>
            <a:spLocks noGrp="1"/>
          </p:cNvSpPr>
          <p:nvPr>
            <p:ph type="sldNum" idx="36"/>
          </p:nvPr>
        </p:nvSpPr>
        <p:spPr/>
        <p:txBody>
          <a:bodyPr/>
          <a:lstStyle/>
          <a:p>
            <a:pPr indent="0" algn="r">
              <a:buNone/>
            </a:pPr>
            <a:fld id="{5601798C-D196-4A75-A370-449989ABA9BB}" type="slidenum">
              <a:rPr lang="en-GB" sz="1400" b="0" strike="noStrike" spc="-1" smtClean="0">
                <a:solidFill>
                  <a:srgbClr val="000000"/>
                </a:solidFill>
                <a:latin typeface="Times New Roman"/>
              </a:rPr>
              <a:t>9</a:t>
            </a:fld>
            <a:endParaRPr lang="en-GB" sz="1400" b="0" strike="noStrike" spc="-1">
              <a:solidFill>
                <a:srgbClr val="000000"/>
              </a:solidFill>
              <a:latin typeface="Times New Roman"/>
            </a:endParaRPr>
          </a:p>
        </p:txBody>
      </p:sp>
    </p:spTree>
    <p:extLst>
      <p:ext uri="{BB962C8B-B14F-4D97-AF65-F5344CB8AC3E}">
        <p14:creationId xmlns:p14="http://schemas.microsoft.com/office/powerpoint/2010/main" val="31676041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The graphic shows the relative number of each type of tracked object over the years. Focusing on debris, the </a:t>
            </a:r>
            <a:r>
              <a:rPr lang="en-US" dirty="0" err="1"/>
              <a:t>colours</a:t>
            </a:r>
            <a:r>
              <a:rPr lang="en-US" dirty="0"/>
              <a:t> show clearly how much of it outlasts other types of object.</a:t>
            </a:r>
          </a:p>
          <a:p>
            <a:endParaRPr lang="en-US" dirty="0"/>
          </a:p>
          <a:p>
            <a:r>
              <a:rPr lang="en-US" dirty="0"/>
              <a:t>Early space missions were not concerned about managing space junk sustainably.</a:t>
            </a:r>
          </a:p>
          <a:p>
            <a:endParaRPr lang="en-US" dirty="0"/>
          </a:p>
          <a:p>
            <a:r>
              <a:rPr lang="en-US" dirty="0"/>
              <a:t>In the late 1990s, Ariane rockets were particularly troublesome and generated a lot of debris with every launch, as the large bubble demonstrates. </a:t>
            </a:r>
          </a:p>
          <a:p>
            <a:endParaRPr lang="en-US" dirty="0"/>
          </a:p>
          <a:p>
            <a:r>
              <a:rPr lang="en-US" dirty="0"/>
              <a:t>This dramatic increase led to the UN Committee on the Peaceful Uses of Outer Space creating voluntary debris reduction guidelines in 1999. </a:t>
            </a:r>
          </a:p>
        </p:txBody>
      </p:sp>
      <p:sp>
        <p:nvSpPr>
          <p:cNvPr id="4" name="Slide Number Placeholder 3"/>
          <p:cNvSpPr>
            <a:spLocks noGrp="1"/>
          </p:cNvSpPr>
          <p:nvPr>
            <p:ph type="sldNum" idx="36"/>
          </p:nvPr>
        </p:nvSpPr>
        <p:spPr/>
        <p:txBody>
          <a:bodyPr/>
          <a:lstStyle/>
          <a:p>
            <a:pPr indent="0" algn="r">
              <a:buNone/>
            </a:pPr>
            <a:fld id="{5601798C-D196-4A75-A370-449989ABA9BB}" type="slidenum">
              <a:rPr lang="en-GB" sz="1400" b="0" strike="noStrike" spc="-1" smtClean="0">
                <a:solidFill>
                  <a:srgbClr val="000000"/>
                </a:solidFill>
                <a:latin typeface="Times New Roman"/>
              </a:rPr>
              <a:t>10</a:t>
            </a:fld>
            <a:endParaRPr lang="en-GB" sz="1400" b="0" strike="noStrike" spc="-1">
              <a:solidFill>
                <a:srgbClr val="000000"/>
              </a:solidFill>
              <a:latin typeface="Times New Roman"/>
            </a:endParaRPr>
          </a:p>
        </p:txBody>
      </p:sp>
    </p:spTree>
    <p:extLst>
      <p:ext uri="{BB962C8B-B14F-4D97-AF65-F5344CB8AC3E}">
        <p14:creationId xmlns:p14="http://schemas.microsoft.com/office/powerpoint/2010/main" val="3369387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This pretty graph shows the orbital paths of today's satellites. Not all are circular orbits, although those closer to Earth tend to be so.</a:t>
            </a:r>
          </a:p>
          <a:p>
            <a:endParaRPr lang="en-US" dirty="0"/>
          </a:p>
          <a:p>
            <a:r>
              <a:rPr lang="en-US" dirty="0"/>
              <a:t>In the 1960s, many payloads were launched to support deep space missions; most are still up there whether active or not.</a:t>
            </a:r>
          </a:p>
          <a:p>
            <a:endParaRPr lang="en-US" dirty="0"/>
          </a:p>
          <a:p>
            <a:r>
              <a:rPr lang="en-US" dirty="0"/>
              <a:t>The inset chart shows the packed orbital shells immediately around the Earth, up to 7 thousand 500 km above the surface. The density is very high because Low Earth Orbit is desirable for communications and navigation purposes.</a:t>
            </a:r>
          </a:p>
          <a:p>
            <a:endParaRPr lang="en-US" dirty="0"/>
          </a:p>
        </p:txBody>
      </p:sp>
      <p:sp>
        <p:nvSpPr>
          <p:cNvPr id="4" name="Slide Number Placeholder 3"/>
          <p:cNvSpPr>
            <a:spLocks noGrp="1"/>
          </p:cNvSpPr>
          <p:nvPr>
            <p:ph type="sldNum" idx="36"/>
          </p:nvPr>
        </p:nvSpPr>
        <p:spPr/>
        <p:txBody>
          <a:bodyPr/>
          <a:lstStyle/>
          <a:p>
            <a:pPr indent="0" algn="r">
              <a:buNone/>
            </a:pPr>
            <a:fld id="{5601798C-D196-4A75-A370-449989ABA9BB}" type="slidenum">
              <a:rPr lang="en-GB" sz="1400" b="0" strike="noStrike" spc="-1" smtClean="0">
                <a:solidFill>
                  <a:srgbClr val="000000"/>
                </a:solidFill>
                <a:latin typeface="Times New Roman"/>
              </a:rPr>
              <a:t>11</a:t>
            </a:fld>
            <a:endParaRPr lang="en-GB" sz="1400" b="0" strike="noStrike" spc="-1">
              <a:solidFill>
                <a:srgbClr val="000000"/>
              </a:solidFill>
              <a:latin typeface="Times New Roman"/>
            </a:endParaRPr>
          </a:p>
        </p:txBody>
      </p:sp>
    </p:spTree>
    <p:extLst>
      <p:ext uri="{BB962C8B-B14F-4D97-AF65-F5344CB8AC3E}">
        <p14:creationId xmlns:p14="http://schemas.microsoft.com/office/powerpoint/2010/main" val="26589965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The trend is for more and more satellite launches, and </a:t>
            </a:r>
            <a:r>
              <a:rPr lang="en-US" dirty="0" err="1"/>
              <a:t>megaconstellations</a:t>
            </a:r>
            <a:r>
              <a:rPr lang="en-US" dirty="0"/>
              <a:t>, thereby increasing density towards tipping point levels.</a:t>
            </a:r>
          </a:p>
          <a:p>
            <a:endParaRPr lang="en-US" dirty="0"/>
          </a:p>
          <a:p>
            <a:r>
              <a:rPr lang="en-US" dirty="0"/>
              <a:t>Should there be a collision cascade, </a:t>
            </a:r>
            <a:r>
              <a:rPr lang="en-US" dirty="0" err="1"/>
              <a:t>civilisation</a:t>
            </a:r>
            <a:r>
              <a:rPr lang="en-US" dirty="0"/>
              <a:t> could enter a new dark age. Imagine a world without satellite communications and Internet providers. We would lose GPS navigation and earth monitoring. We would lose Sky TV.</a:t>
            </a:r>
          </a:p>
          <a:p>
            <a:endParaRPr lang="en-US" dirty="0"/>
          </a:p>
          <a:p>
            <a:r>
              <a:rPr lang="en-US" dirty="0"/>
              <a:t>It would become too dangerous for crewed missions, including on space stations. Plans to return to the moon and to reach onwards to Mars would be impossible to </a:t>
            </a:r>
            <a:r>
              <a:rPr lang="en-US" dirty="0" err="1"/>
              <a:t>realise</a:t>
            </a:r>
            <a:r>
              <a:rPr lang="en-US" dirty="0"/>
              <a:t>.</a:t>
            </a:r>
          </a:p>
          <a:p>
            <a:endParaRPr lang="en-US" dirty="0"/>
          </a:p>
          <a:p>
            <a:r>
              <a:rPr lang="en-US" dirty="0"/>
              <a:t>The space industry itself is worth around 400 billion dollars, but there would also be the knock-on effects on all Earth industry. </a:t>
            </a:r>
          </a:p>
          <a:p>
            <a:endParaRPr lang="en-US" dirty="0"/>
          </a:p>
          <a:p>
            <a:r>
              <a:rPr lang="en-US" dirty="0"/>
              <a:t>Finally, governments rely on satellite payloads for surveillance and </a:t>
            </a:r>
            <a:r>
              <a:rPr lang="en-US" dirty="0" err="1"/>
              <a:t>defence</a:t>
            </a:r>
            <a:r>
              <a:rPr lang="en-US" dirty="0"/>
              <a:t> purposes.</a:t>
            </a:r>
          </a:p>
          <a:p>
            <a:endParaRPr lang="en-US" dirty="0"/>
          </a:p>
          <a:p>
            <a:r>
              <a:rPr lang="en-US" dirty="0"/>
              <a:t>All this could be gone overnight.</a:t>
            </a:r>
          </a:p>
        </p:txBody>
      </p:sp>
      <p:sp>
        <p:nvSpPr>
          <p:cNvPr id="4" name="Slide Number Placeholder 3"/>
          <p:cNvSpPr>
            <a:spLocks noGrp="1"/>
          </p:cNvSpPr>
          <p:nvPr>
            <p:ph type="sldNum" idx="36"/>
          </p:nvPr>
        </p:nvSpPr>
        <p:spPr/>
        <p:txBody>
          <a:bodyPr/>
          <a:lstStyle/>
          <a:p>
            <a:pPr indent="0" algn="r">
              <a:buNone/>
            </a:pPr>
            <a:fld id="{5601798C-D196-4A75-A370-449989ABA9BB}" type="slidenum">
              <a:rPr lang="en-GB" sz="1400" b="0" strike="noStrike" spc="-1" smtClean="0">
                <a:solidFill>
                  <a:srgbClr val="000000"/>
                </a:solidFill>
                <a:latin typeface="Times New Roman"/>
              </a:rPr>
              <a:t>12</a:t>
            </a:fld>
            <a:endParaRPr lang="en-GB" sz="1400" b="0" strike="noStrike" spc="-1">
              <a:solidFill>
                <a:srgbClr val="000000"/>
              </a:solidFill>
              <a:latin typeface="Times New Roman"/>
            </a:endParaRPr>
          </a:p>
        </p:txBody>
      </p:sp>
    </p:spTree>
    <p:extLst>
      <p:ext uri="{BB962C8B-B14F-4D97-AF65-F5344CB8AC3E}">
        <p14:creationId xmlns:p14="http://schemas.microsoft.com/office/powerpoint/2010/main" val="10693659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PlaceHolder 1"/>
          <p:cNvSpPr>
            <a:spLocks noGrp="1" noRot="1" noChangeAspect="1"/>
          </p:cNvSpPr>
          <p:nvPr>
            <p:ph type="sldImg"/>
          </p:nvPr>
        </p:nvSpPr>
        <p:spPr>
          <a:xfrm>
            <a:off x="217488" y="812800"/>
            <a:ext cx="7124700" cy="4008438"/>
          </a:xfrm>
          <a:prstGeom prst="rect">
            <a:avLst/>
          </a:prstGeom>
          <a:ln w="0">
            <a:noFill/>
          </a:ln>
        </p:spPr>
      </p:sp>
      <p:sp>
        <p:nvSpPr>
          <p:cNvPr id="19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GB" sz="2000" b="0" strike="noStrike" spc="-1" dirty="0">
                <a:solidFill>
                  <a:srgbClr val="000000"/>
                </a:solidFill>
                <a:latin typeface="Arial"/>
              </a:rPr>
              <a:t>Luckily, there are possible mitigations.</a:t>
            </a:r>
          </a:p>
          <a:p>
            <a:pPr marL="216000" indent="-216000">
              <a:buNone/>
            </a:pPr>
            <a:endParaRPr lang="en-GB" sz="2000" b="0" strike="noStrike" spc="-1" dirty="0">
              <a:solidFill>
                <a:srgbClr val="000000"/>
              </a:solidFill>
              <a:latin typeface="Arial"/>
            </a:endParaRPr>
          </a:p>
          <a:p>
            <a:pPr marL="216000" indent="-216000">
              <a:buNone/>
            </a:pPr>
            <a:r>
              <a:rPr lang="en-GB" sz="2000" b="0" strike="noStrike" spc="-1" dirty="0">
                <a:solidFill>
                  <a:srgbClr val="000000"/>
                </a:solidFill>
                <a:latin typeface="Arial"/>
              </a:rPr>
              <a:t>Programs to actively hunt down and remove defunct payloads are underway.</a:t>
            </a:r>
          </a:p>
          <a:p>
            <a:pPr marL="216000" indent="-216000">
              <a:buNone/>
            </a:pPr>
            <a:r>
              <a:rPr lang="en-GB" sz="2000" b="0" strike="noStrike" spc="-1" dirty="0">
                <a:solidFill>
                  <a:srgbClr val="000000"/>
                </a:solidFill>
                <a:latin typeface="Arial"/>
              </a:rPr>
              <a:t>These could use n</a:t>
            </a:r>
            <a:r>
              <a:rPr lang="zxx" sz="2000" b="0" strike="noStrike" spc="-1">
                <a:solidFill>
                  <a:srgbClr val="000000"/>
                </a:solidFill>
                <a:latin typeface="Arial"/>
              </a:rPr>
              <a:t>ets, robot arms and drag sails.</a:t>
            </a:r>
            <a:r>
              <a:rPr lang="en-GB" sz="2000" b="0" strike="noStrike" spc="-1" dirty="0">
                <a:solidFill>
                  <a:srgbClr val="000000"/>
                </a:solidFill>
                <a:latin typeface="Arial"/>
              </a:rPr>
              <a:t> En example is the </a:t>
            </a:r>
            <a:r>
              <a:rPr lang="zxx" sz="2400" b="0" strike="noStrike" spc="-1">
                <a:solidFill>
                  <a:srgbClr val="000000"/>
                </a:solidFill>
                <a:latin typeface="Open Sauce"/>
                <a:ea typeface="Open Sauce"/>
              </a:rPr>
              <a:t>E</a:t>
            </a:r>
            <a:r>
              <a:rPr lang="en-GB" sz="2400" b="0" strike="noStrike" spc="-1" dirty="0" err="1">
                <a:solidFill>
                  <a:srgbClr val="000000"/>
                </a:solidFill>
                <a:latin typeface="Open Sauce"/>
                <a:ea typeface="Open Sauce"/>
              </a:rPr>
              <a:t>uropean</a:t>
            </a:r>
            <a:r>
              <a:rPr lang="en-GB" sz="2400" b="0" strike="noStrike" spc="-1" dirty="0">
                <a:solidFill>
                  <a:srgbClr val="000000"/>
                </a:solidFill>
                <a:latin typeface="Open Sauce"/>
                <a:ea typeface="Open Sauce"/>
              </a:rPr>
              <a:t> Space</a:t>
            </a:r>
            <a:r>
              <a:rPr lang="zxx" sz="2400" b="0" strike="noStrike" spc="-1">
                <a:solidFill>
                  <a:srgbClr val="000000"/>
                </a:solidFill>
                <a:latin typeface="Open Sauce"/>
                <a:ea typeface="Open Sauce"/>
              </a:rPr>
              <a:t> </a:t>
            </a:r>
            <a:r>
              <a:rPr lang="en-GB" sz="2400" b="0" strike="noStrike" spc="-1" dirty="0">
                <a:solidFill>
                  <a:srgbClr val="000000"/>
                </a:solidFill>
                <a:latin typeface="Open Sauce"/>
                <a:ea typeface="Open Sauce"/>
              </a:rPr>
              <a:t>Agency </a:t>
            </a:r>
            <a:r>
              <a:rPr lang="zxx" sz="2400" b="0" strike="noStrike" spc="-1">
                <a:solidFill>
                  <a:srgbClr val="000000"/>
                </a:solidFill>
                <a:latin typeface="Open Sauce"/>
                <a:ea typeface="Open Sauce"/>
              </a:rPr>
              <a:t>ClearSpace-1</a:t>
            </a:r>
            <a:r>
              <a:rPr lang="en-GB" sz="2400" b="0" strike="noStrike" spc="-1" dirty="0">
                <a:solidFill>
                  <a:srgbClr val="000000"/>
                </a:solidFill>
                <a:latin typeface="Open Sauce"/>
                <a:ea typeface="Open Sauce"/>
              </a:rPr>
              <a:t> program which is due for launch in the next few years.</a:t>
            </a:r>
          </a:p>
          <a:p>
            <a:pPr marL="216000" indent="-216000">
              <a:buNone/>
            </a:pPr>
            <a:endParaRPr lang="en-GB" sz="2400" b="0" strike="noStrike" spc="-1" dirty="0">
              <a:solidFill>
                <a:srgbClr val="000000"/>
              </a:solidFill>
              <a:latin typeface="Open Sauce"/>
              <a:ea typeface="Open Sauce"/>
            </a:endParaRPr>
          </a:p>
          <a:p>
            <a:pPr marL="216000" indent="-216000">
              <a:buNone/>
            </a:pPr>
            <a:r>
              <a:rPr lang="en-GB" sz="2400" b="0" strike="noStrike" spc="-1" dirty="0">
                <a:solidFill>
                  <a:srgbClr val="000000"/>
                </a:solidFill>
                <a:latin typeface="Open Sauce"/>
                <a:ea typeface="Open Sauce"/>
              </a:rPr>
              <a:t>This is expensive, and it would be cheaper to build all new payloads to deorbit and burn up by design. This might require keeping some fuel for de-orbit </a:t>
            </a:r>
            <a:r>
              <a:rPr lang="en-GB" sz="2400" b="0" strike="noStrike" spc="-1" dirty="0" err="1">
                <a:solidFill>
                  <a:srgbClr val="000000"/>
                </a:solidFill>
                <a:latin typeface="Open Sauce"/>
                <a:ea typeface="Open Sauce"/>
              </a:rPr>
              <a:t>maneuvers</a:t>
            </a:r>
            <a:r>
              <a:rPr lang="en-GB" sz="2400" b="0" strike="noStrike" spc="-1" dirty="0">
                <a:solidFill>
                  <a:srgbClr val="000000"/>
                </a:solidFill>
                <a:latin typeface="Open Sauce"/>
                <a:ea typeface="Open Sauce"/>
              </a:rPr>
              <a:t>. </a:t>
            </a:r>
          </a:p>
          <a:p>
            <a:pPr marL="216000" indent="-216000">
              <a:buNone/>
            </a:pPr>
            <a:endParaRPr lang="en-GB" sz="2400" b="0" strike="noStrike" spc="-1" dirty="0">
              <a:solidFill>
                <a:srgbClr val="000000"/>
              </a:solidFill>
              <a:latin typeface="Open Sauce"/>
              <a:ea typeface="Open Sauce"/>
            </a:endParaRPr>
          </a:p>
          <a:p>
            <a:pPr marL="216000" indent="-216000">
              <a:buNone/>
            </a:pPr>
            <a:r>
              <a:rPr lang="en-GB" sz="2400" b="0" strike="noStrike" spc="-1" dirty="0" err="1">
                <a:solidFill>
                  <a:srgbClr val="000000"/>
                </a:solidFill>
                <a:latin typeface="Open Sauce"/>
                <a:ea typeface="Open Sauce"/>
              </a:rPr>
              <a:t>Collission</a:t>
            </a:r>
            <a:r>
              <a:rPr lang="en-GB" sz="2400" b="0" strike="noStrike" spc="-1" dirty="0">
                <a:solidFill>
                  <a:srgbClr val="000000"/>
                </a:solidFill>
                <a:latin typeface="Open Sauce"/>
                <a:ea typeface="Open Sauce"/>
              </a:rPr>
              <a:t> avoidance systems are increasingly being used. SpaceX reportedly make around 275 avoidance </a:t>
            </a:r>
            <a:r>
              <a:rPr lang="en-GB" sz="2400" b="0" strike="noStrike" spc="-1" dirty="0" err="1">
                <a:solidFill>
                  <a:srgbClr val="000000"/>
                </a:solidFill>
                <a:latin typeface="Open Sauce"/>
                <a:ea typeface="Open Sauce"/>
              </a:rPr>
              <a:t>maneuvers</a:t>
            </a:r>
            <a:r>
              <a:rPr lang="en-GB" sz="2400" b="0" strike="noStrike" spc="-1" dirty="0">
                <a:solidFill>
                  <a:srgbClr val="000000"/>
                </a:solidFill>
                <a:latin typeface="Open Sauce"/>
                <a:ea typeface="Open Sauce"/>
              </a:rPr>
              <a:t> every single day.</a:t>
            </a:r>
          </a:p>
          <a:p>
            <a:pPr marL="216000" indent="-216000">
              <a:buNone/>
            </a:pPr>
            <a:endParaRPr lang="en-GB" sz="2400" b="0" strike="noStrike" spc="-1" dirty="0">
              <a:solidFill>
                <a:srgbClr val="000000"/>
              </a:solidFill>
              <a:latin typeface="Open Sauce"/>
              <a:ea typeface="Open Sauce"/>
            </a:endParaRPr>
          </a:p>
          <a:p>
            <a:pPr marL="216000" indent="-216000">
              <a:buNone/>
            </a:pPr>
            <a:r>
              <a:rPr lang="en-GB" sz="2400" b="0" strike="noStrike" spc="-1" dirty="0">
                <a:solidFill>
                  <a:srgbClr val="000000"/>
                </a:solidFill>
                <a:latin typeface="Open Sauce"/>
                <a:ea typeface="Open Sauce"/>
              </a:rPr>
              <a:t>As mentioned previously, there are several international guidelines, including from the UN, but these are essentially voluntary and weakly enforced. </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In this presentation, I have looked at what is in orbit, who put it there and where it is located.</a:t>
            </a:r>
          </a:p>
          <a:p>
            <a:endParaRPr lang="en-US" dirty="0"/>
          </a:p>
          <a:p>
            <a:r>
              <a:rPr lang="en-US" dirty="0"/>
              <a:t>If trends continue, we are at risk of increasing orbital density so greatly that collision avoidance systems cannot cope. </a:t>
            </a:r>
          </a:p>
          <a:p>
            <a:endParaRPr lang="en-US" dirty="0"/>
          </a:p>
          <a:p>
            <a:r>
              <a:rPr lang="en-US" dirty="0"/>
              <a:t>We may experience more collisions, and one day there may be so much debris in orbit that everything is destroyed by a cascade event.</a:t>
            </a:r>
          </a:p>
          <a:p>
            <a:endParaRPr lang="en-US" dirty="0"/>
          </a:p>
          <a:p>
            <a:r>
              <a:rPr lang="en-US" dirty="0"/>
              <a:t>It is hoped that the mitigation strategies available are enough to clean up space before this happens.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strike="noStrike" spc="-1" dirty="0">
                <a:solidFill>
                  <a:srgbClr val="000000"/>
                </a:solidFill>
                <a:latin typeface="Open Sauce"/>
                <a:ea typeface="Open Sauce"/>
              </a:rPr>
              <a:t>No-one owns space, but we should hope that it remains for us all to use sustainably.</a:t>
            </a:r>
          </a:p>
          <a:p>
            <a:endParaRPr lang="en-US" dirty="0"/>
          </a:p>
        </p:txBody>
      </p:sp>
      <p:sp>
        <p:nvSpPr>
          <p:cNvPr id="4" name="Slide Number Placeholder 3"/>
          <p:cNvSpPr>
            <a:spLocks noGrp="1"/>
          </p:cNvSpPr>
          <p:nvPr>
            <p:ph type="sldNum" idx="36"/>
          </p:nvPr>
        </p:nvSpPr>
        <p:spPr/>
        <p:txBody>
          <a:bodyPr/>
          <a:lstStyle/>
          <a:p>
            <a:pPr indent="0" algn="r">
              <a:buNone/>
            </a:pPr>
            <a:fld id="{5601798C-D196-4A75-A370-449989ABA9BB}" type="slidenum">
              <a:rPr lang="en-GB" sz="1400" b="0" strike="noStrike" spc="-1" smtClean="0">
                <a:solidFill>
                  <a:srgbClr val="000000"/>
                </a:solidFill>
                <a:latin typeface="Times New Roman"/>
              </a:rPr>
              <a:t>14</a:t>
            </a:fld>
            <a:endParaRPr lang="en-GB" sz="1400" b="0" strike="noStrike" spc="-1">
              <a:solidFill>
                <a:srgbClr val="000000"/>
              </a:solidFill>
              <a:latin typeface="Times New Roman"/>
            </a:endParaRPr>
          </a:p>
        </p:txBody>
      </p:sp>
    </p:spTree>
    <p:extLst>
      <p:ext uri="{BB962C8B-B14F-4D97-AF65-F5344CB8AC3E}">
        <p14:creationId xmlns:p14="http://schemas.microsoft.com/office/powerpoint/2010/main" val="28060727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idx="36"/>
          </p:nvPr>
        </p:nvSpPr>
        <p:spPr/>
        <p:txBody>
          <a:bodyPr/>
          <a:lstStyle/>
          <a:p>
            <a:pPr indent="0" algn="r">
              <a:buNone/>
            </a:pPr>
            <a:fld id="{5601798C-D196-4A75-A370-449989ABA9BB}" type="slidenum">
              <a:rPr lang="en-GB" sz="1400" b="0" strike="noStrike" spc="-1" smtClean="0">
                <a:solidFill>
                  <a:srgbClr val="000000"/>
                </a:solidFill>
                <a:latin typeface="Times New Roman"/>
              </a:rPr>
              <a:t>15</a:t>
            </a:fld>
            <a:endParaRPr lang="en-GB" sz="1400" b="0" strike="noStrike" spc="-1">
              <a:solidFill>
                <a:srgbClr val="000000"/>
              </a:solidFill>
              <a:latin typeface="Times New Roman"/>
            </a:endParaRPr>
          </a:p>
        </p:txBody>
      </p:sp>
    </p:spTree>
    <p:extLst>
      <p:ext uri="{BB962C8B-B14F-4D97-AF65-F5344CB8AC3E}">
        <p14:creationId xmlns:p14="http://schemas.microsoft.com/office/powerpoint/2010/main" val="3347014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lgn="ctr">
              <a:buNone/>
            </a:pPr>
            <a:endParaRPr lang="en-GB" sz="4400" b="0" strike="noStrike" spc="-1">
              <a:solidFill>
                <a:srgbClr val="000000"/>
              </a:solidFill>
              <a:latin typeface="Arial"/>
            </a:endParaRPr>
          </a:p>
        </p:txBody>
      </p:sp>
      <p:sp>
        <p:nvSpPr>
          <p:cNvPr id="5" name="PlaceHolder 2"/>
          <p:cNvSpPr>
            <a:spLocks noGrp="1"/>
          </p:cNvSpPr>
          <p:nvPr>
            <p:ph type="subTitle"/>
          </p:nvPr>
        </p:nvSpPr>
        <p:spPr>
          <a:xfrm>
            <a:off x="914400" y="2406960"/>
            <a:ext cx="16458840" cy="5965920"/>
          </a:xfrm>
          <a:prstGeom prst="rect">
            <a:avLst/>
          </a:prstGeom>
          <a:noFill/>
          <a:ln w="0">
            <a:noFill/>
          </a:ln>
        </p:spPr>
        <p:txBody>
          <a:bodyPr lIns="0" tIns="0" rIns="0" bIns="0" anchor="ctr">
            <a:noAutofit/>
          </a:bodyPr>
          <a:lstStyle/>
          <a:p>
            <a:pPr indent="0" algn="ctr">
              <a:buNone/>
            </a:pPr>
            <a:endParaRPr lang="en-GB" sz="3200" b="0" strike="noStrike" spc="-1">
              <a:solidFill>
                <a:srgbClr val="000000"/>
              </a:solidFill>
              <a:latin typeface="Arial"/>
            </a:endParaRPr>
          </a:p>
        </p:txBody>
      </p:sp>
      <p:sp>
        <p:nvSpPr>
          <p:cNvPr id="2" name="PlaceHolder 3"/>
          <p:cNvSpPr>
            <a:spLocks noGrp="1"/>
          </p:cNvSpPr>
          <p:nvPr>
            <p:ph type="ftr" idx="1"/>
          </p:nvPr>
        </p:nvSpPr>
        <p:spPr/>
        <p:txBody>
          <a:bodyPr/>
          <a:lstStyle/>
          <a:p>
            <a:r>
              <a:t>Footer</a:t>
            </a:r>
          </a:p>
        </p:txBody>
      </p:sp>
      <p:sp>
        <p:nvSpPr>
          <p:cNvPr id="3" name="PlaceHolder 4"/>
          <p:cNvSpPr>
            <a:spLocks noGrp="1"/>
          </p:cNvSpPr>
          <p:nvPr>
            <p:ph type="sldNum" idx="2"/>
          </p:nvPr>
        </p:nvSpPr>
        <p:spPr/>
        <p:txBody>
          <a:bodyPr/>
          <a:lstStyle/>
          <a:p>
            <a:fld id="{965698AC-AEF2-4D3D-B671-C411E4EAB865}" type="slidenum">
              <a:t>‹#›</a:t>
            </a:fld>
            <a:endParaRPr/>
          </a:p>
        </p:txBody>
      </p:sp>
      <p:sp>
        <p:nvSpPr>
          <p:cNvPr id="6"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8C62C746-9D1E-4A14-8D6D-CCC373C59A19}" type="slidenum">
              <a:t>‹#›</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lstStyle/>
          <a:p>
            <a:r>
              <a:t>Footer</a:t>
            </a:r>
          </a:p>
        </p:txBody>
      </p:sp>
      <p:sp>
        <p:nvSpPr>
          <p:cNvPr id="3" name="PlaceHolder 2"/>
          <p:cNvSpPr>
            <a:spLocks noGrp="1"/>
          </p:cNvSpPr>
          <p:nvPr>
            <p:ph type="sldNum" idx="8"/>
          </p:nvPr>
        </p:nvSpPr>
        <p:spPr/>
        <p:txBody>
          <a:bodyPr/>
          <a:lstStyle/>
          <a:p>
            <a:fld id="{60951718-0BDC-499C-BCED-AC270A20A25B}" type="slidenum">
              <a:t>‹#›</a:t>
            </a:fld>
            <a:endParaRPr/>
          </a:p>
        </p:txBody>
      </p:sp>
      <p:sp>
        <p:nvSpPr>
          <p:cNvPr id="4" name="PlaceHolder 3"/>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lgn="ctr">
              <a:buNone/>
            </a:pPr>
            <a:endParaRPr lang="en-GB" sz="4400" b="0" strike="noStrike" spc="-1">
              <a:solidFill>
                <a:srgbClr val="000000"/>
              </a:solidFill>
              <a:latin typeface="Arial"/>
            </a:endParaRPr>
          </a:p>
        </p:txBody>
      </p:sp>
      <p:sp>
        <p:nvSpPr>
          <p:cNvPr id="18" name="PlaceHolder 2"/>
          <p:cNvSpPr>
            <a:spLocks noGrp="1"/>
          </p:cNvSpPr>
          <p:nvPr>
            <p:ph/>
          </p:nvPr>
        </p:nvSpPr>
        <p:spPr>
          <a:xfrm>
            <a:off x="914400" y="2406960"/>
            <a:ext cx="16458840" cy="5965920"/>
          </a:xfrm>
          <a:prstGeom prst="rect">
            <a:avLst/>
          </a:prstGeom>
          <a:noFill/>
          <a:ln w="0">
            <a:noFill/>
          </a:ln>
        </p:spPr>
        <p:txBody>
          <a:bodyPr lIns="0" tIns="0" rIns="0" bIns="0" anchor="t">
            <a:normAutofit/>
          </a:bodyPr>
          <a:lstStyle/>
          <a:p>
            <a:pPr indent="0">
              <a:spcBef>
                <a:spcPts val="1417"/>
              </a:spcBef>
              <a:buNone/>
            </a:pPr>
            <a:endParaRPr lang="en-GB" sz="3200" b="0" strike="noStrike" spc="-1">
              <a:solidFill>
                <a:srgbClr val="000000"/>
              </a:solidFill>
              <a:latin typeface="Arial"/>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3AA9CD89-401B-40EE-8AE4-02D9B60B5B3D}" type="slidenum">
              <a:t>‹#›</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lstStyle/>
          <a:p>
            <a:r>
              <a:t>Footer</a:t>
            </a:r>
          </a:p>
        </p:txBody>
      </p:sp>
      <p:sp>
        <p:nvSpPr>
          <p:cNvPr id="3" name="PlaceHolder 2"/>
          <p:cNvSpPr>
            <a:spLocks noGrp="1"/>
          </p:cNvSpPr>
          <p:nvPr>
            <p:ph type="sldNum" idx="14"/>
          </p:nvPr>
        </p:nvSpPr>
        <p:spPr/>
        <p:txBody>
          <a:bodyPr/>
          <a:lstStyle/>
          <a:p>
            <a:fld id="{283EEB88-8F6D-4E84-A6C8-7C2981010E1D}" type="slidenum">
              <a:t>‹#›</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lgn="ctr">
              <a:buNone/>
            </a:pPr>
            <a:endParaRPr lang="en-GB" sz="4400" b="0" strike="noStrike" spc="-1">
              <a:solidFill>
                <a:srgbClr val="000000"/>
              </a:solidFill>
              <a:latin typeface="Arial"/>
            </a:endParaRPr>
          </a:p>
        </p:txBody>
      </p:sp>
      <p:sp>
        <p:nvSpPr>
          <p:cNvPr id="29" name="PlaceHolder 2"/>
          <p:cNvSpPr>
            <a:spLocks noGrp="1"/>
          </p:cNvSpPr>
          <p:nvPr>
            <p:ph/>
          </p:nvPr>
        </p:nvSpPr>
        <p:spPr>
          <a:xfrm>
            <a:off x="914400" y="2406960"/>
            <a:ext cx="8031600" cy="5965920"/>
          </a:xfrm>
          <a:prstGeom prst="rect">
            <a:avLst/>
          </a:prstGeom>
          <a:noFill/>
          <a:ln w="0">
            <a:noFill/>
          </a:ln>
        </p:spPr>
        <p:txBody>
          <a:bodyPr lIns="0" tIns="0" rIns="0" bIns="0" anchor="t">
            <a:normAutofit/>
          </a:bodyPr>
          <a:lstStyle/>
          <a:p>
            <a:pPr indent="0">
              <a:spcBef>
                <a:spcPts val="1417"/>
              </a:spcBef>
              <a:buNone/>
            </a:pPr>
            <a:endParaRPr lang="en-GB" sz="3200" b="0" strike="noStrike" spc="-1">
              <a:solidFill>
                <a:srgbClr val="000000"/>
              </a:solidFill>
              <a:latin typeface="Arial"/>
            </a:endParaRPr>
          </a:p>
        </p:txBody>
      </p:sp>
      <p:sp>
        <p:nvSpPr>
          <p:cNvPr id="30" name="PlaceHolder 3"/>
          <p:cNvSpPr>
            <a:spLocks noGrp="1"/>
          </p:cNvSpPr>
          <p:nvPr>
            <p:ph/>
          </p:nvPr>
        </p:nvSpPr>
        <p:spPr>
          <a:xfrm>
            <a:off x="9348120" y="2406960"/>
            <a:ext cx="8031600" cy="5965920"/>
          </a:xfrm>
          <a:prstGeom prst="rect">
            <a:avLst/>
          </a:prstGeom>
          <a:noFill/>
          <a:ln w="0">
            <a:noFill/>
          </a:ln>
        </p:spPr>
        <p:txBody>
          <a:bodyPr lIns="0" tIns="0" rIns="0" bIns="0" anchor="t">
            <a:normAutofit/>
          </a:bodyPr>
          <a:lstStyle/>
          <a:p>
            <a:pPr indent="0">
              <a:spcBef>
                <a:spcPts val="1417"/>
              </a:spcBef>
              <a:buNone/>
            </a:pPr>
            <a:endParaRPr lang="en-GB" sz="3200" b="0" strike="noStrike" spc="-1">
              <a:solidFill>
                <a:srgbClr val="000000"/>
              </a:solidFill>
              <a:latin typeface="Arial"/>
            </a:endParaRPr>
          </a:p>
        </p:txBody>
      </p:sp>
      <p:sp>
        <p:nvSpPr>
          <p:cNvPr id="5" name="PlaceHolder 4"/>
          <p:cNvSpPr>
            <a:spLocks noGrp="1"/>
          </p:cNvSpPr>
          <p:nvPr>
            <p:ph type="ftr" idx="16"/>
          </p:nvPr>
        </p:nvSpPr>
        <p:spPr/>
        <p:txBody>
          <a:bodyPr/>
          <a:lstStyle/>
          <a:p>
            <a:r>
              <a:t>Footer</a:t>
            </a:r>
          </a:p>
        </p:txBody>
      </p:sp>
      <p:sp>
        <p:nvSpPr>
          <p:cNvPr id="6" name="PlaceHolder 5"/>
          <p:cNvSpPr>
            <a:spLocks noGrp="1"/>
          </p:cNvSpPr>
          <p:nvPr>
            <p:ph type="sldNum" idx="17"/>
          </p:nvPr>
        </p:nvSpPr>
        <p:spPr/>
        <p:txBody>
          <a:bodyPr/>
          <a:lstStyle/>
          <a:p>
            <a:fld id="{8C835B9A-09F1-46F9-80DA-14950566CA76}" type="slidenum">
              <a:t>‹#›</a:t>
            </a:fld>
            <a:endParaRPr/>
          </a:p>
        </p:txBody>
      </p:sp>
      <p:sp>
        <p:nvSpPr>
          <p:cNvPr id="7" name="PlaceHolder 6"/>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064070D1-F424-4AF6-9FF1-07A1808EDDB8}" type="slidenum">
              <a:t>‹#›</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8" name="PlaceHolder 1"/>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lgn="ctr">
              <a:buNone/>
            </a:pPr>
            <a:endParaRPr lang="en-GB" sz="4400" b="0" strike="noStrike" spc="-1">
              <a:solidFill>
                <a:srgbClr val="000000"/>
              </a:solidFill>
              <a:latin typeface="Arial"/>
            </a:endParaRPr>
          </a:p>
        </p:txBody>
      </p:sp>
      <p:sp>
        <p:nvSpPr>
          <p:cNvPr id="3" name="PlaceHolder 2"/>
          <p:cNvSpPr>
            <a:spLocks noGrp="1"/>
          </p:cNvSpPr>
          <p:nvPr>
            <p:ph type="ftr" idx="22"/>
          </p:nvPr>
        </p:nvSpPr>
        <p:spPr/>
        <p:txBody>
          <a:bodyPr/>
          <a:lstStyle/>
          <a:p>
            <a:r>
              <a:t>Footer</a:t>
            </a:r>
          </a:p>
        </p:txBody>
      </p:sp>
      <p:sp>
        <p:nvSpPr>
          <p:cNvPr id="4" name="PlaceHolder 3"/>
          <p:cNvSpPr>
            <a:spLocks noGrp="1"/>
          </p:cNvSpPr>
          <p:nvPr>
            <p:ph type="sldNum" idx="23"/>
          </p:nvPr>
        </p:nvSpPr>
        <p:spPr/>
        <p:txBody>
          <a:bodyPr/>
          <a:lstStyle/>
          <a:p>
            <a:fld id="{CDC0EDE2-0346-419C-AAE3-23B1FEBFDD2D}" type="slidenum">
              <a:t>‹#›</a:t>
            </a:fld>
            <a:endParaRPr/>
          </a:p>
        </p:txBody>
      </p:sp>
      <p:sp>
        <p:nvSpPr>
          <p:cNvPr id="5" name="PlaceHolder 4"/>
          <p:cNvSpPr>
            <a:spLocks noGrp="1"/>
          </p:cNvSpPr>
          <p:nvPr>
            <p:ph type="dt" idx="24"/>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2DCF8BD6-D07C-4F22-AEF4-154E28D6B8AE}" type="slidenum">
              <a:t>‹#›</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B2B2B034-598B-4EDE-AC72-ACCF34AEB829}" type="slidenum">
              <a:t>‹#›</a:t>
            </a:fld>
            <a:endParaRPr/>
          </a:p>
        </p:txBody>
      </p:sp>
      <p:sp>
        <p:nvSpPr>
          <p:cNvPr id="4" name="PlaceHolder 3"/>
          <p:cNvSpPr>
            <a:spLocks noGrp="1"/>
          </p:cNvSpPr>
          <p:nvPr>
            <p:ph type="dt" idx="30"/>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lstStyle/>
          <a:p>
            <a:r>
              <a:t>Footer</a:t>
            </a:r>
          </a:p>
        </p:txBody>
      </p:sp>
      <p:sp>
        <p:nvSpPr>
          <p:cNvPr id="3" name="PlaceHolder 2"/>
          <p:cNvSpPr>
            <a:spLocks noGrp="1"/>
          </p:cNvSpPr>
          <p:nvPr>
            <p:ph type="sldNum" idx="32"/>
          </p:nvPr>
        </p:nvSpPr>
        <p:spPr/>
        <p:txBody>
          <a:bodyPr/>
          <a:lstStyle/>
          <a:p>
            <a:fld id="{6A03A142-D974-4210-816A-1D13EB23B040}" type="slidenum">
              <a:t>‹#›</a:t>
            </a:fld>
            <a:endParaRPr/>
          </a:p>
        </p:txBody>
      </p:sp>
      <p:sp>
        <p:nvSpPr>
          <p:cNvPr id="4" name="PlaceHolder 3"/>
          <p:cNvSpPr>
            <a:spLocks noGrp="1"/>
          </p:cNvSpPr>
          <p:nvPr>
            <p:ph type="dt" idx="33"/>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914400" y="410400"/>
            <a:ext cx="16458480" cy="1717200"/>
          </a:xfrm>
          <a:prstGeom prst="rect">
            <a:avLst/>
          </a:prstGeom>
          <a:noFill/>
          <a:ln w="0">
            <a:noFill/>
          </a:ln>
        </p:spPr>
        <p:txBody>
          <a:bodyPr lIns="0" tIns="0" rIns="0" bIns="0" anchor="ctr">
            <a:noAutofit/>
          </a:bodyPr>
          <a:lstStyle/>
          <a:p>
            <a:pPr indent="0">
              <a:buNone/>
            </a:pPr>
            <a:r>
              <a:rPr lang="en-GB" sz="1800" b="0" strike="noStrike" spc="-1">
                <a:solidFill>
                  <a:srgbClr val="000000"/>
                </a:solidFill>
                <a:latin typeface="Arial"/>
              </a:rPr>
              <a:t>Click to edit the title text format</a:t>
            </a:r>
          </a:p>
        </p:txBody>
      </p:sp>
      <p:sp>
        <p:nvSpPr>
          <p:cNvPr id="5" name="PlaceHolder 2"/>
          <p:cNvSpPr>
            <a:spLocks noGrp="1"/>
          </p:cNvSpPr>
          <p:nvPr>
            <p:ph type="ftr" idx="1"/>
          </p:nvPr>
        </p:nvSpPr>
        <p:spPr>
          <a:xfrm>
            <a:off x="3124080" y="6356520"/>
            <a:ext cx="2892600" cy="3621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endParaRPr lang="en-GB" sz="1400" b="0" strike="noStrike" spc="-1">
              <a:solidFill>
                <a:srgbClr val="000000"/>
              </a:solidFill>
              <a:latin typeface="Times New Roman"/>
            </a:endParaRPr>
          </a:p>
        </p:txBody>
      </p:sp>
      <p:sp>
        <p:nvSpPr>
          <p:cNvPr id="2" name="PlaceHolder 3"/>
          <p:cNvSpPr>
            <a:spLocks noGrp="1"/>
          </p:cNvSpPr>
          <p:nvPr>
            <p:ph type="sldNum" idx="2"/>
          </p:nvPr>
        </p:nvSpPr>
        <p:spPr>
          <a:xfrm>
            <a:off x="6553080" y="6356520"/>
            <a:ext cx="2130840" cy="3621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FF2E33C9-33BD-4D45-8BAF-33D88FA4BCF2}" type="slidenum">
              <a:rPr lang="en-US" sz="1200" b="0" strike="noStrike" spc="-1">
                <a:solidFill>
                  <a:schemeClr val="dk1">
                    <a:tint val="75000"/>
                  </a:schemeClr>
                </a:solidFill>
                <a:latin typeface="Calibri"/>
              </a:rPr>
              <a:t>‹#›</a:t>
            </a:fld>
            <a:endParaRPr lang="en-GB" sz="1200" b="0" strike="noStrike" spc="-1">
              <a:solidFill>
                <a:srgbClr val="000000"/>
              </a:solidFill>
              <a:latin typeface="Times New Roman"/>
            </a:endParaRPr>
          </a:p>
        </p:txBody>
      </p:sp>
      <p:sp>
        <p:nvSpPr>
          <p:cNvPr id="3" name="PlaceHolder 4"/>
          <p:cNvSpPr>
            <a:spLocks noGrp="1"/>
          </p:cNvSpPr>
          <p:nvPr>
            <p:ph type="dt" idx="3"/>
          </p:nvPr>
        </p:nvSpPr>
        <p:spPr>
          <a:xfrm>
            <a:off x="457200" y="6356520"/>
            <a:ext cx="2130840" cy="362160"/>
          </a:xfrm>
          <a:prstGeom prst="rect">
            <a:avLst/>
          </a:prstGeom>
          <a:noFill/>
          <a:ln w="0">
            <a:noFill/>
          </a:ln>
        </p:spPr>
        <p:txBody>
          <a:bodyPr lIns="91440" tIns="45720" rIns="91440" bIns="45720" anchor="ctr">
            <a:noAutofit/>
          </a:bodyPr>
          <a:lstStyle>
            <a:lvl1pPr indent="0">
              <a:buNone/>
              <a:defRPr lang="en-GB" sz="1400" b="0" strike="noStrike" spc="-1">
                <a:solidFill>
                  <a:srgbClr val="000000"/>
                </a:solidFill>
                <a:latin typeface="Times New Roman"/>
              </a:defRPr>
            </a:lvl1pPr>
          </a:lstStyle>
          <a:p>
            <a:pPr indent="0">
              <a:buNone/>
            </a:pPr>
            <a:r>
              <a:rPr lang="en-GB"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3124080" y="6356520"/>
            <a:ext cx="2892600" cy="3621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endParaRPr lang="en-GB" sz="1400" b="0" strike="noStrike" spc="-1">
              <a:solidFill>
                <a:srgbClr val="000000"/>
              </a:solidFill>
              <a:latin typeface="Times New Roman"/>
            </a:endParaRPr>
          </a:p>
        </p:txBody>
      </p:sp>
      <p:sp>
        <p:nvSpPr>
          <p:cNvPr id="7" name="PlaceHolder 2"/>
          <p:cNvSpPr>
            <a:spLocks noGrp="1"/>
          </p:cNvSpPr>
          <p:nvPr>
            <p:ph type="sldNum" idx="5"/>
          </p:nvPr>
        </p:nvSpPr>
        <p:spPr>
          <a:xfrm>
            <a:off x="6553080" y="6356520"/>
            <a:ext cx="2130840" cy="3621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6BACDC41-AD5D-43F1-B437-6A10C550993F}" type="slidenum">
              <a:rPr lang="en-US" sz="1200" b="0" strike="noStrike" spc="-1">
                <a:solidFill>
                  <a:schemeClr val="dk1">
                    <a:tint val="75000"/>
                  </a:schemeClr>
                </a:solidFill>
                <a:latin typeface="Calibri"/>
              </a:rPr>
              <a:t>‹#›</a:t>
            </a:fld>
            <a:endParaRPr lang="en-GB" sz="1200" b="0" strike="noStrike" spc="-1">
              <a:solidFill>
                <a:srgbClr val="000000"/>
              </a:solidFill>
              <a:latin typeface="Times New Roman"/>
            </a:endParaRPr>
          </a:p>
        </p:txBody>
      </p:sp>
      <p:sp>
        <p:nvSpPr>
          <p:cNvPr id="8" name="PlaceHolder 3"/>
          <p:cNvSpPr>
            <a:spLocks noGrp="1"/>
          </p:cNvSpPr>
          <p:nvPr>
            <p:ph type="dt" idx="6"/>
          </p:nvPr>
        </p:nvSpPr>
        <p:spPr>
          <a:xfrm>
            <a:off x="457200" y="6356520"/>
            <a:ext cx="2130840" cy="362160"/>
          </a:xfrm>
          <a:prstGeom prst="rect">
            <a:avLst/>
          </a:prstGeom>
          <a:noFill/>
          <a:ln w="0">
            <a:noFill/>
          </a:ln>
        </p:spPr>
        <p:txBody>
          <a:bodyPr lIns="91440" tIns="45720" rIns="91440" bIns="45720" anchor="ctr">
            <a:noAutofit/>
          </a:bodyPr>
          <a:lstStyle>
            <a:lvl1pPr indent="0">
              <a:buNone/>
              <a:defRPr lang="en-GB" sz="1400" b="0" strike="noStrike" spc="-1">
                <a:solidFill>
                  <a:srgbClr val="000000"/>
                </a:solidFill>
                <a:latin typeface="Times New Roman"/>
              </a:defRPr>
            </a:lvl1pPr>
          </a:lstStyle>
          <a:p>
            <a:pPr indent="0">
              <a:buNone/>
            </a:pPr>
            <a:r>
              <a:rPr lang="en-GB"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3124080" y="6356520"/>
            <a:ext cx="2892600" cy="3621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endParaRPr lang="en-GB" sz="1400" b="0" strike="noStrike" spc="-1">
              <a:solidFill>
                <a:srgbClr val="000000"/>
              </a:solidFill>
              <a:latin typeface="Times New Roman"/>
            </a:endParaRPr>
          </a:p>
        </p:txBody>
      </p:sp>
      <p:sp>
        <p:nvSpPr>
          <p:cNvPr id="10" name="PlaceHolder 2"/>
          <p:cNvSpPr>
            <a:spLocks noGrp="1"/>
          </p:cNvSpPr>
          <p:nvPr>
            <p:ph type="sldNum" idx="8"/>
          </p:nvPr>
        </p:nvSpPr>
        <p:spPr>
          <a:xfrm>
            <a:off x="6553080" y="6356520"/>
            <a:ext cx="2130840" cy="3621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776D5F0A-3DCC-465D-A120-1B3E2AC1EDD0}" type="slidenum">
              <a:rPr lang="en-US" sz="1200" b="0" strike="noStrike" spc="-1">
                <a:solidFill>
                  <a:schemeClr val="dk1">
                    <a:tint val="75000"/>
                  </a:schemeClr>
                </a:solidFill>
                <a:latin typeface="Calibri"/>
              </a:rPr>
              <a:t>‹#›</a:t>
            </a:fld>
            <a:endParaRPr lang="en-GB" sz="1200" b="0" strike="noStrike" spc="-1">
              <a:solidFill>
                <a:srgbClr val="000000"/>
              </a:solidFill>
              <a:latin typeface="Times New Roman"/>
            </a:endParaRPr>
          </a:p>
        </p:txBody>
      </p:sp>
      <p:sp>
        <p:nvSpPr>
          <p:cNvPr id="11" name="PlaceHolder 3"/>
          <p:cNvSpPr>
            <a:spLocks noGrp="1"/>
          </p:cNvSpPr>
          <p:nvPr>
            <p:ph type="dt" idx="9"/>
          </p:nvPr>
        </p:nvSpPr>
        <p:spPr>
          <a:xfrm>
            <a:off x="457200" y="6356520"/>
            <a:ext cx="2130840" cy="362160"/>
          </a:xfrm>
          <a:prstGeom prst="rect">
            <a:avLst/>
          </a:prstGeom>
          <a:noFill/>
          <a:ln w="0">
            <a:noFill/>
          </a:ln>
        </p:spPr>
        <p:txBody>
          <a:bodyPr lIns="91440" tIns="45720" rIns="91440" bIns="45720" anchor="ctr">
            <a:noAutofit/>
          </a:bodyPr>
          <a:lstStyle>
            <a:lvl1pPr indent="0">
              <a:buNone/>
              <a:defRPr lang="en-GB" sz="1400" b="0" strike="noStrike" spc="-1">
                <a:solidFill>
                  <a:srgbClr val="000000"/>
                </a:solidFill>
                <a:latin typeface="Times New Roman"/>
              </a:defRPr>
            </a:lvl1pPr>
          </a:lstStyle>
          <a:p>
            <a:pPr indent="0">
              <a:buNone/>
            </a:pPr>
            <a:r>
              <a:rPr lang="en-GB"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914400" y="410400"/>
            <a:ext cx="16458480" cy="1717200"/>
          </a:xfrm>
          <a:prstGeom prst="rect">
            <a:avLst/>
          </a:prstGeom>
          <a:noFill/>
          <a:ln w="0">
            <a:noFill/>
          </a:ln>
        </p:spPr>
        <p:txBody>
          <a:bodyPr lIns="0" tIns="0" rIns="0" bIns="0" anchor="ctr">
            <a:noAutofit/>
          </a:bodyPr>
          <a:lstStyle/>
          <a:p>
            <a:pPr indent="0">
              <a:buNone/>
            </a:pPr>
            <a:r>
              <a:rPr lang="en-GB" sz="1800" b="0" strike="noStrike" spc="-1">
                <a:solidFill>
                  <a:srgbClr val="000000"/>
                </a:solidFill>
                <a:latin typeface="Arial"/>
              </a:rPr>
              <a:t>Click to edit the title text format</a:t>
            </a:r>
          </a:p>
        </p:txBody>
      </p:sp>
      <p:sp>
        <p:nvSpPr>
          <p:cNvPr id="13" name="PlaceHolder 2"/>
          <p:cNvSpPr>
            <a:spLocks noGrp="1"/>
          </p:cNvSpPr>
          <p:nvPr>
            <p:ph type="body"/>
          </p:nvPr>
        </p:nvSpPr>
        <p:spPr>
          <a:xfrm>
            <a:off x="914400" y="2406960"/>
            <a:ext cx="16458480" cy="59655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GB" sz="18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GB" sz="1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GB" sz="18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GB" sz="18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GB" sz="18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GB" sz="18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GB" sz="1800" b="0" strike="noStrike" spc="-1">
                <a:solidFill>
                  <a:srgbClr val="000000"/>
                </a:solidFill>
                <a:latin typeface="Arial"/>
              </a:rPr>
              <a:t>Seventh Outline Level</a:t>
            </a:r>
          </a:p>
        </p:txBody>
      </p:sp>
      <p:sp>
        <p:nvSpPr>
          <p:cNvPr id="14" name="PlaceHolder 3"/>
          <p:cNvSpPr>
            <a:spLocks noGrp="1"/>
          </p:cNvSpPr>
          <p:nvPr>
            <p:ph type="ftr" idx="10"/>
          </p:nvPr>
        </p:nvSpPr>
        <p:spPr>
          <a:xfrm>
            <a:off x="3124080" y="6356520"/>
            <a:ext cx="2892600" cy="3621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endParaRPr lang="en-GB" sz="1400" b="0" strike="noStrike" spc="-1">
              <a:solidFill>
                <a:srgbClr val="000000"/>
              </a:solidFill>
              <a:latin typeface="Times New Roman"/>
            </a:endParaRPr>
          </a:p>
        </p:txBody>
      </p:sp>
      <p:sp>
        <p:nvSpPr>
          <p:cNvPr id="15" name="PlaceHolder 4"/>
          <p:cNvSpPr>
            <a:spLocks noGrp="1"/>
          </p:cNvSpPr>
          <p:nvPr>
            <p:ph type="sldNum" idx="11"/>
          </p:nvPr>
        </p:nvSpPr>
        <p:spPr>
          <a:xfrm>
            <a:off x="6553080" y="6356520"/>
            <a:ext cx="2130840" cy="3621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E900ECD4-89A0-43D7-8A8E-8C61BD40F2BF}" type="slidenum">
              <a:rPr lang="en-US" sz="1200" b="0" strike="noStrike" spc="-1">
                <a:solidFill>
                  <a:schemeClr val="dk1">
                    <a:tint val="75000"/>
                  </a:schemeClr>
                </a:solidFill>
                <a:latin typeface="Calibri"/>
              </a:rPr>
              <a:t>‹#›</a:t>
            </a:fld>
            <a:endParaRPr lang="en-GB" sz="1200" b="0" strike="noStrike" spc="-1">
              <a:solidFill>
                <a:srgbClr val="000000"/>
              </a:solidFill>
              <a:latin typeface="Times New Roman"/>
            </a:endParaRPr>
          </a:p>
        </p:txBody>
      </p:sp>
      <p:sp>
        <p:nvSpPr>
          <p:cNvPr id="16" name="PlaceHolder 5"/>
          <p:cNvSpPr>
            <a:spLocks noGrp="1"/>
          </p:cNvSpPr>
          <p:nvPr>
            <p:ph type="dt" idx="12"/>
          </p:nvPr>
        </p:nvSpPr>
        <p:spPr>
          <a:xfrm>
            <a:off x="457200" y="6356520"/>
            <a:ext cx="2130840" cy="362160"/>
          </a:xfrm>
          <a:prstGeom prst="rect">
            <a:avLst/>
          </a:prstGeom>
          <a:noFill/>
          <a:ln w="0">
            <a:noFill/>
          </a:ln>
        </p:spPr>
        <p:txBody>
          <a:bodyPr lIns="91440" tIns="45720" rIns="91440" bIns="45720" anchor="ctr">
            <a:noAutofit/>
          </a:bodyPr>
          <a:lstStyle>
            <a:lvl1pPr indent="0">
              <a:buNone/>
              <a:defRPr lang="en-GB" sz="1400" b="0" strike="noStrike" spc="-1">
                <a:solidFill>
                  <a:srgbClr val="000000"/>
                </a:solidFill>
                <a:latin typeface="Times New Roman"/>
              </a:defRPr>
            </a:lvl1pPr>
          </a:lstStyle>
          <a:p>
            <a:pPr indent="0">
              <a:buNone/>
            </a:pPr>
            <a:r>
              <a:rPr lang="en-GB"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3124080" y="6356520"/>
            <a:ext cx="2892600" cy="3621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endParaRPr lang="en-GB" sz="1400" b="0" strike="noStrike" spc="-1">
              <a:solidFill>
                <a:srgbClr val="000000"/>
              </a:solidFill>
              <a:latin typeface="Times New Roman"/>
            </a:endParaRPr>
          </a:p>
        </p:txBody>
      </p:sp>
      <p:sp>
        <p:nvSpPr>
          <p:cNvPr id="20" name="PlaceHolder 2"/>
          <p:cNvSpPr>
            <a:spLocks noGrp="1"/>
          </p:cNvSpPr>
          <p:nvPr>
            <p:ph type="sldNum" idx="14"/>
          </p:nvPr>
        </p:nvSpPr>
        <p:spPr>
          <a:xfrm>
            <a:off x="6553080" y="6356520"/>
            <a:ext cx="2130840" cy="3621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7933F39A-B131-484C-BE95-057474004ED6}" type="slidenum">
              <a:rPr lang="en-US" sz="1200" b="0" strike="noStrike" spc="-1">
                <a:solidFill>
                  <a:schemeClr val="dk1">
                    <a:tint val="75000"/>
                  </a:schemeClr>
                </a:solidFill>
                <a:latin typeface="Calibri"/>
              </a:rPr>
              <a:t>‹#›</a:t>
            </a:fld>
            <a:endParaRPr lang="en-GB" sz="1200" b="0" strike="noStrike" spc="-1">
              <a:solidFill>
                <a:srgbClr val="000000"/>
              </a:solidFill>
              <a:latin typeface="Times New Roman"/>
            </a:endParaRPr>
          </a:p>
        </p:txBody>
      </p:sp>
      <p:sp>
        <p:nvSpPr>
          <p:cNvPr id="21" name="PlaceHolder 3"/>
          <p:cNvSpPr>
            <a:spLocks noGrp="1"/>
          </p:cNvSpPr>
          <p:nvPr>
            <p:ph type="dt" idx="15"/>
          </p:nvPr>
        </p:nvSpPr>
        <p:spPr>
          <a:xfrm>
            <a:off x="457200" y="6356520"/>
            <a:ext cx="2130840" cy="362160"/>
          </a:xfrm>
          <a:prstGeom prst="rect">
            <a:avLst/>
          </a:prstGeom>
          <a:noFill/>
          <a:ln w="0">
            <a:noFill/>
          </a:ln>
        </p:spPr>
        <p:txBody>
          <a:bodyPr lIns="91440" tIns="45720" rIns="91440" bIns="45720" anchor="ctr">
            <a:noAutofit/>
          </a:bodyPr>
          <a:lstStyle>
            <a:lvl1pPr indent="0">
              <a:buNone/>
              <a:defRPr lang="en-GB" sz="1400" b="0" strike="noStrike" spc="-1">
                <a:solidFill>
                  <a:srgbClr val="000000"/>
                </a:solidFill>
                <a:latin typeface="Times New Roman"/>
              </a:defRPr>
            </a:lvl1pPr>
          </a:lstStyle>
          <a:p>
            <a:pPr indent="0">
              <a:buNone/>
            </a:pPr>
            <a:r>
              <a:rPr lang="en-GB"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914400" y="410400"/>
            <a:ext cx="16458480" cy="1717200"/>
          </a:xfrm>
          <a:prstGeom prst="rect">
            <a:avLst/>
          </a:prstGeom>
          <a:noFill/>
          <a:ln w="0">
            <a:noFill/>
          </a:ln>
        </p:spPr>
        <p:txBody>
          <a:bodyPr lIns="0" tIns="0" rIns="0" bIns="0" anchor="ctr">
            <a:noAutofit/>
          </a:bodyPr>
          <a:lstStyle/>
          <a:p>
            <a:pPr indent="0">
              <a:buNone/>
            </a:pPr>
            <a:r>
              <a:rPr lang="en-GB" sz="1800" b="0" strike="noStrike" spc="-1">
                <a:solidFill>
                  <a:srgbClr val="000000"/>
                </a:solidFill>
                <a:latin typeface="Arial"/>
              </a:rPr>
              <a:t>Click to edit the title text format</a:t>
            </a:r>
          </a:p>
        </p:txBody>
      </p:sp>
      <p:sp>
        <p:nvSpPr>
          <p:cNvPr id="23" name="PlaceHolder 2"/>
          <p:cNvSpPr>
            <a:spLocks noGrp="1"/>
          </p:cNvSpPr>
          <p:nvPr>
            <p:ph type="body"/>
          </p:nvPr>
        </p:nvSpPr>
        <p:spPr>
          <a:xfrm>
            <a:off x="914400" y="2406960"/>
            <a:ext cx="8031240" cy="59655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GB" sz="18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GB" sz="1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GB" sz="18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GB" sz="18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GB" sz="18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GB" sz="18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GB" sz="1800" b="0" strike="noStrike" spc="-1">
                <a:solidFill>
                  <a:srgbClr val="000000"/>
                </a:solidFill>
                <a:latin typeface="Arial"/>
              </a:rPr>
              <a:t>Seventh Outline Level</a:t>
            </a:r>
          </a:p>
        </p:txBody>
      </p:sp>
      <p:sp>
        <p:nvSpPr>
          <p:cNvPr id="24" name="PlaceHolder 3"/>
          <p:cNvSpPr>
            <a:spLocks noGrp="1"/>
          </p:cNvSpPr>
          <p:nvPr>
            <p:ph type="body"/>
          </p:nvPr>
        </p:nvSpPr>
        <p:spPr>
          <a:xfrm>
            <a:off x="9348120" y="2406960"/>
            <a:ext cx="8031240" cy="59655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GB" sz="18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GB" sz="1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GB" sz="18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GB" sz="18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GB" sz="18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GB" sz="18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GB" sz="1800" b="0" strike="noStrike" spc="-1">
                <a:solidFill>
                  <a:srgbClr val="000000"/>
                </a:solidFill>
                <a:latin typeface="Arial"/>
              </a:rPr>
              <a:t>Seventh Outline Level</a:t>
            </a:r>
          </a:p>
        </p:txBody>
      </p:sp>
      <p:sp>
        <p:nvSpPr>
          <p:cNvPr id="25" name="PlaceHolder 4"/>
          <p:cNvSpPr>
            <a:spLocks noGrp="1"/>
          </p:cNvSpPr>
          <p:nvPr>
            <p:ph type="ftr" idx="16"/>
          </p:nvPr>
        </p:nvSpPr>
        <p:spPr>
          <a:xfrm>
            <a:off x="3124080" y="6356520"/>
            <a:ext cx="2892600" cy="3621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endParaRPr lang="en-GB" sz="1400" b="0" strike="noStrike" spc="-1">
              <a:solidFill>
                <a:srgbClr val="000000"/>
              </a:solidFill>
              <a:latin typeface="Times New Roman"/>
            </a:endParaRPr>
          </a:p>
        </p:txBody>
      </p:sp>
      <p:sp>
        <p:nvSpPr>
          <p:cNvPr id="26" name="PlaceHolder 5"/>
          <p:cNvSpPr>
            <a:spLocks noGrp="1"/>
          </p:cNvSpPr>
          <p:nvPr>
            <p:ph type="sldNum" idx="17"/>
          </p:nvPr>
        </p:nvSpPr>
        <p:spPr>
          <a:xfrm>
            <a:off x="6553080" y="6356520"/>
            <a:ext cx="2130840" cy="3621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271C45C3-5BC8-46E3-9D21-9458B519F317}" type="slidenum">
              <a:rPr lang="en-US" sz="1200" b="0" strike="noStrike" spc="-1">
                <a:solidFill>
                  <a:schemeClr val="dk1">
                    <a:tint val="75000"/>
                  </a:schemeClr>
                </a:solidFill>
                <a:latin typeface="Calibri"/>
              </a:rPr>
              <a:t>‹#›</a:t>
            </a:fld>
            <a:endParaRPr lang="en-GB" sz="1200" b="0" strike="noStrike" spc="-1">
              <a:solidFill>
                <a:srgbClr val="000000"/>
              </a:solidFill>
              <a:latin typeface="Times New Roman"/>
            </a:endParaRPr>
          </a:p>
        </p:txBody>
      </p:sp>
      <p:sp>
        <p:nvSpPr>
          <p:cNvPr id="27" name="PlaceHolder 6"/>
          <p:cNvSpPr>
            <a:spLocks noGrp="1"/>
          </p:cNvSpPr>
          <p:nvPr>
            <p:ph type="dt" idx="18"/>
          </p:nvPr>
        </p:nvSpPr>
        <p:spPr>
          <a:xfrm>
            <a:off x="457200" y="6356520"/>
            <a:ext cx="2130840" cy="362160"/>
          </a:xfrm>
          <a:prstGeom prst="rect">
            <a:avLst/>
          </a:prstGeom>
          <a:noFill/>
          <a:ln w="0">
            <a:noFill/>
          </a:ln>
        </p:spPr>
        <p:txBody>
          <a:bodyPr lIns="91440" tIns="45720" rIns="91440" bIns="45720" anchor="ctr">
            <a:noAutofit/>
          </a:bodyPr>
          <a:lstStyle>
            <a:lvl1pPr indent="0">
              <a:buNone/>
              <a:defRPr lang="en-GB" sz="1400" b="0" strike="noStrike" spc="-1">
                <a:solidFill>
                  <a:srgbClr val="000000"/>
                </a:solidFill>
                <a:latin typeface="Times New Roman"/>
              </a:defRPr>
            </a:lvl1pPr>
          </a:lstStyle>
          <a:p>
            <a:pPr indent="0">
              <a:buNone/>
            </a:pPr>
            <a:r>
              <a:rPr lang="en-GB"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3124080" y="6356520"/>
            <a:ext cx="2892600" cy="3621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endParaRPr lang="en-GB" sz="1400" b="0" strike="noStrike" spc="-1">
              <a:solidFill>
                <a:srgbClr val="000000"/>
              </a:solidFill>
              <a:latin typeface="Times New Roman"/>
            </a:endParaRPr>
          </a:p>
        </p:txBody>
      </p:sp>
      <p:sp>
        <p:nvSpPr>
          <p:cNvPr id="32" name="PlaceHolder 2"/>
          <p:cNvSpPr>
            <a:spLocks noGrp="1"/>
          </p:cNvSpPr>
          <p:nvPr>
            <p:ph type="sldNum" idx="20"/>
          </p:nvPr>
        </p:nvSpPr>
        <p:spPr>
          <a:xfrm>
            <a:off x="6553080" y="6356520"/>
            <a:ext cx="2130840" cy="3621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C6059236-86E1-4344-A3DD-A97724C7364F}" type="slidenum">
              <a:rPr lang="en-US" sz="1200" b="0" strike="noStrike" spc="-1">
                <a:solidFill>
                  <a:schemeClr val="dk1">
                    <a:tint val="75000"/>
                  </a:schemeClr>
                </a:solidFill>
                <a:latin typeface="Calibri"/>
              </a:rPr>
              <a:t>‹#›</a:t>
            </a:fld>
            <a:endParaRPr lang="en-GB" sz="1200" b="0" strike="noStrike" spc="-1">
              <a:solidFill>
                <a:srgbClr val="000000"/>
              </a:solidFill>
              <a:latin typeface="Times New Roman"/>
            </a:endParaRPr>
          </a:p>
        </p:txBody>
      </p:sp>
      <p:sp>
        <p:nvSpPr>
          <p:cNvPr id="33" name="PlaceHolder 3"/>
          <p:cNvSpPr>
            <a:spLocks noGrp="1"/>
          </p:cNvSpPr>
          <p:nvPr>
            <p:ph type="dt" idx="21"/>
          </p:nvPr>
        </p:nvSpPr>
        <p:spPr>
          <a:xfrm>
            <a:off x="457200" y="6356520"/>
            <a:ext cx="2130840" cy="362160"/>
          </a:xfrm>
          <a:prstGeom prst="rect">
            <a:avLst/>
          </a:prstGeom>
          <a:noFill/>
          <a:ln w="0">
            <a:noFill/>
          </a:ln>
        </p:spPr>
        <p:txBody>
          <a:bodyPr lIns="91440" tIns="45720" rIns="91440" bIns="45720" anchor="ctr">
            <a:noAutofit/>
          </a:bodyPr>
          <a:lstStyle>
            <a:lvl1pPr indent="0">
              <a:buNone/>
              <a:defRPr lang="en-GB" sz="1400" b="0" strike="noStrike" spc="-1">
                <a:solidFill>
                  <a:srgbClr val="000000"/>
                </a:solidFill>
                <a:latin typeface="Times New Roman"/>
              </a:defRPr>
            </a:lvl1pPr>
          </a:lstStyle>
          <a:p>
            <a:pPr indent="0">
              <a:buNone/>
            </a:pPr>
            <a:r>
              <a:rPr lang="en-GB"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914400" y="410400"/>
            <a:ext cx="16458480" cy="1717200"/>
          </a:xfrm>
          <a:prstGeom prst="rect">
            <a:avLst/>
          </a:prstGeom>
          <a:noFill/>
          <a:ln w="0">
            <a:noFill/>
          </a:ln>
        </p:spPr>
        <p:txBody>
          <a:bodyPr lIns="0" tIns="0" rIns="0" bIns="0" anchor="ctr">
            <a:noAutofit/>
          </a:bodyPr>
          <a:lstStyle/>
          <a:p>
            <a:pPr indent="0">
              <a:buNone/>
            </a:pPr>
            <a:r>
              <a:rPr lang="en-GB" sz="1800" b="0" strike="noStrike" spc="-1">
                <a:solidFill>
                  <a:srgbClr val="000000"/>
                </a:solidFill>
                <a:latin typeface="Arial"/>
              </a:rPr>
              <a:t>Click to edit the title text format</a:t>
            </a:r>
          </a:p>
        </p:txBody>
      </p:sp>
      <p:sp>
        <p:nvSpPr>
          <p:cNvPr id="35" name="PlaceHolder 2"/>
          <p:cNvSpPr>
            <a:spLocks noGrp="1"/>
          </p:cNvSpPr>
          <p:nvPr>
            <p:ph type="ftr" idx="22"/>
          </p:nvPr>
        </p:nvSpPr>
        <p:spPr>
          <a:xfrm>
            <a:off x="3124080" y="6356520"/>
            <a:ext cx="2892600" cy="3621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endParaRPr lang="en-GB" sz="1400" b="0" strike="noStrike" spc="-1">
              <a:solidFill>
                <a:srgbClr val="000000"/>
              </a:solidFill>
              <a:latin typeface="Times New Roman"/>
            </a:endParaRPr>
          </a:p>
        </p:txBody>
      </p:sp>
      <p:sp>
        <p:nvSpPr>
          <p:cNvPr id="36" name="PlaceHolder 3"/>
          <p:cNvSpPr>
            <a:spLocks noGrp="1"/>
          </p:cNvSpPr>
          <p:nvPr>
            <p:ph type="sldNum" idx="23"/>
          </p:nvPr>
        </p:nvSpPr>
        <p:spPr>
          <a:xfrm>
            <a:off x="6553080" y="6356520"/>
            <a:ext cx="2130840" cy="3621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775B1A35-18CF-4DE0-86EB-E57EC70B1B40}" type="slidenum">
              <a:rPr lang="en-US" sz="1200" b="0" strike="noStrike" spc="-1">
                <a:solidFill>
                  <a:schemeClr val="dk1">
                    <a:tint val="75000"/>
                  </a:schemeClr>
                </a:solidFill>
                <a:latin typeface="Calibri"/>
              </a:rPr>
              <a:t>‹#›</a:t>
            </a:fld>
            <a:endParaRPr lang="en-GB" sz="1200" b="0" strike="noStrike" spc="-1">
              <a:solidFill>
                <a:srgbClr val="000000"/>
              </a:solidFill>
              <a:latin typeface="Times New Roman"/>
            </a:endParaRPr>
          </a:p>
        </p:txBody>
      </p:sp>
      <p:sp>
        <p:nvSpPr>
          <p:cNvPr id="37" name="PlaceHolder 4"/>
          <p:cNvSpPr>
            <a:spLocks noGrp="1"/>
          </p:cNvSpPr>
          <p:nvPr>
            <p:ph type="dt" idx="24"/>
          </p:nvPr>
        </p:nvSpPr>
        <p:spPr>
          <a:xfrm>
            <a:off x="457200" y="6356520"/>
            <a:ext cx="2130840" cy="362160"/>
          </a:xfrm>
          <a:prstGeom prst="rect">
            <a:avLst/>
          </a:prstGeom>
          <a:noFill/>
          <a:ln w="0">
            <a:noFill/>
          </a:ln>
        </p:spPr>
        <p:txBody>
          <a:bodyPr lIns="91440" tIns="45720" rIns="91440" bIns="45720" anchor="ctr">
            <a:noAutofit/>
          </a:bodyPr>
          <a:lstStyle>
            <a:lvl1pPr indent="0">
              <a:buNone/>
              <a:defRPr lang="en-GB" sz="1400" b="0" strike="noStrike" spc="-1">
                <a:solidFill>
                  <a:srgbClr val="000000"/>
                </a:solidFill>
                <a:latin typeface="Times New Roman"/>
              </a:defRPr>
            </a:lvl1pPr>
          </a:lstStyle>
          <a:p>
            <a:pPr indent="0">
              <a:buNone/>
            </a:pPr>
            <a:r>
              <a:rPr lang="en-GB"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3124080" y="6356520"/>
            <a:ext cx="2892600" cy="3621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endParaRPr lang="en-GB" sz="1400" b="0" strike="noStrike" spc="-1">
              <a:solidFill>
                <a:srgbClr val="000000"/>
              </a:solidFill>
              <a:latin typeface="Times New Roman"/>
            </a:endParaRPr>
          </a:p>
        </p:txBody>
      </p:sp>
      <p:sp>
        <p:nvSpPr>
          <p:cNvPr id="40" name="PlaceHolder 2"/>
          <p:cNvSpPr>
            <a:spLocks noGrp="1"/>
          </p:cNvSpPr>
          <p:nvPr>
            <p:ph type="sldNum" idx="26"/>
          </p:nvPr>
        </p:nvSpPr>
        <p:spPr>
          <a:xfrm>
            <a:off x="6553080" y="6356520"/>
            <a:ext cx="2130840" cy="3621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A5B9A2FD-94C2-4BE4-A306-C6D939A06ED9}" type="slidenum">
              <a:rPr lang="en-US" sz="1200" b="0" strike="noStrike" spc="-1">
                <a:solidFill>
                  <a:schemeClr val="dk1">
                    <a:tint val="75000"/>
                  </a:schemeClr>
                </a:solidFill>
                <a:latin typeface="Calibri"/>
              </a:rPr>
              <a:t>‹#›</a:t>
            </a:fld>
            <a:endParaRPr lang="en-GB" sz="1200" b="0" strike="noStrike" spc="-1">
              <a:solidFill>
                <a:srgbClr val="000000"/>
              </a:solidFill>
              <a:latin typeface="Times New Roman"/>
            </a:endParaRPr>
          </a:p>
        </p:txBody>
      </p:sp>
      <p:sp>
        <p:nvSpPr>
          <p:cNvPr id="41" name="PlaceHolder 3"/>
          <p:cNvSpPr>
            <a:spLocks noGrp="1"/>
          </p:cNvSpPr>
          <p:nvPr>
            <p:ph type="dt" idx="27"/>
          </p:nvPr>
        </p:nvSpPr>
        <p:spPr>
          <a:xfrm>
            <a:off x="457200" y="6356520"/>
            <a:ext cx="2130840" cy="362160"/>
          </a:xfrm>
          <a:prstGeom prst="rect">
            <a:avLst/>
          </a:prstGeom>
          <a:noFill/>
          <a:ln w="0">
            <a:noFill/>
          </a:ln>
        </p:spPr>
        <p:txBody>
          <a:bodyPr lIns="91440" tIns="45720" rIns="91440" bIns="45720" anchor="ctr">
            <a:noAutofit/>
          </a:bodyPr>
          <a:lstStyle>
            <a:lvl1pPr indent="0">
              <a:buNone/>
              <a:defRPr lang="en-GB" sz="1400" b="0" strike="noStrike" spc="-1">
                <a:solidFill>
                  <a:srgbClr val="000000"/>
                </a:solidFill>
                <a:latin typeface="Times New Roman"/>
              </a:defRPr>
            </a:lvl1pPr>
          </a:lstStyle>
          <a:p>
            <a:pPr indent="0">
              <a:buNone/>
            </a:pPr>
            <a:r>
              <a:rPr lang="en-GB" sz="1400" b="0" strike="noStrike" spc="-1">
                <a:solidFill>
                  <a:srgbClr val="000000"/>
                </a:solidFill>
                <a:latin typeface="Times New Roman"/>
              </a:rPr>
              <a:t>&lt;date/time&gt;</a:t>
            </a:r>
          </a:p>
        </p:txBody>
      </p:sp>
      <p:sp>
        <p:nvSpPr>
          <p:cNvPr id="42" name="PlaceHolder 4"/>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lgn="ctr">
              <a:buNone/>
            </a:pPr>
            <a:r>
              <a:rPr lang="en-GB" sz="4400" b="0" strike="noStrike" spc="-1">
                <a:solidFill>
                  <a:srgbClr val="000000"/>
                </a:solidFill>
                <a:latin typeface="Arial"/>
              </a:rPr>
              <a:t>Click to edit the title text format</a:t>
            </a:r>
          </a:p>
        </p:txBody>
      </p:sp>
      <p:sp>
        <p:nvSpPr>
          <p:cNvPr id="43" name="PlaceHolder 5"/>
          <p:cNvSpPr>
            <a:spLocks noGrp="1"/>
          </p:cNvSpPr>
          <p:nvPr>
            <p:ph type="body"/>
          </p:nvPr>
        </p:nvSpPr>
        <p:spPr>
          <a:xfrm>
            <a:off x="914400" y="2406960"/>
            <a:ext cx="16458840" cy="5965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GB"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GB"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GB"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GB"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GB"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GB"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GB"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3124080" y="6356520"/>
            <a:ext cx="2892600" cy="3621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endParaRPr lang="en-GB" sz="1400" b="0" strike="noStrike" spc="-1">
              <a:solidFill>
                <a:srgbClr val="000000"/>
              </a:solidFill>
              <a:latin typeface="Times New Roman"/>
            </a:endParaRPr>
          </a:p>
        </p:txBody>
      </p:sp>
      <p:sp>
        <p:nvSpPr>
          <p:cNvPr id="45" name="PlaceHolder 2"/>
          <p:cNvSpPr>
            <a:spLocks noGrp="1"/>
          </p:cNvSpPr>
          <p:nvPr>
            <p:ph type="sldNum" idx="29"/>
          </p:nvPr>
        </p:nvSpPr>
        <p:spPr>
          <a:xfrm>
            <a:off x="6553080" y="6356520"/>
            <a:ext cx="2130840" cy="3621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24111213-BB53-491B-80EE-7D8A77812DA5}" type="slidenum">
              <a:rPr lang="en-US" sz="1200" b="0" strike="noStrike" spc="-1">
                <a:solidFill>
                  <a:schemeClr val="dk1">
                    <a:tint val="75000"/>
                  </a:schemeClr>
                </a:solidFill>
                <a:latin typeface="Calibri"/>
              </a:rPr>
              <a:t>‹#›</a:t>
            </a:fld>
            <a:endParaRPr lang="en-GB" sz="1200" b="0" strike="noStrike" spc="-1">
              <a:solidFill>
                <a:srgbClr val="000000"/>
              </a:solidFill>
              <a:latin typeface="Times New Roman"/>
            </a:endParaRPr>
          </a:p>
        </p:txBody>
      </p:sp>
      <p:sp>
        <p:nvSpPr>
          <p:cNvPr id="46" name="PlaceHolder 3"/>
          <p:cNvSpPr>
            <a:spLocks noGrp="1"/>
          </p:cNvSpPr>
          <p:nvPr>
            <p:ph type="dt" idx="30"/>
          </p:nvPr>
        </p:nvSpPr>
        <p:spPr>
          <a:xfrm>
            <a:off x="457200" y="6356520"/>
            <a:ext cx="2130840" cy="362160"/>
          </a:xfrm>
          <a:prstGeom prst="rect">
            <a:avLst/>
          </a:prstGeom>
          <a:noFill/>
          <a:ln w="0">
            <a:noFill/>
          </a:ln>
        </p:spPr>
        <p:txBody>
          <a:bodyPr lIns="91440" tIns="45720" rIns="91440" bIns="45720" anchor="ctr">
            <a:noAutofit/>
          </a:bodyPr>
          <a:lstStyle>
            <a:lvl1pPr indent="0">
              <a:buNone/>
              <a:defRPr lang="en-GB" sz="1400" b="0" strike="noStrike" spc="-1">
                <a:solidFill>
                  <a:srgbClr val="000000"/>
                </a:solidFill>
                <a:latin typeface="Times New Roman"/>
              </a:defRPr>
            </a:lvl1pPr>
          </a:lstStyle>
          <a:p>
            <a:pPr indent="0">
              <a:buNone/>
            </a:pPr>
            <a:r>
              <a:rPr lang="en-GB"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3124080" y="6356520"/>
            <a:ext cx="2892600" cy="36216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strike="noStrike" spc="-1">
                <a:solidFill>
                  <a:srgbClr val="000000"/>
                </a:solidFill>
                <a:latin typeface="Times New Roman"/>
              </a:defRPr>
            </a:lvl1pPr>
          </a:lstStyle>
          <a:p>
            <a:pPr indent="0" algn="ctr" defTabSz="914400">
              <a:lnSpc>
                <a:spcPct val="100000"/>
              </a:lnSpc>
              <a:buNone/>
              <a:tabLst>
                <a:tab pos="0" algn="l"/>
              </a:tabLst>
            </a:pPr>
            <a:r>
              <a:rPr lang="en-US" sz="1400" b="0" strike="noStrike" spc="-1">
                <a:solidFill>
                  <a:srgbClr val="000000"/>
                </a:solidFill>
                <a:latin typeface="Times New Roman"/>
              </a:rPr>
              <a:t>&lt;footer&gt;</a:t>
            </a:r>
            <a:endParaRPr lang="en-GB" sz="1400" b="0" strike="noStrike" spc="-1">
              <a:solidFill>
                <a:srgbClr val="000000"/>
              </a:solidFill>
              <a:latin typeface="Times New Roman"/>
            </a:endParaRPr>
          </a:p>
        </p:txBody>
      </p:sp>
      <p:sp>
        <p:nvSpPr>
          <p:cNvPr id="48" name="PlaceHolder 2"/>
          <p:cNvSpPr>
            <a:spLocks noGrp="1"/>
          </p:cNvSpPr>
          <p:nvPr>
            <p:ph type="sldNum" idx="32"/>
          </p:nvPr>
        </p:nvSpPr>
        <p:spPr>
          <a:xfrm>
            <a:off x="6553080" y="6356520"/>
            <a:ext cx="2130840" cy="36216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n-US" sz="1200" b="0" strike="noStrike" spc="-1">
                <a:solidFill>
                  <a:schemeClr val="dk1">
                    <a:tint val="75000"/>
                  </a:schemeClr>
                </a:solidFill>
                <a:latin typeface="Calibri"/>
              </a:defRPr>
            </a:lvl1pPr>
          </a:lstStyle>
          <a:p>
            <a:pPr indent="0" algn="r" defTabSz="914400">
              <a:lnSpc>
                <a:spcPct val="100000"/>
              </a:lnSpc>
              <a:buNone/>
              <a:tabLst>
                <a:tab pos="0" algn="l"/>
              </a:tabLst>
            </a:pPr>
            <a:fld id="{4E7A1EDF-8FD8-46B0-8167-438F72F6EF16}" type="slidenum">
              <a:rPr lang="en-US" sz="1200" b="0" strike="noStrike" spc="-1">
                <a:solidFill>
                  <a:schemeClr val="dk1">
                    <a:tint val="75000"/>
                  </a:schemeClr>
                </a:solidFill>
                <a:latin typeface="Calibri"/>
              </a:rPr>
              <a:t>‹#›</a:t>
            </a:fld>
            <a:endParaRPr lang="en-GB" sz="1200" b="0" strike="noStrike" spc="-1">
              <a:solidFill>
                <a:srgbClr val="000000"/>
              </a:solidFill>
              <a:latin typeface="Times New Roman"/>
            </a:endParaRPr>
          </a:p>
        </p:txBody>
      </p:sp>
      <p:sp>
        <p:nvSpPr>
          <p:cNvPr id="49" name="PlaceHolder 3"/>
          <p:cNvSpPr>
            <a:spLocks noGrp="1"/>
          </p:cNvSpPr>
          <p:nvPr>
            <p:ph type="dt" idx="33"/>
          </p:nvPr>
        </p:nvSpPr>
        <p:spPr>
          <a:xfrm>
            <a:off x="457200" y="6356520"/>
            <a:ext cx="2130840" cy="362160"/>
          </a:xfrm>
          <a:prstGeom prst="rect">
            <a:avLst/>
          </a:prstGeom>
          <a:noFill/>
          <a:ln w="0">
            <a:noFill/>
          </a:ln>
        </p:spPr>
        <p:txBody>
          <a:bodyPr lIns="91440" tIns="45720" rIns="91440" bIns="45720" anchor="ctr">
            <a:noAutofit/>
          </a:bodyPr>
          <a:lstStyle>
            <a:lvl1pPr indent="0">
              <a:buNone/>
              <a:defRPr lang="en-GB" sz="1400" b="0" strike="noStrike" spc="-1">
                <a:solidFill>
                  <a:srgbClr val="000000"/>
                </a:solidFill>
                <a:latin typeface="Times New Roman"/>
              </a:defRPr>
            </a:lvl1pPr>
          </a:lstStyle>
          <a:p>
            <a:pPr indent="0">
              <a:buNone/>
            </a:pPr>
            <a:r>
              <a:rPr lang="en-GB"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9.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9.xml"/><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9.xml"/><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9.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9.xml"/><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9.xml"/><Relationship Id="rId4" Type="http://schemas.openxmlformats.org/officeDocument/2006/relationships/image" Target="../media/image8.sv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9.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9.xml"/><Relationship Id="rId4" Type="http://schemas.openxmlformats.org/officeDocument/2006/relationships/image" Target="../media/image8.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grpSp>
        <p:nvGrpSpPr>
          <p:cNvPr id="56" name="Group 2"/>
          <p:cNvGrpSpPr/>
          <p:nvPr/>
        </p:nvGrpSpPr>
        <p:grpSpPr>
          <a:xfrm>
            <a:off x="0" y="0"/>
            <a:ext cx="18285120" cy="10284120"/>
            <a:chOff x="0" y="0"/>
            <a:chExt cx="18285120" cy="10284120"/>
          </a:xfrm>
        </p:grpSpPr>
        <p:sp>
          <p:nvSpPr>
            <p:cNvPr id="57" name="Freeform 3"/>
            <p:cNvSpPr/>
            <p:nvPr/>
          </p:nvSpPr>
          <p:spPr>
            <a:xfrm>
              <a:off x="0" y="0"/>
              <a:ext cx="18285120" cy="10284120"/>
            </a:xfrm>
            <a:custGeom>
              <a:avLst/>
              <a:gdLst>
                <a:gd name="textAreaLeft" fmla="*/ 0 w 18285120"/>
                <a:gd name="textAreaRight" fmla="*/ 18288000 w 18285120"/>
                <a:gd name="textAreaTop" fmla="*/ 0 h 10284120"/>
                <a:gd name="textAreaBottom" fmla="*/ 10287000 h 10284120"/>
              </a:gdLst>
              <a:ahLst/>
              <a:cxnLst/>
              <a:rect l="textAreaLeft" t="textAreaTop" r="textAreaRight" b="textAreaBottom"/>
              <a:pathLst>
                <a:path w="24384000" h="13716000">
                  <a:moveTo>
                    <a:pt x="0" y="0"/>
                  </a:moveTo>
                  <a:lnTo>
                    <a:pt x="24384000" y="0"/>
                  </a:lnTo>
                  <a:lnTo>
                    <a:pt x="24384000" y="13716000"/>
                  </a:lnTo>
                  <a:lnTo>
                    <a:pt x="0" y="13716000"/>
                  </a:lnTo>
                  <a:lnTo>
                    <a:pt x="0" y="0"/>
                  </a:lnTo>
                  <a:close/>
                </a:path>
              </a:pathLst>
            </a:custGeom>
            <a:blipFill rotWithShape="0">
              <a:blip r:embed="rId2"/>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noProof="0" dirty="0">
                <a:solidFill>
                  <a:schemeClr val="dk1"/>
                </a:solidFill>
                <a:latin typeface="Calibri"/>
              </a:endParaRPr>
            </a:p>
          </p:txBody>
        </p:sp>
        <p:grpSp>
          <p:nvGrpSpPr>
            <p:cNvPr id="58" name="Group 4"/>
            <p:cNvGrpSpPr/>
            <p:nvPr/>
          </p:nvGrpSpPr>
          <p:grpSpPr>
            <a:xfrm>
              <a:off x="13716000" y="1589760"/>
              <a:ext cx="1330560" cy="1847520"/>
              <a:chOff x="13716000" y="1589760"/>
              <a:chExt cx="1330560" cy="1847520"/>
            </a:xfrm>
          </p:grpSpPr>
          <p:sp>
            <p:nvSpPr>
              <p:cNvPr id="59" name="Freeform 5"/>
              <p:cNvSpPr/>
              <p:nvPr/>
            </p:nvSpPr>
            <p:spPr>
              <a:xfrm>
                <a:off x="13716000" y="1770480"/>
                <a:ext cx="1330560" cy="1666800"/>
              </a:xfrm>
              <a:custGeom>
                <a:avLst/>
                <a:gdLst>
                  <a:gd name="textAreaLeft" fmla="*/ 0 w 1330560"/>
                  <a:gd name="textAreaRight" fmla="*/ 1333440 w 1330560"/>
                  <a:gd name="textAreaTop" fmla="*/ 0 h 1666800"/>
                  <a:gd name="textAreaBottom" fmla="*/ 1669680 h 1666800"/>
                </a:gdLst>
                <a:ahLst/>
                <a:cxnLst/>
                <a:rect l="textAreaLeft" t="textAreaTop" r="textAreaRight" b="textAreaBottom"/>
                <a:pathLst>
                  <a:path w="351210" h="439750">
                    <a:moveTo>
                      <a:pt x="0" y="0"/>
                    </a:moveTo>
                    <a:lnTo>
                      <a:pt x="351210" y="0"/>
                    </a:lnTo>
                    <a:lnTo>
                      <a:pt x="351210" y="439750"/>
                    </a:lnTo>
                    <a:lnTo>
                      <a:pt x="0" y="43975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noProof="0" dirty="0">
                  <a:solidFill>
                    <a:schemeClr val="dk1"/>
                  </a:solidFill>
                  <a:latin typeface="Calibri"/>
                </a:endParaRPr>
              </a:p>
            </p:txBody>
          </p:sp>
          <p:sp>
            <p:nvSpPr>
              <p:cNvPr id="60" name="TextBox 6"/>
              <p:cNvSpPr/>
              <p:nvPr/>
            </p:nvSpPr>
            <p:spPr>
              <a:xfrm>
                <a:off x="13716000" y="1589760"/>
                <a:ext cx="1330560" cy="1847520"/>
              </a:xfrm>
              <a:prstGeom prst="rect">
                <a:avLst/>
              </a:prstGeom>
              <a:noFill/>
              <a:ln w="0">
                <a:noFill/>
              </a:ln>
            </p:spPr>
            <p:style>
              <a:lnRef idx="0">
                <a:scrgbClr r="0" g="0" b="0"/>
              </a:lnRef>
              <a:fillRef idx="0">
                <a:scrgbClr r="0" g="0" b="0"/>
              </a:fillRef>
              <a:effectRef idx="0">
                <a:scrgbClr r="0" g="0" b="0"/>
              </a:effectRef>
              <a:fontRef idx="minor"/>
            </p:style>
            <p:txBody>
              <a:bodyPr lIns="50760" tIns="50760" rIns="50760" bIns="50760" anchor="ctr">
                <a:noAutofit/>
              </a:bodyPr>
              <a:lstStyle/>
              <a:p>
                <a:pPr algn="ctr" defTabSz="914400">
                  <a:lnSpc>
                    <a:spcPts val="3359"/>
                  </a:lnSpc>
                </a:pPr>
                <a:endParaRPr lang="en-GB" sz="1800" b="0" strike="noStrike" spc="-1" noProof="0" dirty="0">
                  <a:solidFill>
                    <a:schemeClr val="dk1"/>
                  </a:solidFill>
                  <a:latin typeface="Calibri"/>
                </a:endParaRPr>
              </a:p>
            </p:txBody>
          </p:sp>
        </p:grpSp>
      </p:grpSp>
      <p:sp>
        <p:nvSpPr>
          <p:cNvPr id="61" name="TextBox 7"/>
          <p:cNvSpPr/>
          <p:nvPr/>
        </p:nvSpPr>
        <p:spPr>
          <a:xfrm>
            <a:off x="4486320" y="593640"/>
            <a:ext cx="9312480" cy="5486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0800"/>
              </a:lnSpc>
            </a:pPr>
            <a:r>
              <a:rPr lang="en-GB" sz="9000" b="1" strike="noStrike" spc="-1" noProof="0" dirty="0">
                <a:solidFill>
                  <a:srgbClr val="FFFFFF"/>
                </a:solidFill>
                <a:latin typeface="Century Gothic Paneuropean Heavy"/>
                <a:ea typeface="Century Gothic Paneuropean Heavy"/>
              </a:rPr>
              <a:t>From Launch </a:t>
            </a:r>
            <a:endParaRPr lang="en-GB" sz="9000" b="0" strike="noStrike" spc="-1" noProof="0" dirty="0">
              <a:solidFill>
                <a:srgbClr val="FFFFFF"/>
              </a:solidFill>
              <a:latin typeface="Arial"/>
            </a:endParaRPr>
          </a:p>
          <a:p>
            <a:pPr algn="ctr" defTabSz="914400">
              <a:lnSpc>
                <a:spcPts val="10800"/>
              </a:lnSpc>
            </a:pPr>
            <a:r>
              <a:rPr lang="en-GB" sz="9000" b="1" strike="noStrike" spc="-1" noProof="0" dirty="0">
                <a:solidFill>
                  <a:srgbClr val="FFFFFF"/>
                </a:solidFill>
                <a:latin typeface="Century Gothic Paneuropean Heavy"/>
                <a:ea typeface="Century Gothic Paneuropean Heavy"/>
              </a:rPr>
              <a:t>to Litter:</a:t>
            </a:r>
            <a:endParaRPr lang="en-GB" sz="9000" b="0" strike="noStrike" spc="-1" noProof="0" dirty="0">
              <a:solidFill>
                <a:srgbClr val="FFFFFF"/>
              </a:solidFill>
              <a:latin typeface="Arial"/>
            </a:endParaRPr>
          </a:p>
          <a:p>
            <a:pPr algn="ctr" defTabSz="914400">
              <a:lnSpc>
                <a:spcPts val="10800"/>
              </a:lnSpc>
            </a:pPr>
            <a:r>
              <a:rPr lang="en-GB" sz="9000" b="1" strike="noStrike" spc="-1" noProof="0" dirty="0">
                <a:solidFill>
                  <a:srgbClr val="FFBD00"/>
                </a:solidFill>
                <a:latin typeface="Century Gothic Paneuropean Heavy"/>
                <a:ea typeface="Century Gothic Paneuropean Heavy"/>
              </a:rPr>
              <a:t>Orbital Overload </a:t>
            </a:r>
            <a:endParaRPr lang="en-GB" sz="9000" b="0" strike="noStrike" spc="-1" noProof="0" dirty="0">
              <a:solidFill>
                <a:srgbClr val="FFFFFF"/>
              </a:solidFill>
              <a:latin typeface="Arial"/>
            </a:endParaRPr>
          </a:p>
        </p:txBody>
      </p:sp>
      <p:sp>
        <p:nvSpPr>
          <p:cNvPr id="62" name="Freeform 8"/>
          <p:cNvSpPr/>
          <p:nvPr/>
        </p:nvSpPr>
        <p:spPr>
          <a:xfrm>
            <a:off x="8751960" y="4398840"/>
            <a:ext cx="10915560" cy="4610160"/>
          </a:xfrm>
          <a:custGeom>
            <a:avLst/>
            <a:gdLst>
              <a:gd name="textAreaLeft" fmla="*/ 0 w 10915560"/>
              <a:gd name="textAreaRight" fmla="*/ 10918440 w 10915560"/>
              <a:gd name="textAreaTop" fmla="*/ 0 h 4610160"/>
              <a:gd name="textAreaBottom" fmla="*/ 4613040 h 4610160"/>
            </a:gdLst>
            <a:ahLst/>
            <a:cxnLst/>
            <a:rect l="textAreaLeft" t="textAreaTop" r="textAreaRight" b="textAreaBottom"/>
            <a:pathLst>
              <a:path w="10918450" h="4613045">
                <a:moveTo>
                  <a:pt x="0" y="0"/>
                </a:moveTo>
                <a:lnTo>
                  <a:pt x="10918450" y="0"/>
                </a:lnTo>
                <a:lnTo>
                  <a:pt x="10918450" y="4613045"/>
                </a:lnTo>
                <a:lnTo>
                  <a:pt x="0" y="4613045"/>
                </a:lnTo>
                <a:lnTo>
                  <a:pt x="0" y="0"/>
                </a:ln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noProof="0" dirty="0">
              <a:solidFill>
                <a:schemeClr val="dk1"/>
              </a:solidFill>
              <a:latin typeface="Calibri"/>
            </a:endParaRPr>
          </a:p>
        </p:txBody>
      </p:sp>
      <p:sp>
        <p:nvSpPr>
          <p:cNvPr id="63" name="TextBox 9"/>
          <p:cNvSpPr/>
          <p:nvPr/>
        </p:nvSpPr>
        <p:spPr>
          <a:xfrm>
            <a:off x="15163920" y="9487080"/>
            <a:ext cx="312120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1" strike="noStrike" spc="-1" noProof="0" dirty="0">
                <a:solidFill>
                  <a:srgbClr val="FFFFFF"/>
                </a:solidFill>
                <a:latin typeface="Century Gothic Paneuropean Heavy"/>
              </a:rPr>
              <a:t>Tom Rowan</a:t>
            </a:r>
            <a:r>
              <a:rPr lang="en-GB" sz="1800" b="1" strike="noStrike" spc="-1" noProof="0" dirty="0">
                <a:solidFill>
                  <a:srgbClr val="9AD3F3"/>
                </a:solidFill>
                <a:latin typeface="Century Gothic Paneuropean Heavy"/>
              </a:rPr>
              <a:t>, ST20285213</a:t>
            </a:r>
            <a:endParaRPr lang="en-GB" sz="1800" b="0" strike="noStrike" spc="-1" noProof="0" dirty="0">
              <a:solidFill>
                <a:srgbClr val="FFFFFF"/>
              </a:solidFill>
              <a:latin typeface="Arial"/>
            </a:endParaRPr>
          </a:p>
          <a:p>
            <a:pPr defTabSz="914400">
              <a:lnSpc>
                <a:spcPct val="100000"/>
              </a:lnSpc>
            </a:pPr>
            <a:r>
              <a:rPr lang="en-GB" sz="1800" b="1" strike="noStrike" spc="-1" noProof="0" dirty="0">
                <a:solidFill>
                  <a:srgbClr val="9AD3F3"/>
                </a:solidFill>
                <a:latin typeface="Century Gothic Paneuropean Heavy"/>
              </a:rPr>
              <a:t>DAT5001_S2_25 PRES1</a:t>
            </a:r>
            <a:endParaRPr lang="en-GB" sz="1800" b="0" strike="noStrike" spc="-1" noProof="0" dirty="0">
              <a:solidFill>
                <a:srgbClr val="FFFFFF"/>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64" name="TextBox 2"/>
          <p:cNvSpPr/>
          <p:nvPr/>
        </p:nvSpPr>
        <p:spPr>
          <a:xfrm>
            <a:off x="890280" y="1028880"/>
            <a:ext cx="16504560" cy="1340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0559"/>
              </a:lnSpc>
              <a:tabLst>
                <a:tab pos="0" algn="l"/>
              </a:tabLst>
            </a:pPr>
            <a:r>
              <a:rPr lang="en-GB" sz="8800" b="1" strike="noStrike" spc="-369" dirty="0">
                <a:solidFill>
                  <a:srgbClr val="FFFFFF"/>
                </a:solidFill>
                <a:latin typeface="Century Gothic Paneuropean Heavy"/>
                <a:ea typeface="Century Gothic Paneuropean Heavy"/>
              </a:rPr>
              <a:t>Table Of </a:t>
            </a:r>
            <a:r>
              <a:rPr lang="en-GB" sz="8800" b="1" strike="noStrike" spc="-369" dirty="0">
                <a:solidFill>
                  <a:srgbClr val="FFBD00"/>
                </a:solidFill>
                <a:latin typeface="Century Gothic Paneuropean Heavy"/>
                <a:ea typeface="Century Gothic Paneuropean Heavy"/>
              </a:rPr>
              <a:t>Contents</a:t>
            </a:r>
            <a:endParaRPr lang="en-GB" sz="8800" b="0" strike="noStrike" spc="-1" dirty="0">
              <a:solidFill>
                <a:srgbClr val="FFFFFF"/>
              </a:solidFill>
              <a:latin typeface="Arial"/>
            </a:endParaRPr>
          </a:p>
        </p:txBody>
      </p:sp>
      <p:sp>
        <p:nvSpPr>
          <p:cNvPr id="65" name="TextBox 4"/>
          <p:cNvSpPr/>
          <p:nvPr/>
        </p:nvSpPr>
        <p:spPr>
          <a:xfrm>
            <a:off x="7848720" y="6591240"/>
            <a:ext cx="3683880" cy="97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841"/>
              </a:lnSpc>
              <a:tabLst>
                <a:tab pos="0" algn="l"/>
              </a:tabLst>
            </a:pPr>
            <a:r>
              <a:rPr lang="en-GB" sz="3200" b="1" strike="noStrike" spc="-1" dirty="0">
                <a:solidFill>
                  <a:srgbClr val="FFBD00"/>
                </a:solidFill>
                <a:latin typeface="Open Sauce Semi-Bold"/>
                <a:ea typeface="Open Sauce Semi-Bold"/>
              </a:rPr>
              <a:t>Exploring </a:t>
            </a:r>
            <a:br>
              <a:rPr lang="en-GB" sz="3200" dirty="0"/>
            </a:br>
            <a:r>
              <a:rPr lang="en-GB" sz="3200" b="1" strike="noStrike" spc="-1" dirty="0">
                <a:solidFill>
                  <a:srgbClr val="FFBD00"/>
                </a:solidFill>
                <a:latin typeface="Open Sauce Semi-Bold"/>
                <a:ea typeface="Open Sauce Semi-Bold"/>
              </a:rPr>
              <a:t>the Data</a:t>
            </a:r>
            <a:endParaRPr lang="en-GB" sz="3200" b="0" strike="noStrike" spc="-1" dirty="0">
              <a:solidFill>
                <a:srgbClr val="FFFFFF"/>
              </a:solidFill>
              <a:latin typeface="Arial"/>
            </a:endParaRPr>
          </a:p>
        </p:txBody>
      </p:sp>
      <p:sp>
        <p:nvSpPr>
          <p:cNvPr id="66" name="Freeform 5"/>
          <p:cNvSpPr/>
          <p:nvPr/>
        </p:nvSpPr>
        <p:spPr>
          <a:xfrm>
            <a:off x="8336520" y="3328560"/>
            <a:ext cx="2319480" cy="2708640"/>
          </a:xfrm>
          <a:custGeom>
            <a:avLst/>
            <a:gdLst>
              <a:gd name="textAreaLeft" fmla="*/ 0 w 2319480"/>
              <a:gd name="textAreaRight" fmla="*/ 2322360 w 2319480"/>
              <a:gd name="textAreaTop" fmla="*/ 0 h 2708640"/>
              <a:gd name="textAreaBottom" fmla="*/ 2711520 h 2708640"/>
            </a:gdLst>
            <a:ahLst/>
            <a:cxnLst/>
            <a:rect l="textAreaLeft" t="textAreaTop" r="textAreaRight" b="textAreaBottom"/>
            <a:pathLst>
              <a:path w="2322193" h="2711690">
                <a:moveTo>
                  <a:pt x="0" y="0"/>
                </a:moveTo>
                <a:lnTo>
                  <a:pt x="2322193" y="0"/>
                </a:lnTo>
                <a:lnTo>
                  <a:pt x="2322193" y="2711690"/>
                </a:lnTo>
                <a:lnTo>
                  <a:pt x="0" y="2711690"/>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dirty="0">
              <a:solidFill>
                <a:schemeClr val="dk1"/>
              </a:solidFill>
              <a:latin typeface="Calibri"/>
            </a:endParaRPr>
          </a:p>
        </p:txBody>
      </p:sp>
      <p:sp>
        <p:nvSpPr>
          <p:cNvPr id="67" name="TextBox 6"/>
          <p:cNvSpPr/>
          <p:nvPr/>
        </p:nvSpPr>
        <p:spPr>
          <a:xfrm>
            <a:off x="12313800" y="6606000"/>
            <a:ext cx="3791520" cy="97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841"/>
              </a:lnSpc>
              <a:tabLst>
                <a:tab pos="0" algn="l"/>
              </a:tabLst>
            </a:pPr>
            <a:r>
              <a:rPr lang="en-GB" sz="3200" b="1" strike="noStrike" spc="-1" dirty="0">
                <a:solidFill>
                  <a:srgbClr val="FFBD00"/>
                </a:solidFill>
                <a:latin typeface="Open Sauce Semi-Bold"/>
                <a:ea typeface="Open Sauce Semi-Bold"/>
              </a:rPr>
              <a:t>Planning for</a:t>
            </a:r>
            <a:endParaRPr lang="en-GB" sz="3200" b="0" strike="noStrike" spc="-1" dirty="0">
              <a:solidFill>
                <a:srgbClr val="FFFFFF"/>
              </a:solidFill>
              <a:latin typeface="Arial"/>
            </a:endParaRPr>
          </a:p>
          <a:p>
            <a:pPr algn="ctr" defTabSz="914400">
              <a:lnSpc>
                <a:spcPts val="3841"/>
              </a:lnSpc>
              <a:tabLst>
                <a:tab pos="0" algn="l"/>
              </a:tabLst>
            </a:pPr>
            <a:r>
              <a:rPr lang="en-GB" sz="3200" b="1" strike="noStrike" spc="-1" dirty="0">
                <a:solidFill>
                  <a:srgbClr val="FFBD00"/>
                </a:solidFill>
                <a:latin typeface="Open Sauce Semi-Bold"/>
                <a:ea typeface="Open Sauce Semi-Bold"/>
              </a:rPr>
              <a:t>The Future</a:t>
            </a:r>
            <a:endParaRPr lang="en-GB" sz="3200" b="0" strike="noStrike" spc="-1" dirty="0">
              <a:solidFill>
                <a:srgbClr val="FFFFFF"/>
              </a:solidFill>
              <a:latin typeface="Arial"/>
            </a:endParaRPr>
          </a:p>
        </p:txBody>
      </p:sp>
      <p:sp>
        <p:nvSpPr>
          <p:cNvPr id="68" name="Freeform 8"/>
          <p:cNvSpPr/>
          <p:nvPr/>
        </p:nvSpPr>
        <p:spPr>
          <a:xfrm>
            <a:off x="12557880" y="3328560"/>
            <a:ext cx="2759040" cy="2708640"/>
          </a:xfrm>
          <a:custGeom>
            <a:avLst/>
            <a:gdLst>
              <a:gd name="textAreaLeft" fmla="*/ 0 w 2759040"/>
              <a:gd name="textAreaRight" fmla="*/ 2761920 w 2759040"/>
              <a:gd name="textAreaTop" fmla="*/ 0 h 2708640"/>
              <a:gd name="textAreaBottom" fmla="*/ 2711520 h 2708640"/>
            </a:gdLst>
            <a:ahLst/>
            <a:cxnLst/>
            <a:rect l="textAreaLeft" t="textAreaTop" r="textAreaRight" b="textAreaBottom"/>
            <a:pathLst>
              <a:path w="2761907" h="2711690">
                <a:moveTo>
                  <a:pt x="0" y="0"/>
                </a:moveTo>
                <a:lnTo>
                  <a:pt x="2761906" y="0"/>
                </a:lnTo>
                <a:lnTo>
                  <a:pt x="2761906" y="2711690"/>
                </a:lnTo>
                <a:lnTo>
                  <a:pt x="0" y="2711690"/>
                </a:lnTo>
                <a:lnTo>
                  <a:pt x="0" y="0"/>
                </a:lnTo>
                <a:close/>
              </a:path>
            </a:pathLst>
          </a:custGeom>
          <a:blipFill rotWithShape="0">
            <a:blip r:embed="rId5">
              <a:extLst>
                <a:ext uri="{96DAC541-7B7A-43D3-8B79-37D633B846F1}">
                  <asvg:svgBlip xmlns:asvg="http://schemas.microsoft.com/office/drawing/2016/SVG/main" r:embed="rId6"/>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dirty="0">
              <a:solidFill>
                <a:schemeClr val="dk1"/>
              </a:solidFill>
              <a:latin typeface="Calibri"/>
            </a:endParaRPr>
          </a:p>
        </p:txBody>
      </p:sp>
      <p:sp>
        <p:nvSpPr>
          <p:cNvPr id="69" name="Freeform 10"/>
          <p:cNvSpPr/>
          <p:nvPr/>
        </p:nvSpPr>
        <p:spPr>
          <a:xfrm>
            <a:off x="2902680" y="3444120"/>
            <a:ext cx="2915280" cy="2915280"/>
          </a:xfrm>
          <a:custGeom>
            <a:avLst/>
            <a:gdLst>
              <a:gd name="textAreaLeft" fmla="*/ 0 w 2915280"/>
              <a:gd name="textAreaRight" fmla="*/ 2918160 w 2915280"/>
              <a:gd name="textAreaTop" fmla="*/ 0 h 2915280"/>
              <a:gd name="textAreaBottom" fmla="*/ 2918160 h 291528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7">
              <a:extLst>
                <a:ext uri="{96DAC541-7B7A-43D3-8B79-37D633B846F1}">
                  <asvg:svgBlip xmlns:asvg="http://schemas.microsoft.com/office/drawing/2016/SVG/main" r:embed="rId8"/>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dirty="0">
              <a:solidFill>
                <a:schemeClr val="dk1"/>
              </a:solidFill>
              <a:latin typeface="Calibri"/>
            </a:endParaRPr>
          </a:p>
        </p:txBody>
      </p:sp>
      <p:sp>
        <p:nvSpPr>
          <p:cNvPr id="70" name="TextBox 11"/>
          <p:cNvSpPr/>
          <p:nvPr/>
        </p:nvSpPr>
        <p:spPr>
          <a:xfrm>
            <a:off x="1988280" y="6629400"/>
            <a:ext cx="4867920" cy="97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841"/>
              </a:lnSpc>
              <a:tabLst>
                <a:tab pos="0" algn="l"/>
              </a:tabLst>
            </a:pPr>
            <a:r>
              <a:rPr lang="en-GB" sz="3200" b="1" strike="noStrike" spc="-1" dirty="0">
                <a:solidFill>
                  <a:srgbClr val="FFBD00"/>
                </a:solidFill>
                <a:latin typeface="Open Sauce Semi-Bold"/>
                <a:ea typeface="Open Sauce Semi-Bold"/>
              </a:rPr>
              <a:t>What is the Kessler Syndrome?</a:t>
            </a:r>
            <a:endParaRPr lang="en-GB" sz="3200" b="0" strike="noStrike" spc="-1" dirty="0">
              <a:solidFill>
                <a:srgbClr val="FFFFFF"/>
              </a:solidFill>
              <a:latin typeface="Arial"/>
            </a:endParaRPr>
          </a:p>
        </p:txBody>
      </p:sp>
      <p:sp>
        <p:nvSpPr>
          <p:cNvPr id="71" name="TextBox 3"/>
          <p:cNvSpPr/>
          <p:nvPr/>
        </p:nvSpPr>
        <p:spPr>
          <a:xfrm>
            <a:off x="7849080" y="7778880"/>
            <a:ext cx="368388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359"/>
              </a:lnSpc>
              <a:tabLst>
                <a:tab pos="0" algn="l"/>
              </a:tabLst>
            </a:pPr>
            <a:r>
              <a:rPr lang="en-GB" sz="2400" b="0" strike="noStrike" spc="-1" dirty="0">
                <a:solidFill>
                  <a:srgbClr val="FFFFFF"/>
                </a:solidFill>
                <a:latin typeface="Arial"/>
                <a:ea typeface="Open Sauce"/>
              </a:rPr>
              <a:t>Looking at what’s in orbit and who put it there. </a:t>
            </a:r>
            <a:endParaRPr lang="en-GB" sz="2400" b="0" strike="noStrike" spc="-1" dirty="0">
              <a:solidFill>
                <a:srgbClr val="FFFFFF"/>
              </a:solidFill>
              <a:latin typeface="Arial"/>
            </a:endParaRPr>
          </a:p>
        </p:txBody>
      </p:sp>
      <p:sp>
        <p:nvSpPr>
          <p:cNvPr id="72" name="TextBox 54"/>
          <p:cNvSpPr/>
          <p:nvPr/>
        </p:nvSpPr>
        <p:spPr>
          <a:xfrm>
            <a:off x="12497040" y="7778880"/>
            <a:ext cx="330336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359"/>
              </a:lnSpc>
              <a:tabLst>
                <a:tab pos="0" algn="l"/>
              </a:tabLst>
            </a:pPr>
            <a:r>
              <a:rPr lang="en-GB" sz="2400" b="0" strike="noStrike" spc="-1" dirty="0">
                <a:solidFill>
                  <a:srgbClr val="FFFFFF"/>
                </a:solidFill>
                <a:latin typeface="Open Sauce"/>
                <a:ea typeface="Open Sauce"/>
              </a:rPr>
              <a:t>How can we avoid </a:t>
            </a:r>
            <a:endParaRPr lang="en-GB" sz="2400" b="0" strike="noStrike" spc="-1" dirty="0">
              <a:solidFill>
                <a:srgbClr val="FFFFFF"/>
              </a:solidFill>
              <a:latin typeface="Arial"/>
            </a:endParaRPr>
          </a:p>
          <a:p>
            <a:pPr algn="ctr" defTabSz="914400">
              <a:lnSpc>
                <a:spcPts val="3359"/>
              </a:lnSpc>
              <a:tabLst>
                <a:tab pos="0" algn="l"/>
              </a:tabLst>
            </a:pPr>
            <a:r>
              <a:rPr lang="en-GB" sz="2400" b="0" strike="noStrike" spc="-1" dirty="0">
                <a:solidFill>
                  <a:srgbClr val="FFFFFF"/>
                </a:solidFill>
                <a:latin typeface="Open Sauce"/>
                <a:ea typeface="Open Sauce"/>
              </a:rPr>
              <a:t>a disaster?</a:t>
            </a:r>
            <a:endParaRPr lang="en-GB" sz="2400" b="0" strike="noStrike" spc="-1" dirty="0">
              <a:solidFill>
                <a:srgbClr val="FFFFFF"/>
              </a:solidFill>
              <a:latin typeface="Arial"/>
            </a:endParaRPr>
          </a:p>
        </p:txBody>
      </p:sp>
      <p:sp>
        <p:nvSpPr>
          <p:cNvPr id="73" name="TextBox 55"/>
          <p:cNvSpPr/>
          <p:nvPr/>
        </p:nvSpPr>
        <p:spPr>
          <a:xfrm>
            <a:off x="2743560" y="7778880"/>
            <a:ext cx="330336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359"/>
              </a:lnSpc>
              <a:tabLst>
                <a:tab pos="0" algn="l"/>
              </a:tabLst>
            </a:pPr>
            <a:r>
              <a:rPr lang="en-GB" sz="2400" b="0" strike="noStrike" spc="-1" dirty="0">
                <a:solidFill>
                  <a:srgbClr val="FFFFFF"/>
                </a:solidFill>
                <a:latin typeface="Open Sauce"/>
                <a:ea typeface="Open Sauce"/>
              </a:rPr>
              <a:t>And its potential impact on civilization.</a:t>
            </a:r>
            <a:endParaRPr lang="en-GB" sz="2400" b="0" strike="noStrike" spc="-1" dirty="0">
              <a:solidFill>
                <a:srgbClr val="FFFFFF"/>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74" name="Freeform 10"/>
          <p:cNvSpPr/>
          <p:nvPr/>
        </p:nvSpPr>
        <p:spPr>
          <a:xfrm>
            <a:off x="12801600" y="6515280"/>
            <a:ext cx="1140120" cy="1140120"/>
          </a:xfrm>
          <a:custGeom>
            <a:avLst/>
            <a:gdLst>
              <a:gd name="textAreaLeft" fmla="*/ 0 w 1140120"/>
              <a:gd name="textAreaRight" fmla="*/ 1143000 w 1140120"/>
              <a:gd name="textAreaTop" fmla="*/ 0 h 1140120"/>
              <a:gd name="textAreaBottom" fmla="*/ 1143000 h 114012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dirty="0">
              <a:solidFill>
                <a:schemeClr val="dk1"/>
              </a:solidFill>
              <a:latin typeface="Calibri"/>
            </a:endParaRPr>
          </a:p>
        </p:txBody>
      </p:sp>
      <p:sp>
        <p:nvSpPr>
          <p:cNvPr id="75" name="Freeform 10"/>
          <p:cNvSpPr/>
          <p:nvPr/>
        </p:nvSpPr>
        <p:spPr>
          <a:xfrm>
            <a:off x="12801600" y="4305240"/>
            <a:ext cx="1140120" cy="1140120"/>
          </a:xfrm>
          <a:custGeom>
            <a:avLst/>
            <a:gdLst>
              <a:gd name="textAreaLeft" fmla="*/ 0 w 1140120"/>
              <a:gd name="textAreaRight" fmla="*/ 1143000 w 1140120"/>
              <a:gd name="textAreaTop" fmla="*/ 0 h 1140120"/>
              <a:gd name="textAreaBottom" fmla="*/ 1143000 h 114012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dirty="0">
              <a:solidFill>
                <a:schemeClr val="dk1"/>
              </a:solidFill>
              <a:latin typeface="Calibri"/>
            </a:endParaRPr>
          </a:p>
        </p:txBody>
      </p:sp>
      <p:grpSp>
        <p:nvGrpSpPr>
          <p:cNvPr id="76" name="Group 53"/>
          <p:cNvGrpSpPr/>
          <p:nvPr/>
        </p:nvGrpSpPr>
        <p:grpSpPr>
          <a:xfrm>
            <a:off x="12649320" y="4610160"/>
            <a:ext cx="1216440" cy="3349800"/>
            <a:chOff x="12649320" y="4610160"/>
            <a:chExt cx="1216440" cy="3349800"/>
          </a:xfrm>
        </p:grpSpPr>
        <p:sp>
          <p:nvSpPr>
            <p:cNvPr id="77" name="Explosion: 8 Points 36"/>
            <p:cNvSpPr/>
            <p:nvPr/>
          </p:nvSpPr>
          <p:spPr>
            <a:xfrm>
              <a:off x="12649320" y="6819840"/>
              <a:ext cx="1216440" cy="114012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dirty="0">
                <a:solidFill>
                  <a:schemeClr val="lt1"/>
                </a:solidFill>
                <a:latin typeface="Calibri"/>
              </a:endParaRPr>
            </a:p>
          </p:txBody>
        </p:sp>
        <p:sp>
          <p:nvSpPr>
            <p:cNvPr id="78" name="Explosion: 8 Points 34"/>
            <p:cNvSpPr/>
            <p:nvPr/>
          </p:nvSpPr>
          <p:spPr>
            <a:xfrm>
              <a:off x="12649320" y="4610160"/>
              <a:ext cx="1216440" cy="114012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dirty="0">
                <a:solidFill>
                  <a:schemeClr val="lt1"/>
                </a:solidFill>
                <a:latin typeface="Calibri"/>
              </a:endParaRPr>
            </a:p>
          </p:txBody>
        </p:sp>
      </p:grpSp>
      <p:sp>
        <p:nvSpPr>
          <p:cNvPr id="79" name="TextBox 2"/>
          <p:cNvSpPr/>
          <p:nvPr/>
        </p:nvSpPr>
        <p:spPr>
          <a:xfrm>
            <a:off x="887040" y="731520"/>
            <a:ext cx="16504560" cy="1340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0559"/>
              </a:lnSpc>
              <a:tabLst>
                <a:tab pos="0" algn="l"/>
              </a:tabLst>
            </a:pPr>
            <a:r>
              <a:rPr lang="en-GB" sz="8800" b="1" strike="noStrike" spc="-369" dirty="0">
                <a:solidFill>
                  <a:srgbClr val="FFFFFF"/>
                </a:solidFill>
                <a:latin typeface="Century Gothic Paneuropean Heavy"/>
                <a:ea typeface="Century Gothic Paneuropean Heavy"/>
              </a:rPr>
              <a:t>What is the </a:t>
            </a:r>
            <a:r>
              <a:rPr lang="en-GB" sz="8800" b="1" strike="noStrike" spc="-369" dirty="0">
                <a:solidFill>
                  <a:srgbClr val="FFBD00"/>
                </a:solidFill>
                <a:latin typeface="Century Gothic Paneuropean Heavy"/>
                <a:ea typeface="Century Gothic Paneuropean Heavy"/>
              </a:rPr>
              <a:t>Kessler Syndrome?</a:t>
            </a:r>
            <a:endParaRPr lang="en-GB" sz="8800" b="0" strike="noStrike" spc="-1" dirty="0">
              <a:solidFill>
                <a:srgbClr val="FFFFFF"/>
              </a:solidFill>
              <a:latin typeface="Arial"/>
            </a:endParaRPr>
          </a:p>
        </p:txBody>
      </p:sp>
      <p:sp>
        <p:nvSpPr>
          <p:cNvPr id="80" name="Freeform 10"/>
          <p:cNvSpPr/>
          <p:nvPr/>
        </p:nvSpPr>
        <p:spPr>
          <a:xfrm>
            <a:off x="10515600" y="5295960"/>
            <a:ext cx="1140120" cy="1140120"/>
          </a:xfrm>
          <a:custGeom>
            <a:avLst/>
            <a:gdLst>
              <a:gd name="textAreaLeft" fmla="*/ 0 w 1140120"/>
              <a:gd name="textAreaRight" fmla="*/ 1143000 w 1140120"/>
              <a:gd name="textAreaTop" fmla="*/ 0 h 1140120"/>
              <a:gd name="textAreaBottom" fmla="*/ 1143000 h 114012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dirty="0">
              <a:solidFill>
                <a:schemeClr val="dk1"/>
              </a:solidFill>
              <a:latin typeface="Calibri"/>
            </a:endParaRPr>
          </a:p>
        </p:txBody>
      </p:sp>
      <p:sp>
        <p:nvSpPr>
          <p:cNvPr id="81" name="TextBox 7"/>
          <p:cNvSpPr/>
          <p:nvPr/>
        </p:nvSpPr>
        <p:spPr>
          <a:xfrm>
            <a:off x="1143000" y="3543480"/>
            <a:ext cx="386784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GB" sz="3200" b="1" strike="noStrike" spc="-1" dirty="0">
                <a:solidFill>
                  <a:srgbClr val="9AD3F3"/>
                </a:solidFill>
                <a:latin typeface="Open Sauce Semi-Bold"/>
                <a:ea typeface="Open Sauce Semi-Bold"/>
              </a:rPr>
              <a:t>Collision Cascade</a:t>
            </a:r>
            <a:endParaRPr lang="en-GB" sz="3200" b="0" strike="noStrike" spc="-1" dirty="0">
              <a:solidFill>
                <a:srgbClr val="FFFFFF"/>
              </a:solidFill>
              <a:latin typeface="Arial"/>
            </a:endParaRPr>
          </a:p>
        </p:txBody>
      </p:sp>
      <p:sp>
        <p:nvSpPr>
          <p:cNvPr id="82" name="TextBox 11"/>
          <p:cNvSpPr/>
          <p:nvPr/>
        </p:nvSpPr>
        <p:spPr>
          <a:xfrm>
            <a:off x="1143000" y="4305240"/>
            <a:ext cx="5864400" cy="127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2400" b="0" strike="noStrike" spc="-1" dirty="0">
                <a:solidFill>
                  <a:srgbClr val="FFFFFF"/>
                </a:solidFill>
                <a:latin typeface="Open Sauce"/>
                <a:ea typeface="Open Sauce"/>
              </a:rPr>
              <a:t>A scenario where satellite and/or space debris collisions cause a cascade effect, making low Earth orbit unusable.</a:t>
            </a:r>
            <a:endParaRPr lang="en-GB" sz="2400" b="0" strike="noStrike" spc="-1" dirty="0">
              <a:solidFill>
                <a:srgbClr val="FFFFFF"/>
              </a:solidFill>
              <a:latin typeface="Arial"/>
            </a:endParaRPr>
          </a:p>
        </p:txBody>
      </p:sp>
      <p:sp>
        <p:nvSpPr>
          <p:cNvPr id="83" name="TextBox 7"/>
          <p:cNvSpPr/>
          <p:nvPr/>
        </p:nvSpPr>
        <p:spPr>
          <a:xfrm>
            <a:off x="1143000" y="6743880"/>
            <a:ext cx="386784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GB" sz="3200" b="1" strike="noStrike" spc="-1" dirty="0">
                <a:solidFill>
                  <a:srgbClr val="9AD3F3"/>
                </a:solidFill>
                <a:latin typeface="Open Sauce Semi-Bold"/>
                <a:ea typeface="Open Sauce Semi-Bold"/>
              </a:rPr>
              <a:t>Disaster Scenario</a:t>
            </a:r>
            <a:endParaRPr lang="en-GB" sz="3200" b="0" strike="noStrike" spc="-1" dirty="0">
              <a:solidFill>
                <a:srgbClr val="FFFFFF"/>
              </a:solidFill>
              <a:latin typeface="Arial"/>
            </a:endParaRPr>
          </a:p>
        </p:txBody>
      </p:sp>
      <p:sp>
        <p:nvSpPr>
          <p:cNvPr id="84" name="TextBox 11"/>
          <p:cNvSpPr/>
          <p:nvPr/>
        </p:nvSpPr>
        <p:spPr>
          <a:xfrm>
            <a:off x="1143000" y="7505640"/>
            <a:ext cx="609300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2400" b="0" strike="noStrike" spc="-1" dirty="0">
                <a:solidFill>
                  <a:srgbClr val="FFFFFF"/>
                </a:solidFill>
                <a:latin typeface="Open Sauce"/>
                <a:ea typeface="Open Sauce"/>
              </a:rPr>
              <a:t>First identified in 1978 by Donald J. Kessler and Burton G. Cour-Palais. </a:t>
            </a:r>
            <a:endParaRPr lang="en-GB" sz="2400" b="0" strike="noStrike" spc="-1" dirty="0">
              <a:solidFill>
                <a:srgbClr val="FFFFFF"/>
              </a:solidFill>
              <a:latin typeface="Arial"/>
            </a:endParaRPr>
          </a:p>
        </p:txBody>
      </p:sp>
      <p:sp>
        <p:nvSpPr>
          <p:cNvPr id="85" name="Explosion: 8 Points 21"/>
          <p:cNvSpPr/>
          <p:nvPr/>
        </p:nvSpPr>
        <p:spPr>
          <a:xfrm>
            <a:off x="10363320" y="5600880"/>
            <a:ext cx="1216440" cy="114012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dirty="0">
              <a:solidFill>
                <a:schemeClr val="lt1"/>
              </a:solidFill>
              <a:latin typeface="Calibri"/>
            </a:endParaRPr>
          </a:p>
        </p:txBody>
      </p:sp>
      <p:sp>
        <p:nvSpPr>
          <p:cNvPr id="86" name="Freeform 10"/>
          <p:cNvSpPr/>
          <p:nvPr/>
        </p:nvSpPr>
        <p:spPr>
          <a:xfrm>
            <a:off x="7924680" y="5295960"/>
            <a:ext cx="1140120" cy="1140120"/>
          </a:xfrm>
          <a:custGeom>
            <a:avLst/>
            <a:gdLst>
              <a:gd name="textAreaLeft" fmla="*/ 0 w 1140120"/>
              <a:gd name="textAreaRight" fmla="*/ 1143000 w 1140120"/>
              <a:gd name="textAreaTop" fmla="*/ 0 h 1140120"/>
              <a:gd name="textAreaBottom" fmla="*/ 1143000 h 114012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dirty="0">
              <a:solidFill>
                <a:schemeClr val="dk1"/>
              </a:solidFill>
              <a:latin typeface="Calibri"/>
            </a:endParaRPr>
          </a:p>
        </p:txBody>
      </p:sp>
      <p:sp>
        <p:nvSpPr>
          <p:cNvPr id="87" name="Arrow: Right 24"/>
          <p:cNvSpPr/>
          <p:nvPr/>
        </p:nvSpPr>
        <p:spPr>
          <a:xfrm>
            <a:off x="9220320" y="5524560"/>
            <a:ext cx="1063800" cy="68292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dirty="0">
              <a:solidFill>
                <a:schemeClr val="lt1"/>
              </a:solidFill>
              <a:latin typeface="Calibri"/>
            </a:endParaRPr>
          </a:p>
        </p:txBody>
      </p:sp>
      <p:sp>
        <p:nvSpPr>
          <p:cNvPr id="88" name="Freeform 10"/>
          <p:cNvSpPr/>
          <p:nvPr/>
        </p:nvSpPr>
        <p:spPr>
          <a:xfrm>
            <a:off x="15468480" y="4610160"/>
            <a:ext cx="1140120" cy="1140120"/>
          </a:xfrm>
          <a:custGeom>
            <a:avLst/>
            <a:gdLst>
              <a:gd name="textAreaLeft" fmla="*/ 0 w 1140120"/>
              <a:gd name="textAreaRight" fmla="*/ 1143000 w 1140120"/>
              <a:gd name="textAreaTop" fmla="*/ 0 h 1140120"/>
              <a:gd name="textAreaBottom" fmla="*/ 1143000 h 114012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dirty="0">
              <a:solidFill>
                <a:schemeClr val="dk1"/>
              </a:solidFill>
              <a:latin typeface="Calibri"/>
            </a:endParaRPr>
          </a:p>
        </p:txBody>
      </p:sp>
      <p:sp>
        <p:nvSpPr>
          <p:cNvPr id="89" name="Freeform 10"/>
          <p:cNvSpPr/>
          <p:nvPr/>
        </p:nvSpPr>
        <p:spPr>
          <a:xfrm>
            <a:off x="15468480" y="2933640"/>
            <a:ext cx="1140120" cy="1140120"/>
          </a:xfrm>
          <a:custGeom>
            <a:avLst/>
            <a:gdLst>
              <a:gd name="textAreaLeft" fmla="*/ 0 w 1140120"/>
              <a:gd name="textAreaRight" fmla="*/ 1143000 w 1140120"/>
              <a:gd name="textAreaTop" fmla="*/ 0 h 1140120"/>
              <a:gd name="textAreaBottom" fmla="*/ 1143000 h 114012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dirty="0">
              <a:solidFill>
                <a:schemeClr val="dk1"/>
              </a:solidFill>
              <a:latin typeface="Calibri"/>
            </a:endParaRPr>
          </a:p>
        </p:txBody>
      </p:sp>
      <p:sp>
        <p:nvSpPr>
          <p:cNvPr id="90" name="Freeform 10"/>
          <p:cNvSpPr/>
          <p:nvPr/>
        </p:nvSpPr>
        <p:spPr>
          <a:xfrm>
            <a:off x="15468480" y="8039160"/>
            <a:ext cx="1140120" cy="1140120"/>
          </a:xfrm>
          <a:custGeom>
            <a:avLst/>
            <a:gdLst>
              <a:gd name="textAreaLeft" fmla="*/ 0 w 1140120"/>
              <a:gd name="textAreaRight" fmla="*/ 1143000 w 1140120"/>
              <a:gd name="textAreaTop" fmla="*/ 0 h 1140120"/>
              <a:gd name="textAreaBottom" fmla="*/ 1143000 h 114012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dirty="0">
              <a:solidFill>
                <a:schemeClr val="dk1"/>
              </a:solidFill>
              <a:latin typeface="Calibri"/>
            </a:endParaRPr>
          </a:p>
        </p:txBody>
      </p:sp>
      <p:sp>
        <p:nvSpPr>
          <p:cNvPr id="91" name="Freeform 10"/>
          <p:cNvSpPr/>
          <p:nvPr/>
        </p:nvSpPr>
        <p:spPr>
          <a:xfrm>
            <a:off x="15468480" y="6362640"/>
            <a:ext cx="1140120" cy="1140120"/>
          </a:xfrm>
          <a:custGeom>
            <a:avLst/>
            <a:gdLst>
              <a:gd name="textAreaLeft" fmla="*/ 0 w 1140120"/>
              <a:gd name="textAreaRight" fmla="*/ 1143000 w 1140120"/>
              <a:gd name="textAreaTop" fmla="*/ 0 h 1140120"/>
              <a:gd name="textAreaBottom" fmla="*/ 1143000 h 114012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GB" sz="1800" b="0" strike="noStrike" spc="-1" dirty="0">
              <a:solidFill>
                <a:schemeClr val="dk1"/>
              </a:solidFill>
              <a:latin typeface="Calibri"/>
            </a:endParaRPr>
          </a:p>
        </p:txBody>
      </p:sp>
      <p:grpSp>
        <p:nvGrpSpPr>
          <p:cNvPr id="92" name="Group 55"/>
          <p:cNvGrpSpPr/>
          <p:nvPr/>
        </p:nvGrpSpPr>
        <p:grpSpPr>
          <a:xfrm>
            <a:off x="15316200" y="3238560"/>
            <a:ext cx="1216440" cy="6245640"/>
            <a:chOff x="15316200" y="3238560"/>
            <a:chExt cx="1216440" cy="6245640"/>
          </a:xfrm>
        </p:grpSpPr>
        <p:sp>
          <p:nvSpPr>
            <p:cNvPr id="93" name="Explosion: 8 Points 38"/>
            <p:cNvSpPr/>
            <p:nvPr/>
          </p:nvSpPr>
          <p:spPr>
            <a:xfrm>
              <a:off x="15316200" y="4915080"/>
              <a:ext cx="1216440" cy="114012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dirty="0">
                <a:solidFill>
                  <a:schemeClr val="lt1"/>
                </a:solidFill>
                <a:latin typeface="Calibri"/>
              </a:endParaRPr>
            </a:p>
          </p:txBody>
        </p:sp>
        <p:sp>
          <p:nvSpPr>
            <p:cNvPr id="94" name="Explosion: 8 Points 40"/>
            <p:cNvSpPr/>
            <p:nvPr/>
          </p:nvSpPr>
          <p:spPr>
            <a:xfrm>
              <a:off x="15316200" y="3238560"/>
              <a:ext cx="1216440" cy="114012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dirty="0">
                <a:solidFill>
                  <a:schemeClr val="lt1"/>
                </a:solidFill>
                <a:latin typeface="Calibri"/>
              </a:endParaRPr>
            </a:p>
          </p:txBody>
        </p:sp>
        <p:sp>
          <p:nvSpPr>
            <p:cNvPr id="95" name="Explosion: 8 Points 42"/>
            <p:cNvSpPr/>
            <p:nvPr/>
          </p:nvSpPr>
          <p:spPr>
            <a:xfrm>
              <a:off x="15316200" y="8344080"/>
              <a:ext cx="1216440" cy="114012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dirty="0">
                <a:solidFill>
                  <a:schemeClr val="lt1"/>
                </a:solidFill>
                <a:latin typeface="Calibri"/>
              </a:endParaRPr>
            </a:p>
          </p:txBody>
        </p:sp>
        <p:sp>
          <p:nvSpPr>
            <p:cNvPr id="96" name="Explosion: 8 Points 44"/>
            <p:cNvSpPr/>
            <p:nvPr/>
          </p:nvSpPr>
          <p:spPr>
            <a:xfrm>
              <a:off x="15316200" y="6667560"/>
              <a:ext cx="1216440" cy="114012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dirty="0">
                <a:solidFill>
                  <a:schemeClr val="lt1"/>
                </a:solidFill>
                <a:latin typeface="Calibri"/>
              </a:endParaRPr>
            </a:p>
          </p:txBody>
        </p:sp>
      </p:grpSp>
      <p:grpSp>
        <p:nvGrpSpPr>
          <p:cNvPr id="97" name="Group 54"/>
          <p:cNvGrpSpPr/>
          <p:nvPr/>
        </p:nvGrpSpPr>
        <p:grpSpPr>
          <a:xfrm>
            <a:off x="14095080" y="3695400"/>
            <a:ext cx="1033560" cy="4871880"/>
            <a:chOff x="14095080" y="3695400"/>
            <a:chExt cx="1033560" cy="4871880"/>
          </a:xfrm>
        </p:grpSpPr>
        <p:sp>
          <p:nvSpPr>
            <p:cNvPr id="98" name="Arrow: Right 46"/>
            <p:cNvSpPr/>
            <p:nvPr/>
          </p:nvSpPr>
          <p:spPr>
            <a:xfrm rot="20311800">
              <a:off x="14270400" y="3810600"/>
              <a:ext cx="759240" cy="68292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dirty="0">
                <a:solidFill>
                  <a:schemeClr val="lt1"/>
                </a:solidFill>
                <a:latin typeface="Calibri"/>
              </a:endParaRPr>
            </a:p>
          </p:txBody>
        </p:sp>
        <p:sp>
          <p:nvSpPr>
            <p:cNvPr id="99" name="Arrow: Right 47"/>
            <p:cNvSpPr/>
            <p:nvPr/>
          </p:nvSpPr>
          <p:spPr>
            <a:xfrm rot="1288200" flipV="1">
              <a:off x="14193360" y="7768800"/>
              <a:ext cx="760320" cy="68256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dirty="0">
                <a:solidFill>
                  <a:schemeClr val="lt1"/>
                </a:solidFill>
                <a:latin typeface="Calibri"/>
              </a:endParaRPr>
            </a:p>
          </p:txBody>
        </p:sp>
        <p:sp>
          <p:nvSpPr>
            <p:cNvPr id="100" name="Arrow: Right 49"/>
            <p:cNvSpPr/>
            <p:nvPr/>
          </p:nvSpPr>
          <p:spPr>
            <a:xfrm flipV="1">
              <a:off x="14249520" y="6893280"/>
              <a:ext cx="759240" cy="68292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dirty="0">
                <a:solidFill>
                  <a:schemeClr val="lt1"/>
                </a:solidFill>
                <a:latin typeface="Calibri"/>
              </a:endParaRPr>
            </a:p>
          </p:txBody>
        </p:sp>
        <p:sp>
          <p:nvSpPr>
            <p:cNvPr id="101" name="Arrow: Right 50"/>
            <p:cNvSpPr/>
            <p:nvPr/>
          </p:nvSpPr>
          <p:spPr>
            <a:xfrm flipV="1">
              <a:off x="14325480" y="4835880"/>
              <a:ext cx="759240" cy="68292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dirty="0">
                <a:solidFill>
                  <a:schemeClr val="lt1"/>
                </a:solidFill>
                <a:latin typeface="Calibri"/>
              </a:endParaRPr>
            </a:p>
          </p:txBody>
        </p:sp>
      </p:grpSp>
      <p:grpSp>
        <p:nvGrpSpPr>
          <p:cNvPr id="102" name="Group 52"/>
          <p:cNvGrpSpPr/>
          <p:nvPr/>
        </p:nvGrpSpPr>
        <p:grpSpPr>
          <a:xfrm>
            <a:off x="11733120" y="4990680"/>
            <a:ext cx="957240" cy="1976400"/>
            <a:chOff x="11733120" y="4990680"/>
            <a:chExt cx="957240" cy="1976400"/>
          </a:xfrm>
        </p:grpSpPr>
        <p:sp>
          <p:nvSpPr>
            <p:cNvPr id="103" name="Arrow: Right 45"/>
            <p:cNvSpPr/>
            <p:nvPr/>
          </p:nvSpPr>
          <p:spPr>
            <a:xfrm rot="20311800">
              <a:off x="11832120" y="5105880"/>
              <a:ext cx="759240" cy="68292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dirty="0">
                <a:solidFill>
                  <a:schemeClr val="lt1"/>
                </a:solidFill>
                <a:latin typeface="Calibri"/>
              </a:endParaRPr>
            </a:p>
          </p:txBody>
        </p:sp>
        <p:sp>
          <p:nvSpPr>
            <p:cNvPr id="104" name="Arrow: Right 51"/>
            <p:cNvSpPr/>
            <p:nvPr/>
          </p:nvSpPr>
          <p:spPr>
            <a:xfrm rot="1288200" flipV="1">
              <a:off x="11831400" y="6168600"/>
              <a:ext cx="760320" cy="68256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GB" sz="1800" b="0" strike="noStrike" spc="-1" dirty="0">
                <a:solidFill>
                  <a:schemeClr val="lt1"/>
                </a:solidFill>
                <a:latin typeface="Calibri"/>
              </a:endParaRPr>
            </a:p>
          </p:txBody>
        </p:sp>
      </p:grpSp>
      <p:sp>
        <p:nvSpPr>
          <p:cNvPr id="105" name="TextBox 47"/>
          <p:cNvSpPr/>
          <p:nvPr/>
        </p:nvSpPr>
        <p:spPr>
          <a:xfrm>
            <a:off x="5786640" y="9653040"/>
            <a:ext cx="6093000" cy="426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2400" b="0" strike="noStrike" spc="-1" dirty="0">
                <a:solidFill>
                  <a:srgbClr val="FFFFFF"/>
                </a:solidFill>
                <a:latin typeface="Open Sauce"/>
                <a:ea typeface="Open Sauce"/>
              </a:rPr>
              <a:t>Chart data updated 1</a:t>
            </a:r>
            <a:r>
              <a:rPr lang="en-GB" sz="2400" b="0" strike="noStrike" spc="-1" baseline="33000" dirty="0">
                <a:solidFill>
                  <a:srgbClr val="FFFFFF"/>
                </a:solidFill>
                <a:latin typeface="Open Sauce"/>
                <a:ea typeface="Open Sauce"/>
              </a:rPr>
              <a:t>st</a:t>
            </a:r>
            <a:r>
              <a:rPr lang="en-GB" sz="2400" b="0" strike="noStrike" spc="-1" dirty="0">
                <a:solidFill>
                  <a:srgbClr val="FFFFFF"/>
                </a:solidFill>
                <a:latin typeface="Open Sauce"/>
                <a:ea typeface="Open Sauce"/>
              </a:rPr>
              <a:t> December 2025</a:t>
            </a:r>
            <a:endParaRPr lang="en-GB" sz="2400" b="0" strike="noStrike" spc="-1" dirty="0">
              <a:solidFill>
                <a:srgbClr val="FFFFFF"/>
              </a:solidFill>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87"/>
                                        </p:tgtEl>
                                        <p:attrNameLst>
                                          <p:attrName>style.visibility</p:attrName>
                                        </p:attrNameLst>
                                      </p:cBhvr>
                                      <p:to>
                                        <p:strVal val="visible"/>
                                      </p:to>
                                    </p:set>
                                  </p:childTnLst>
                                </p:cTn>
                              </p:par>
                            </p:childTnLst>
                          </p:cTn>
                        </p:par>
                        <p:par>
                          <p:cTn id="7" fill="hold">
                            <p:stCondLst>
                              <p:cond delay="0"/>
                            </p:stCondLst>
                            <p:childTnLst>
                              <p:par>
                                <p:cTn id="8" presetID="1" presetClass="entr" fill="hold" nodeType="afterEffect">
                                  <p:stCondLst>
                                    <p:cond delay="500"/>
                                  </p:stCondLst>
                                  <p:childTnLst>
                                    <p:set>
                                      <p:cBhvr>
                                        <p:cTn id="9" dur="1" fill="hold">
                                          <p:stCondLst>
                                            <p:cond delay="0"/>
                                          </p:stCondLst>
                                        </p:cTn>
                                        <p:tgtEl>
                                          <p:spTgt spid="85"/>
                                        </p:tgtEl>
                                        <p:attrNameLst>
                                          <p:attrName>style.visibility</p:attrName>
                                        </p:attrNameLst>
                                      </p:cBhvr>
                                      <p:to>
                                        <p:strVal val="visible"/>
                                      </p:to>
                                    </p:set>
                                  </p:childTnLst>
                                </p:cTn>
                              </p:par>
                            </p:childTnLst>
                          </p:cTn>
                        </p:par>
                        <p:par>
                          <p:cTn id="10" fill="hold">
                            <p:stCondLst>
                              <p:cond delay="500"/>
                            </p:stCondLst>
                            <p:childTnLst>
                              <p:par>
                                <p:cTn id="11" presetID="1" presetClass="entr" fill="hold" nodeType="afterEffect">
                                  <p:stCondLst>
                                    <p:cond delay="500"/>
                                  </p:stCondLst>
                                  <p:childTnLst>
                                    <p:set>
                                      <p:cBhvr>
                                        <p:cTn id="12" dur="1" fill="hold">
                                          <p:stCondLst>
                                            <p:cond delay="0"/>
                                          </p:stCondLst>
                                        </p:cTn>
                                        <p:tgtEl>
                                          <p:spTgt spid="102"/>
                                        </p:tgtEl>
                                        <p:attrNameLst>
                                          <p:attrName>style.visibility</p:attrName>
                                        </p:attrNameLst>
                                      </p:cBhvr>
                                      <p:to>
                                        <p:strVal val="visible"/>
                                      </p:to>
                                    </p:set>
                                  </p:childTnLst>
                                </p:cTn>
                              </p:par>
                            </p:childTnLst>
                          </p:cTn>
                        </p:par>
                        <p:par>
                          <p:cTn id="13" fill="hold">
                            <p:stCondLst>
                              <p:cond delay="1000"/>
                            </p:stCondLst>
                            <p:childTnLst>
                              <p:par>
                                <p:cTn id="14" presetID="1" presetClass="entr" fill="hold" nodeType="afterEffect">
                                  <p:stCondLst>
                                    <p:cond delay="500"/>
                                  </p:stCondLst>
                                  <p:childTnLst>
                                    <p:set>
                                      <p:cBhvr>
                                        <p:cTn id="15" dur="1" fill="hold">
                                          <p:stCondLst>
                                            <p:cond delay="0"/>
                                          </p:stCondLst>
                                        </p:cTn>
                                        <p:tgtEl>
                                          <p:spTgt spid="76"/>
                                        </p:tgtEl>
                                        <p:attrNameLst>
                                          <p:attrName>style.visibility</p:attrName>
                                        </p:attrNameLst>
                                      </p:cBhvr>
                                      <p:to>
                                        <p:strVal val="visible"/>
                                      </p:to>
                                    </p:set>
                                  </p:childTnLst>
                                </p:cTn>
                              </p:par>
                            </p:childTnLst>
                          </p:cTn>
                        </p:par>
                        <p:par>
                          <p:cTn id="16" fill="hold">
                            <p:stCondLst>
                              <p:cond delay="1500"/>
                            </p:stCondLst>
                            <p:childTnLst>
                              <p:par>
                                <p:cTn id="17" presetID="1" presetClass="entr" fill="hold" nodeType="afterEffect">
                                  <p:stCondLst>
                                    <p:cond delay="500"/>
                                  </p:stCondLst>
                                  <p:childTnLst>
                                    <p:set>
                                      <p:cBhvr>
                                        <p:cTn id="18" dur="1" fill="hold">
                                          <p:stCondLst>
                                            <p:cond delay="0"/>
                                          </p:stCondLst>
                                        </p:cTn>
                                        <p:tgtEl>
                                          <p:spTgt spid="97"/>
                                        </p:tgtEl>
                                        <p:attrNameLst>
                                          <p:attrName>style.visibility</p:attrName>
                                        </p:attrNameLst>
                                      </p:cBhvr>
                                      <p:to>
                                        <p:strVal val="visible"/>
                                      </p:to>
                                    </p:set>
                                  </p:childTnLst>
                                </p:cTn>
                              </p:par>
                            </p:childTnLst>
                          </p:cTn>
                        </p:par>
                        <p:par>
                          <p:cTn id="19" fill="hold">
                            <p:stCondLst>
                              <p:cond delay="2000"/>
                            </p:stCondLst>
                            <p:childTnLst>
                              <p:par>
                                <p:cTn id="20" presetID="1" presetClass="entr" fill="hold" nodeType="afterEffect">
                                  <p:stCondLst>
                                    <p:cond delay="500"/>
                                  </p:stCondLst>
                                  <p:childTnLst>
                                    <p:set>
                                      <p:cBhvr>
                                        <p:cTn id="21" dur="1" fill="hold">
                                          <p:stCondLst>
                                            <p:cond delay="0"/>
                                          </p:stCondLst>
                                        </p:cTn>
                                        <p:tgtEl>
                                          <p:spTgt spid="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06" name="TextBox 6"/>
          <p:cNvSpPr/>
          <p:nvPr/>
        </p:nvSpPr>
        <p:spPr>
          <a:xfrm>
            <a:off x="887040" y="731520"/>
            <a:ext cx="1428480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GB" sz="9000" b="1" strike="noStrike" spc="-1" dirty="0">
                <a:solidFill>
                  <a:srgbClr val="FFFFFF"/>
                </a:solidFill>
                <a:latin typeface="Century Gothic Paneuropean Heavy"/>
                <a:ea typeface="Century Gothic Paneuropean Heavy"/>
              </a:rPr>
              <a:t>Satellite </a:t>
            </a:r>
            <a:r>
              <a:rPr lang="en-GB" sz="9000" b="1" strike="noStrike" spc="-1" dirty="0">
                <a:solidFill>
                  <a:srgbClr val="FFBD00"/>
                </a:solidFill>
                <a:latin typeface="Century Gothic Paneuropean Heavy"/>
                <a:ea typeface="Century Gothic Paneuropean Heavy"/>
              </a:rPr>
              <a:t>Launch Trends</a:t>
            </a:r>
            <a:endParaRPr lang="en-GB" sz="9000" b="0" strike="noStrike" spc="-1" dirty="0">
              <a:solidFill>
                <a:srgbClr val="FFFFFF"/>
              </a:solidFill>
              <a:latin typeface="Arial"/>
            </a:endParaRPr>
          </a:p>
        </p:txBody>
      </p:sp>
      <p:pic>
        <p:nvPicPr>
          <p:cNvPr id="107" name="Picture 99"/>
          <p:cNvPicPr/>
          <p:nvPr/>
        </p:nvPicPr>
        <p:blipFill>
          <a:blip r:embed="rId3"/>
          <a:stretch/>
        </p:blipFill>
        <p:spPr>
          <a:xfrm>
            <a:off x="1265760" y="2057400"/>
            <a:ext cx="15648480" cy="7770240"/>
          </a:xfrm>
          <a:prstGeom prst="rect">
            <a:avLst/>
          </a:prstGeom>
          <a:ln w="0">
            <a:noFill/>
          </a:ln>
        </p:spPr>
      </p:pic>
      <p:sp>
        <p:nvSpPr>
          <p:cNvPr id="108" name="TextBox 5"/>
          <p:cNvSpPr/>
          <p:nvPr/>
        </p:nvSpPr>
        <p:spPr>
          <a:xfrm>
            <a:off x="9944280" y="2514600"/>
            <a:ext cx="58269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spcBef>
                <a:spcPts val="1191"/>
              </a:spcBef>
              <a:spcAft>
                <a:spcPts val="992"/>
              </a:spcAft>
              <a:tabLst>
                <a:tab pos="0" algn="l"/>
              </a:tabLst>
            </a:pPr>
            <a:r>
              <a:rPr lang="en-GB" sz="3200" b="1" strike="noStrike" spc="-1" dirty="0">
                <a:solidFill>
                  <a:srgbClr val="9AD3F3"/>
                </a:solidFill>
                <a:latin typeface="Open Sauce Semi-Bold"/>
                <a:ea typeface="Open Sauce Semi-Bold"/>
              </a:rPr>
              <a:t>Objects In Orbit, Cumulative</a:t>
            </a:r>
            <a:endParaRPr lang="en-GB" sz="3200" b="0" strike="noStrike" spc="-1" dirty="0">
              <a:solidFill>
                <a:srgbClr val="FFFFFF"/>
              </a:solidFill>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09" name="TextBox 22"/>
          <p:cNvSpPr/>
          <p:nvPr/>
        </p:nvSpPr>
        <p:spPr>
          <a:xfrm>
            <a:off x="887040" y="731520"/>
            <a:ext cx="1428480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GB" sz="9000" b="1" strike="noStrike" spc="-1" dirty="0">
                <a:solidFill>
                  <a:srgbClr val="FFFFFF"/>
                </a:solidFill>
                <a:latin typeface="Century Gothic Paneuropean Heavy"/>
                <a:ea typeface="Century Gothic Paneuropean Heavy"/>
              </a:rPr>
              <a:t>What’s up </a:t>
            </a:r>
            <a:r>
              <a:rPr lang="en-GB" sz="9000" b="1" strike="noStrike" spc="-1" dirty="0">
                <a:solidFill>
                  <a:srgbClr val="FFBD00"/>
                </a:solidFill>
                <a:latin typeface="Century Gothic Paneuropean Heavy"/>
                <a:ea typeface="Century Gothic Paneuropean Heavy"/>
              </a:rPr>
              <a:t>in Orbit?</a:t>
            </a:r>
            <a:endParaRPr lang="en-GB" sz="9000" b="0" strike="noStrike" spc="-1" dirty="0">
              <a:solidFill>
                <a:srgbClr val="FFFFFF"/>
              </a:solidFill>
              <a:latin typeface="Arial"/>
            </a:endParaRPr>
          </a:p>
        </p:txBody>
      </p:sp>
      <p:sp>
        <p:nvSpPr>
          <p:cNvPr id="110" name="TextBox 25"/>
          <p:cNvSpPr/>
          <p:nvPr/>
        </p:nvSpPr>
        <p:spPr>
          <a:xfrm>
            <a:off x="13471920" y="1051560"/>
            <a:ext cx="4331160" cy="97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ts val="3841"/>
              </a:lnSpc>
              <a:tabLst>
                <a:tab pos="0" algn="l"/>
              </a:tabLst>
            </a:pPr>
            <a:r>
              <a:rPr lang="en-GB" sz="3200" b="1" strike="noStrike" spc="-1" dirty="0">
                <a:solidFill>
                  <a:srgbClr val="9AD3F3"/>
                </a:solidFill>
                <a:latin typeface="Open Sauce Semi-Bold"/>
                <a:ea typeface="Open Sauce Semi-Bold"/>
              </a:rPr>
              <a:t>Count of Objects In Low Earth Orbit</a:t>
            </a:r>
            <a:endParaRPr lang="en-GB" sz="3200" b="0" strike="noStrike" spc="-1" dirty="0">
              <a:solidFill>
                <a:srgbClr val="FFFFFF"/>
              </a:solidFill>
              <a:latin typeface="Arial"/>
            </a:endParaRPr>
          </a:p>
        </p:txBody>
      </p:sp>
      <p:pic>
        <p:nvPicPr>
          <p:cNvPr id="111" name="Picture 110"/>
          <p:cNvPicPr/>
          <p:nvPr/>
        </p:nvPicPr>
        <p:blipFill>
          <a:blip r:embed="rId3"/>
          <a:stretch/>
        </p:blipFill>
        <p:spPr>
          <a:xfrm>
            <a:off x="119520" y="2237400"/>
            <a:ext cx="17880120" cy="7662240"/>
          </a:xfrm>
          <a:prstGeom prst="rect">
            <a:avLst/>
          </a:prstGeom>
          <a:ln w="0">
            <a:noFill/>
          </a:ln>
        </p:spPr>
      </p:pic>
      <p:pic>
        <p:nvPicPr>
          <p:cNvPr id="112" name="Picture 111"/>
          <p:cNvPicPr/>
          <p:nvPr/>
        </p:nvPicPr>
        <p:blipFill>
          <a:blip r:embed="rId4"/>
          <a:stretch/>
        </p:blipFill>
        <p:spPr>
          <a:xfrm>
            <a:off x="5400000" y="2520000"/>
            <a:ext cx="5939640" cy="5939640"/>
          </a:xfrm>
          <a:prstGeom prst="rect">
            <a:avLst/>
          </a:prstGeom>
          <a:ln w="0">
            <a:noFill/>
          </a:ln>
        </p:spPr>
      </p:pic>
      <p:pic>
        <p:nvPicPr>
          <p:cNvPr id="113" name="Picture 112"/>
          <p:cNvPicPr/>
          <p:nvPr/>
        </p:nvPicPr>
        <p:blipFill>
          <a:blip r:embed="rId5"/>
          <a:stretch/>
        </p:blipFill>
        <p:spPr>
          <a:xfrm>
            <a:off x="11010960" y="3060000"/>
            <a:ext cx="7168680" cy="4731480"/>
          </a:xfrm>
          <a:prstGeom prst="rect">
            <a:avLst/>
          </a:prstGeom>
          <a:ln w="0">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14" name="TextBox 32"/>
          <p:cNvSpPr/>
          <p:nvPr/>
        </p:nvSpPr>
        <p:spPr>
          <a:xfrm>
            <a:off x="13269240" y="1058400"/>
            <a:ext cx="4331160" cy="97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ts val="3841"/>
              </a:lnSpc>
              <a:tabLst>
                <a:tab pos="0" algn="l"/>
              </a:tabLst>
            </a:pPr>
            <a:r>
              <a:rPr lang="en-GB" sz="3200" b="1" strike="noStrike" spc="-1" dirty="0">
                <a:solidFill>
                  <a:srgbClr val="9AD3F3"/>
                </a:solidFill>
                <a:latin typeface="Open Sauce Semi-Bold"/>
                <a:ea typeface="Open Sauce Semi-Bold"/>
              </a:rPr>
              <a:t>Mass of Payloads</a:t>
            </a:r>
            <a:endParaRPr lang="en-GB" sz="3200" b="0" strike="noStrike" spc="-1" dirty="0">
              <a:solidFill>
                <a:srgbClr val="FFFFFF"/>
              </a:solidFill>
              <a:latin typeface="Arial"/>
            </a:endParaRPr>
          </a:p>
          <a:p>
            <a:pPr algn="r" defTabSz="914400">
              <a:lnSpc>
                <a:spcPts val="3841"/>
              </a:lnSpc>
              <a:tabLst>
                <a:tab pos="0" algn="l"/>
              </a:tabLst>
            </a:pPr>
            <a:r>
              <a:rPr lang="en-GB" sz="3200" b="1" strike="noStrike" spc="-1" dirty="0">
                <a:solidFill>
                  <a:srgbClr val="9AD3F3"/>
                </a:solidFill>
                <a:latin typeface="Open Sauce Semi-Bold"/>
                <a:ea typeface="Open Sauce Semi-Bold"/>
              </a:rPr>
              <a:t>in Low Earth Orbit </a:t>
            </a:r>
            <a:endParaRPr lang="en-GB" sz="3200" b="0" strike="noStrike" spc="-1" dirty="0">
              <a:solidFill>
                <a:srgbClr val="FFFFFF"/>
              </a:solidFill>
              <a:latin typeface="Arial"/>
            </a:endParaRPr>
          </a:p>
        </p:txBody>
      </p:sp>
      <p:sp>
        <p:nvSpPr>
          <p:cNvPr id="115" name="TextBox 21"/>
          <p:cNvSpPr/>
          <p:nvPr/>
        </p:nvSpPr>
        <p:spPr>
          <a:xfrm>
            <a:off x="887040" y="754560"/>
            <a:ext cx="1428480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GB" sz="9000" b="1" strike="noStrike" spc="-1" dirty="0">
                <a:solidFill>
                  <a:srgbClr val="FFFFFF"/>
                </a:solidFill>
                <a:latin typeface="Century Gothic Paneuropean Heavy"/>
                <a:ea typeface="Century Gothic Paneuropean Heavy"/>
              </a:rPr>
              <a:t>Heavy </a:t>
            </a:r>
            <a:r>
              <a:rPr lang="en-GB" sz="9000" b="1" strike="noStrike" spc="-1" dirty="0">
                <a:solidFill>
                  <a:srgbClr val="FFBD00"/>
                </a:solidFill>
                <a:latin typeface="Century Gothic Paneuropean Heavy"/>
                <a:ea typeface="Century Gothic Paneuropean Heavy"/>
              </a:rPr>
              <a:t>Metal</a:t>
            </a:r>
            <a:endParaRPr lang="en-GB" sz="9000" b="0" strike="noStrike" spc="-1" dirty="0">
              <a:solidFill>
                <a:srgbClr val="FFFFFF"/>
              </a:solidFill>
              <a:latin typeface="Arial"/>
            </a:endParaRPr>
          </a:p>
        </p:txBody>
      </p:sp>
      <p:pic>
        <p:nvPicPr>
          <p:cNvPr id="116" name="Picture 115"/>
          <p:cNvPicPr/>
          <p:nvPr/>
        </p:nvPicPr>
        <p:blipFill>
          <a:blip r:embed="rId3"/>
          <a:stretch/>
        </p:blipFill>
        <p:spPr>
          <a:xfrm>
            <a:off x="180000" y="2340000"/>
            <a:ext cx="11339640" cy="7559640"/>
          </a:xfrm>
          <a:prstGeom prst="rect">
            <a:avLst/>
          </a:prstGeom>
          <a:ln w="0">
            <a:noFill/>
          </a:ln>
        </p:spPr>
      </p:pic>
      <p:pic>
        <p:nvPicPr>
          <p:cNvPr id="117" name="Picture 116"/>
          <p:cNvPicPr/>
          <p:nvPr/>
        </p:nvPicPr>
        <p:blipFill>
          <a:blip r:embed="rId4"/>
          <a:stretch/>
        </p:blipFill>
        <p:spPr>
          <a:xfrm>
            <a:off x="2469240" y="3420000"/>
            <a:ext cx="8510400" cy="5219640"/>
          </a:xfrm>
          <a:prstGeom prst="rect">
            <a:avLst/>
          </a:prstGeom>
          <a:ln w="0">
            <a:noFill/>
          </a:ln>
        </p:spPr>
      </p:pic>
      <p:pic>
        <p:nvPicPr>
          <p:cNvPr id="118" name="Picture 117"/>
          <p:cNvPicPr/>
          <p:nvPr/>
        </p:nvPicPr>
        <p:blipFill>
          <a:blip r:embed="rId5"/>
          <a:stretch/>
        </p:blipFill>
        <p:spPr>
          <a:xfrm>
            <a:off x="13679640" y="3705840"/>
            <a:ext cx="4320000" cy="4317480"/>
          </a:xfrm>
          <a:prstGeom prst="rect">
            <a:avLst/>
          </a:prstGeom>
          <a:ln w="0">
            <a:noFill/>
          </a:ln>
        </p:spPr>
      </p:pic>
      <p:pic>
        <p:nvPicPr>
          <p:cNvPr id="119" name="Picture 118"/>
          <p:cNvPicPr/>
          <p:nvPr/>
        </p:nvPicPr>
        <p:blipFill>
          <a:blip r:embed="rId6"/>
          <a:stretch/>
        </p:blipFill>
        <p:spPr>
          <a:xfrm>
            <a:off x="11700000" y="1883520"/>
            <a:ext cx="6299640" cy="7836120"/>
          </a:xfrm>
          <a:prstGeom prst="rect">
            <a:avLst/>
          </a:prstGeom>
          <a:ln w="0">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30" name="TextBox 31"/>
          <p:cNvSpPr/>
          <p:nvPr/>
        </p:nvSpPr>
        <p:spPr>
          <a:xfrm>
            <a:off x="887040" y="731520"/>
            <a:ext cx="1428480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GB" sz="9000" b="1" strike="noStrike" spc="-1" dirty="0">
                <a:solidFill>
                  <a:srgbClr val="FFFFFF"/>
                </a:solidFill>
                <a:latin typeface="Century Gothic Paneuropean Heavy"/>
                <a:ea typeface="Century Gothic Paneuropean Heavy"/>
              </a:rPr>
              <a:t>Follow the </a:t>
            </a:r>
            <a:r>
              <a:rPr lang="en-GB" sz="9000" b="1" strike="noStrike" spc="-1" dirty="0">
                <a:solidFill>
                  <a:srgbClr val="FFBD00"/>
                </a:solidFill>
                <a:latin typeface="Century Gothic Paneuropean Heavy"/>
                <a:ea typeface="Century Gothic Paneuropean Heavy"/>
              </a:rPr>
              <a:t>Money</a:t>
            </a:r>
            <a:endParaRPr lang="en-GB" sz="9000" b="0" strike="noStrike" spc="-1" dirty="0">
              <a:solidFill>
                <a:srgbClr val="FFFFFF"/>
              </a:solidFill>
              <a:latin typeface="Arial"/>
            </a:endParaRPr>
          </a:p>
        </p:txBody>
      </p:sp>
      <p:pic>
        <p:nvPicPr>
          <p:cNvPr id="131" name="Picture 130"/>
          <p:cNvPicPr/>
          <p:nvPr/>
        </p:nvPicPr>
        <p:blipFill>
          <a:blip r:embed="rId3"/>
          <a:stretch/>
        </p:blipFill>
        <p:spPr>
          <a:xfrm>
            <a:off x="1692000" y="2340000"/>
            <a:ext cx="14957640" cy="7863120"/>
          </a:xfrm>
          <a:prstGeom prst="rect">
            <a:avLst/>
          </a:prstGeom>
          <a:ln w="0">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32" name="TextBox 8"/>
          <p:cNvSpPr/>
          <p:nvPr/>
        </p:nvSpPr>
        <p:spPr>
          <a:xfrm>
            <a:off x="887040" y="731520"/>
            <a:ext cx="1428480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GB" sz="9000" b="1" strike="noStrike" spc="-1" dirty="0">
                <a:solidFill>
                  <a:srgbClr val="FFFFFF"/>
                </a:solidFill>
                <a:latin typeface="Century Gothic Paneuropean Heavy"/>
                <a:ea typeface="Century Gothic Paneuropean Heavy"/>
              </a:rPr>
              <a:t>Operators and </a:t>
            </a:r>
            <a:r>
              <a:rPr lang="en-GB" sz="9000" b="1" strike="noStrike" spc="-1" dirty="0">
                <a:solidFill>
                  <a:srgbClr val="FFBD00"/>
                </a:solidFill>
                <a:latin typeface="Century Gothic Paneuropean Heavy"/>
                <a:ea typeface="Century Gothic Paneuropean Heavy"/>
              </a:rPr>
              <a:t>Sponsors</a:t>
            </a:r>
            <a:endParaRPr lang="en-GB" sz="9000" b="0" strike="noStrike" spc="-1" dirty="0">
              <a:solidFill>
                <a:srgbClr val="FFFFFF"/>
              </a:solidFill>
              <a:latin typeface="Arial"/>
            </a:endParaRPr>
          </a:p>
        </p:txBody>
      </p:sp>
      <p:sp>
        <p:nvSpPr>
          <p:cNvPr id="133" name="TextBox 10"/>
          <p:cNvSpPr/>
          <p:nvPr/>
        </p:nvSpPr>
        <p:spPr>
          <a:xfrm>
            <a:off x="626400" y="2611080"/>
            <a:ext cx="402984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GB" sz="3200" b="1" strike="noStrike" spc="-1" dirty="0">
                <a:solidFill>
                  <a:srgbClr val="9AD3F3"/>
                </a:solidFill>
                <a:latin typeface="Open Sauce Semi-Bold"/>
                <a:ea typeface="Open Sauce Semi-Bold"/>
              </a:rPr>
              <a:t>Starlink</a:t>
            </a:r>
            <a:endParaRPr lang="en-GB" sz="3200" b="0" strike="noStrike" spc="-1" dirty="0">
              <a:solidFill>
                <a:srgbClr val="FFFFFF"/>
              </a:solidFill>
              <a:latin typeface="Arial"/>
            </a:endParaRPr>
          </a:p>
        </p:txBody>
      </p:sp>
      <p:sp>
        <p:nvSpPr>
          <p:cNvPr id="134" name="TextBox 12"/>
          <p:cNvSpPr/>
          <p:nvPr/>
        </p:nvSpPr>
        <p:spPr>
          <a:xfrm>
            <a:off x="626400" y="3184560"/>
            <a:ext cx="3867840" cy="127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2400" b="0" strike="noStrike" spc="-1" dirty="0">
                <a:solidFill>
                  <a:srgbClr val="FFFFFF"/>
                </a:solidFill>
                <a:latin typeface="Open Sauce"/>
                <a:ea typeface="Open Sauce"/>
              </a:rPr>
              <a:t>First launch: </a:t>
            </a:r>
            <a:r>
              <a:rPr lang="en-GB" sz="2400" b="1" strike="noStrike" spc="-1" dirty="0">
                <a:solidFill>
                  <a:srgbClr val="FFFFFF"/>
                </a:solidFill>
                <a:latin typeface="Open Sauce"/>
                <a:ea typeface="Open Sauce"/>
              </a:rPr>
              <a:t>2018</a:t>
            </a:r>
            <a:endParaRPr lang="en-GB" sz="2400" b="0" strike="noStrike" spc="-1" dirty="0">
              <a:solidFill>
                <a:srgbClr val="FFFFFF"/>
              </a:solidFill>
              <a:latin typeface="Arial"/>
            </a:endParaRPr>
          </a:p>
          <a:p>
            <a:pPr defTabSz="914400">
              <a:lnSpc>
                <a:spcPts val="3359"/>
              </a:lnSpc>
              <a:tabLst>
                <a:tab pos="0" algn="l"/>
              </a:tabLst>
            </a:pPr>
            <a:r>
              <a:rPr lang="en-GB" sz="2400" b="0" strike="noStrike" spc="-1" dirty="0">
                <a:solidFill>
                  <a:srgbClr val="FFFFFF"/>
                </a:solidFill>
                <a:latin typeface="Open Sauce"/>
                <a:ea typeface="Open Sauce"/>
              </a:rPr>
              <a:t>Total launches: </a:t>
            </a:r>
            <a:r>
              <a:rPr lang="en-GB" sz="2400" b="1" strike="noStrike" spc="-1" dirty="0">
                <a:solidFill>
                  <a:srgbClr val="FFFFFF"/>
                </a:solidFill>
                <a:latin typeface="Open Sauce"/>
                <a:ea typeface="Open Sauce"/>
              </a:rPr>
              <a:t>10,413</a:t>
            </a:r>
            <a:endParaRPr lang="en-GB" sz="2400" b="0" strike="noStrike" spc="-1" dirty="0">
              <a:solidFill>
                <a:srgbClr val="FFFFFF"/>
              </a:solidFill>
              <a:latin typeface="Arial"/>
            </a:endParaRPr>
          </a:p>
          <a:p>
            <a:pPr defTabSz="914400">
              <a:lnSpc>
                <a:spcPts val="3359"/>
              </a:lnSpc>
              <a:tabLst>
                <a:tab pos="0" algn="l"/>
              </a:tabLst>
            </a:pPr>
            <a:r>
              <a:rPr lang="en-GB" sz="2400" b="0" strike="noStrike" spc="-1" dirty="0">
                <a:solidFill>
                  <a:srgbClr val="FFFFFF"/>
                </a:solidFill>
                <a:latin typeface="Open Sauce"/>
                <a:ea typeface="Open Sauce"/>
              </a:rPr>
              <a:t>Purpose: </a:t>
            </a:r>
            <a:r>
              <a:rPr lang="en-GB" sz="2400" b="1" strike="noStrike" spc="-1" dirty="0">
                <a:solidFill>
                  <a:srgbClr val="FFFFFF"/>
                </a:solidFill>
                <a:latin typeface="Open Sauce"/>
                <a:ea typeface="Open Sauce"/>
              </a:rPr>
              <a:t>Comms</a:t>
            </a:r>
            <a:endParaRPr lang="en-GB" sz="2400" b="0" strike="noStrike" spc="-1" dirty="0">
              <a:solidFill>
                <a:srgbClr val="FFFFFF"/>
              </a:solidFill>
              <a:latin typeface="Arial"/>
            </a:endParaRPr>
          </a:p>
        </p:txBody>
      </p:sp>
      <p:sp>
        <p:nvSpPr>
          <p:cNvPr id="135" name="TextBox 14"/>
          <p:cNvSpPr/>
          <p:nvPr/>
        </p:nvSpPr>
        <p:spPr>
          <a:xfrm>
            <a:off x="626400" y="5125680"/>
            <a:ext cx="402984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GB" sz="3200" b="1" strike="noStrike" spc="-1" dirty="0">
                <a:solidFill>
                  <a:srgbClr val="9AD3F3"/>
                </a:solidFill>
                <a:latin typeface="Open Sauce Semi-Bold"/>
                <a:ea typeface="Open Sauce Semi-Bold"/>
              </a:rPr>
              <a:t>OneWeb</a:t>
            </a:r>
            <a:endParaRPr lang="en-GB" sz="3200" b="0" strike="noStrike" spc="-1" dirty="0">
              <a:solidFill>
                <a:srgbClr val="FFFFFF"/>
              </a:solidFill>
              <a:latin typeface="Arial"/>
            </a:endParaRPr>
          </a:p>
        </p:txBody>
      </p:sp>
      <p:sp>
        <p:nvSpPr>
          <p:cNvPr id="136" name="TextBox 63"/>
          <p:cNvSpPr/>
          <p:nvPr/>
        </p:nvSpPr>
        <p:spPr>
          <a:xfrm>
            <a:off x="626400" y="5699160"/>
            <a:ext cx="3867840" cy="127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2400" b="0" strike="noStrike" spc="-1" dirty="0">
                <a:solidFill>
                  <a:srgbClr val="FFFFFF"/>
                </a:solidFill>
                <a:latin typeface="Open Sauce"/>
                <a:ea typeface="Open Sauce"/>
              </a:rPr>
              <a:t>First launch: </a:t>
            </a:r>
            <a:r>
              <a:rPr lang="en-GB" sz="2400" b="1" strike="noStrike" spc="-1" dirty="0">
                <a:solidFill>
                  <a:srgbClr val="FFFFFF"/>
                </a:solidFill>
                <a:latin typeface="Open Sauce"/>
                <a:ea typeface="Open Sauce"/>
              </a:rPr>
              <a:t>2019</a:t>
            </a:r>
            <a:endParaRPr lang="en-GB" sz="2400" b="0" strike="noStrike" spc="-1" dirty="0">
              <a:solidFill>
                <a:srgbClr val="FFFFFF"/>
              </a:solidFill>
              <a:latin typeface="Arial"/>
            </a:endParaRPr>
          </a:p>
          <a:p>
            <a:pPr defTabSz="914400">
              <a:lnSpc>
                <a:spcPts val="3359"/>
              </a:lnSpc>
              <a:tabLst>
                <a:tab pos="0" algn="l"/>
              </a:tabLst>
            </a:pPr>
            <a:r>
              <a:rPr lang="en-GB" sz="2400" b="0" strike="noStrike" spc="-1" dirty="0">
                <a:solidFill>
                  <a:srgbClr val="FFFFFF"/>
                </a:solidFill>
                <a:latin typeface="Open Sauce"/>
                <a:ea typeface="Open Sauce"/>
              </a:rPr>
              <a:t>Total launches: </a:t>
            </a:r>
            <a:r>
              <a:rPr lang="en-GB" sz="2400" b="1" strike="noStrike" spc="-1" dirty="0">
                <a:solidFill>
                  <a:srgbClr val="FFFFFF"/>
                </a:solidFill>
                <a:latin typeface="Open Sauce"/>
                <a:ea typeface="Open Sauce"/>
              </a:rPr>
              <a:t>656</a:t>
            </a:r>
            <a:endParaRPr lang="en-GB" sz="2400" b="0" strike="noStrike" spc="-1" dirty="0">
              <a:solidFill>
                <a:srgbClr val="FFFFFF"/>
              </a:solidFill>
              <a:latin typeface="Arial"/>
            </a:endParaRPr>
          </a:p>
          <a:p>
            <a:pPr defTabSz="914400">
              <a:lnSpc>
                <a:spcPts val="3359"/>
              </a:lnSpc>
              <a:tabLst>
                <a:tab pos="0" algn="l"/>
              </a:tabLst>
            </a:pPr>
            <a:r>
              <a:rPr lang="en-GB" sz="2400" b="0" strike="noStrike" spc="-1" dirty="0">
                <a:solidFill>
                  <a:srgbClr val="FFFFFF"/>
                </a:solidFill>
                <a:latin typeface="Open Sauce"/>
                <a:ea typeface="Open Sauce"/>
              </a:rPr>
              <a:t>Purpose: </a:t>
            </a:r>
            <a:r>
              <a:rPr lang="en-GB" sz="2400" b="1" strike="noStrike" spc="-1" dirty="0">
                <a:solidFill>
                  <a:srgbClr val="FFFFFF"/>
                </a:solidFill>
                <a:latin typeface="Open Sauce"/>
                <a:ea typeface="Open Sauce"/>
              </a:rPr>
              <a:t>Internet</a:t>
            </a:r>
            <a:endParaRPr lang="en-GB" sz="2400" b="0" strike="noStrike" spc="-1" dirty="0">
              <a:solidFill>
                <a:srgbClr val="FFFFFF"/>
              </a:solidFill>
              <a:latin typeface="Arial"/>
            </a:endParaRPr>
          </a:p>
        </p:txBody>
      </p:sp>
      <p:sp>
        <p:nvSpPr>
          <p:cNvPr id="137" name="TextBox 64"/>
          <p:cNvSpPr/>
          <p:nvPr/>
        </p:nvSpPr>
        <p:spPr>
          <a:xfrm>
            <a:off x="626400" y="7640280"/>
            <a:ext cx="402984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GB" sz="3200" b="1" strike="noStrike" spc="-1" dirty="0">
                <a:solidFill>
                  <a:srgbClr val="9AD3F3"/>
                </a:solidFill>
                <a:latin typeface="Open Sauce Semi-Bold"/>
                <a:ea typeface="Open Sauce Semi-Bold"/>
              </a:rPr>
              <a:t>Flock</a:t>
            </a:r>
            <a:endParaRPr lang="en-GB" sz="3200" b="0" strike="noStrike" spc="-1" dirty="0">
              <a:solidFill>
                <a:srgbClr val="FFFFFF"/>
              </a:solidFill>
              <a:latin typeface="Arial"/>
            </a:endParaRPr>
          </a:p>
        </p:txBody>
      </p:sp>
      <p:sp>
        <p:nvSpPr>
          <p:cNvPr id="138" name="TextBox 65"/>
          <p:cNvSpPr/>
          <p:nvPr/>
        </p:nvSpPr>
        <p:spPr>
          <a:xfrm>
            <a:off x="626400" y="8213760"/>
            <a:ext cx="4342320" cy="1706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2400" b="0" strike="noStrike" spc="-1" dirty="0">
                <a:solidFill>
                  <a:srgbClr val="FFFFFF"/>
                </a:solidFill>
                <a:latin typeface="Open Sauce"/>
                <a:ea typeface="Open Sauce"/>
              </a:rPr>
              <a:t>First launch: </a:t>
            </a:r>
            <a:r>
              <a:rPr lang="en-GB" sz="2400" b="1" strike="noStrike" spc="-1" dirty="0">
                <a:solidFill>
                  <a:srgbClr val="FFFFFF"/>
                </a:solidFill>
                <a:latin typeface="Open Sauce"/>
                <a:ea typeface="Open Sauce"/>
              </a:rPr>
              <a:t>2015</a:t>
            </a:r>
            <a:endParaRPr lang="en-GB" sz="2400" b="0" strike="noStrike" spc="-1" dirty="0">
              <a:solidFill>
                <a:srgbClr val="FFFFFF"/>
              </a:solidFill>
              <a:latin typeface="Arial"/>
            </a:endParaRPr>
          </a:p>
          <a:p>
            <a:pPr defTabSz="914400">
              <a:lnSpc>
                <a:spcPts val="3359"/>
              </a:lnSpc>
              <a:tabLst>
                <a:tab pos="0" algn="l"/>
              </a:tabLst>
            </a:pPr>
            <a:r>
              <a:rPr lang="en-GB" sz="2400" b="0" strike="noStrike" spc="-1" dirty="0">
                <a:solidFill>
                  <a:srgbClr val="FFFFFF"/>
                </a:solidFill>
                <a:latin typeface="Open Sauce"/>
                <a:ea typeface="Open Sauce"/>
              </a:rPr>
              <a:t>Total launches: </a:t>
            </a:r>
            <a:r>
              <a:rPr lang="en-GB" sz="2400" b="1" strike="noStrike" spc="-1" dirty="0">
                <a:solidFill>
                  <a:srgbClr val="FFFFFF"/>
                </a:solidFill>
                <a:latin typeface="Open Sauce"/>
                <a:ea typeface="Open Sauce"/>
              </a:rPr>
              <a:t>548</a:t>
            </a:r>
            <a:endParaRPr lang="en-GB" sz="2400" b="0" strike="noStrike" spc="-1" dirty="0">
              <a:solidFill>
                <a:srgbClr val="FFFFFF"/>
              </a:solidFill>
              <a:latin typeface="Arial"/>
            </a:endParaRPr>
          </a:p>
          <a:p>
            <a:pPr defTabSz="914400">
              <a:lnSpc>
                <a:spcPts val="3359"/>
              </a:lnSpc>
              <a:tabLst>
                <a:tab pos="0" algn="l"/>
              </a:tabLst>
            </a:pPr>
            <a:r>
              <a:rPr lang="en-GB" sz="2400" b="0" strike="noStrike" spc="-1" dirty="0">
                <a:solidFill>
                  <a:srgbClr val="FFFFFF"/>
                </a:solidFill>
                <a:latin typeface="Open Sauce"/>
                <a:ea typeface="Open Sauce"/>
              </a:rPr>
              <a:t>Purpose: </a:t>
            </a:r>
            <a:r>
              <a:rPr lang="en-GB" sz="2400" b="1" strike="noStrike" spc="-1" dirty="0">
                <a:solidFill>
                  <a:srgbClr val="FFFFFF"/>
                </a:solidFill>
                <a:latin typeface="Open Sauce"/>
                <a:ea typeface="Open Sauce"/>
              </a:rPr>
              <a:t>Earth </a:t>
            </a:r>
            <a:endParaRPr lang="en-GB" sz="2400" b="0" strike="noStrike" spc="-1" dirty="0">
              <a:solidFill>
                <a:srgbClr val="FFFFFF"/>
              </a:solidFill>
              <a:latin typeface="Arial"/>
            </a:endParaRPr>
          </a:p>
          <a:p>
            <a:pPr defTabSz="914400">
              <a:lnSpc>
                <a:spcPts val="3359"/>
              </a:lnSpc>
              <a:tabLst>
                <a:tab pos="0" algn="l"/>
              </a:tabLst>
            </a:pPr>
            <a:r>
              <a:rPr lang="en-GB" sz="2400" b="1" strike="noStrike" spc="-1" dirty="0">
                <a:solidFill>
                  <a:srgbClr val="FFFFFF"/>
                </a:solidFill>
                <a:latin typeface="Open Sauce"/>
                <a:ea typeface="Open Sauce"/>
              </a:rPr>
              <a:t>Observation</a:t>
            </a:r>
            <a:endParaRPr lang="en-GB" sz="2400" b="0" strike="noStrike" spc="-1" dirty="0">
              <a:solidFill>
                <a:srgbClr val="FFFFFF"/>
              </a:solidFill>
              <a:latin typeface="Arial"/>
            </a:endParaRPr>
          </a:p>
        </p:txBody>
      </p:sp>
      <p:pic>
        <p:nvPicPr>
          <p:cNvPr id="139" name="Picture 138"/>
          <p:cNvPicPr/>
          <p:nvPr/>
        </p:nvPicPr>
        <p:blipFill>
          <a:blip r:embed="rId3"/>
          <a:stretch/>
        </p:blipFill>
        <p:spPr>
          <a:xfrm>
            <a:off x="4207680" y="2340000"/>
            <a:ext cx="13814280" cy="7660080"/>
          </a:xfrm>
          <a:prstGeom prst="rect">
            <a:avLst/>
          </a:prstGeom>
          <a:ln w="0">
            <a:noFill/>
          </a:ln>
        </p:spPr>
      </p:pic>
      <p:sp>
        <p:nvSpPr>
          <p:cNvPr id="140" name="Right Arrow 139"/>
          <p:cNvSpPr/>
          <p:nvPr/>
        </p:nvSpPr>
        <p:spPr>
          <a:xfrm>
            <a:off x="3960000" y="4680000"/>
            <a:ext cx="787680" cy="756000"/>
          </a:xfrm>
          <a:prstGeom prst="rightArrow">
            <a:avLst>
              <a:gd name="adj1" fmla="val 50000"/>
              <a:gd name="adj2" fmla="val 26048"/>
            </a:avLst>
          </a:prstGeom>
          <a:solidFill>
            <a:srgbClr val="EDA802"/>
          </a:solidFill>
          <a:ln w="0">
            <a:solidFill>
              <a:srgbClr val="000000"/>
            </a:solidFill>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GB" sz="1800" b="0" strike="noStrike" spc="-1" dirty="0">
              <a:solidFill>
                <a:srgbClr val="FFFFFF"/>
              </a:solidFill>
              <a:latin typeface="Arial"/>
            </a:endParaRPr>
          </a:p>
        </p:txBody>
      </p:sp>
      <p:sp>
        <p:nvSpPr>
          <p:cNvPr id="141" name="Right Arrow 140"/>
          <p:cNvSpPr/>
          <p:nvPr/>
        </p:nvSpPr>
        <p:spPr>
          <a:xfrm>
            <a:off x="3960360" y="6696360"/>
            <a:ext cx="787680" cy="756000"/>
          </a:xfrm>
          <a:prstGeom prst="rightArrow">
            <a:avLst>
              <a:gd name="adj1" fmla="val 50000"/>
              <a:gd name="adj2" fmla="val 26048"/>
            </a:avLst>
          </a:prstGeom>
          <a:solidFill>
            <a:srgbClr val="EDA802"/>
          </a:solidFill>
          <a:ln w="0">
            <a:solidFill>
              <a:srgbClr val="000000"/>
            </a:solidFill>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GB" sz="1800" b="0" strike="noStrike" spc="-1" dirty="0">
              <a:solidFill>
                <a:srgbClr val="FFFFFF"/>
              </a:solidFill>
              <a:latin typeface="Arial"/>
            </a:endParaRPr>
          </a:p>
        </p:txBody>
      </p:sp>
      <p:sp>
        <p:nvSpPr>
          <p:cNvPr id="142" name="Right Arrow 141"/>
          <p:cNvSpPr/>
          <p:nvPr/>
        </p:nvSpPr>
        <p:spPr>
          <a:xfrm>
            <a:off x="3960360" y="8064360"/>
            <a:ext cx="787680" cy="756000"/>
          </a:xfrm>
          <a:prstGeom prst="rightArrow">
            <a:avLst>
              <a:gd name="adj1" fmla="val 50000"/>
              <a:gd name="adj2" fmla="val 26048"/>
            </a:avLst>
          </a:prstGeom>
          <a:solidFill>
            <a:srgbClr val="EDA802"/>
          </a:solidFill>
          <a:ln w="0">
            <a:solidFill>
              <a:srgbClr val="000000"/>
            </a:solidFill>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GB" sz="1800" b="0" strike="noStrike" spc="-1" dirty="0">
              <a:solidFill>
                <a:srgbClr val="FFFFFF"/>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43" name="TextBox 31"/>
          <p:cNvSpPr/>
          <p:nvPr/>
        </p:nvSpPr>
        <p:spPr>
          <a:xfrm>
            <a:off x="887040" y="731520"/>
            <a:ext cx="1428480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GB" sz="9000" b="1" strike="noStrike" spc="-1" dirty="0">
                <a:solidFill>
                  <a:srgbClr val="FFFFFF"/>
                </a:solidFill>
                <a:latin typeface="Century Gothic Paneuropean Heavy"/>
                <a:ea typeface="Century Gothic Paneuropean Heavy"/>
              </a:rPr>
              <a:t>Global </a:t>
            </a:r>
            <a:r>
              <a:rPr lang="en-GB" sz="9000" b="1" strike="noStrike" spc="-1" dirty="0">
                <a:solidFill>
                  <a:srgbClr val="FFBD00"/>
                </a:solidFill>
                <a:latin typeface="Century Gothic Paneuropean Heavy"/>
                <a:ea typeface="Century Gothic Paneuropean Heavy"/>
              </a:rPr>
              <a:t>Growth</a:t>
            </a:r>
            <a:endParaRPr lang="en-GB" sz="9000" b="0" strike="noStrike" spc="-1" dirty="0">
              <a:solidFill>
                <a:srgbClr val="FFFFFF"/>
              </a:solidFill>
              <a:latin typeface="Arial"/>
            </a:endParaRPr>
          </a:p>
        </p:txBody>
      </p:sp>
      <p:sp>
        <p:nvSpPr>
          <p:cNvPr id="144" name="TextBox 35"/>
          <p:cNvSpPr/>
          <p:nvPr/>
        </p:nvSpPr>
        <p:spPr>
          <a:xfrm>
            <a:off x="914400" y="2467080"/>
            <a:ext cx="402984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GB" sz="3200" b="1" strike="noStrike" spc="-1" dirty="0">
                <a:solidFill>
                  <a:srgbClr val="9AD3F3"/>
                </a:solidFill>
                <a:latin typeface="Open Sauce Semi-Bold"/>
                <a:ea typeface="Open Sauce Semi-Bold"/>
              </a:rPr>
              <a:t>1960</a:t>
            </a:r>
            <a:endParaRPr lang="en-GB" sz="3200" b="0" strike="noStrike" spc="-1" dirty="0">
              <a:solidFill>
                <a:srgbClr val="FFFFFF"/>
              </a:solidFill>
              <a:latin typeface="Arial"/>
            </a:endParaRPr>
          </a:p>
        </p:txBody>
      </p:sp>
      <p:sp>
        <p:nvSpPr>
          <p:cNvPr id="145" name="TextBox 36"/>
          <p:cNvSpPr/>
          <p:nvPr/>
        </p:nvSpPr>
        <p:spPr>
          <a:xfrm>
            <a:off x="914400" y="3004560"/>
            <a:ext cx="386784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2400" b="0" strike="noStrike" spc="-1" dirty="0">
                <a:solidFill>
                  <a:srgbClr val="FFFFFF"/>
                </a:solidFill>
                <a:latin typeface="Open Sauce"/>
                <a:ea typeface="Open Sauce"/>
              </a:rPr>
              <a:t>Total Countries: </a:t>
            </a:r>
            <a:r>
              <a:rPr lang="en-GB" sz="2400" b="1" strike="noStrike" spc="-1" dirty="0">
                <a:solidFill>
                  <a:srgbClr val="D94F00"/>
                </a:solidFill>
                <a:latin typeface="Open Sauce"/>
                <a:ea typeface="Open Sauce"/>
              </a:rPr>
              <a:t>2</a:t>
            </a:r>
            <a:r>
              <a:rPr lang="en-GB" sz="2400" b="0" strike="noStrike" spc="-1" dirty="0">
                <a:solidFill>
                  <a:srgbClr val="FFFFFF"/>
                </a:solidFill>
                <a:latin typeface="Open Sauce"/>
                <a:ea typeface="Open Sauce"/>
              </a:rPr>
              <a:t> </a:t>
            </a:r>
            <a:endParaRPr lang="en-GB" sz="2400" b="0" strike="noStrike" spc="-1" dirty="0">
              <a:solidFill>
                <a:srgbClr val="FFFFFF"/>
              </a:solidFill>
              <a:latin typeface="Arial"/>
            </a:endParaRPr>
          </a:p>
          <a:p>
            <a:pPr defTabSz="914400">
              <a:lnSpc>
                <a:spcPts val="3359"/>
              </a:lnSpc>
              <a:tabLst>
                <a:tab pos="0" algn="l"/>
              </a:tabLst>
            </a:pPr>
            <a:r>
              <a:rPr lang="en-GB" sz="2400" b="0" strike="noStrike" spc="-1" dirty="0">
                <a:solidFill>
                  <a:srgbClr val="FFFFFF"/>
                </a:solidFill>
                <a:latin typeface="Open Sauce"/>
                <a:ea typeface="Open Sauce"/>
              </a:rPr>
              <a:t>Total Satellites: 46</a:t>
            </a:r>
            <a:endParaRPr lang="en-GB" sz="2400" b="0" strike="noStrike" spc="-1" dirty="0">
              <a:solidFill>
                <a:srgbClr val="FFFFFF"/>
              </a:solidFill>
              <a:latin typeface="Arial"/>
            </a:endParaRPr>
          </a:p>
        </p:txBody>
      </p:sp>
      <p:sp>
        <p:nvSpPr>
          <p:cNvPr id="146" name="TextBox 41"/>
          <p:cNvSpPr/>
          <p:nvPr/>
        </p:nvSpPr>
        <p:spPr>
          <a:xfrm>
            <a:off x="900000" y="4356000"/>
            <a:ext cx="402984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GB" sz="3200" b="1" strike="noStrike" spc="-1" dirty="0">
                <a:solidFill>
                  <a:srgbClr val="9AD3F3"/>
                </a:solidFill>
                <a:latin typeface="Open Sauce Semi-Bold"/>
                <a:ea typeface="Open Sauce Semi-Bold"/>
              </a:rPr>
              <a:t>1980</a:t>
            </a:r>
            <a:endParaRPr lang="en-GB" sz="3200" b="0" strike="noStrike" spc="-1" dirty="0">
              <a:solidFill>
                <a:srgbClr val="FFFFFF"/>
              </a:solidFill>
              <a:latin typeface="Arial"/>
            </a:endParaRPr>
          </a:p>
        </p:txBody>
      </p:sp>
      <p:sp>
        <p:nvSpPr>
          <p:cNvPr id="147" name="TextBox 42"/>
          <p:cNvSpPr/>
          <p:nvPr/>
        </p:nvSpPr>
        <p:spPr>
          <a:xfrm>
            <a:off x="900000" y="4893480"/>
            <a:ext cx="386784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2400" b="0" strike="noStrike" spc="-1" dirty="0">
                <a:solidFill>
                  <a:srgbClr val="FFFFFF"/>
                </a:solidFill>
                <a:latin typeface="Open Sauce"/>
                <a:ea typeface="Open Sauce"/>
              </a:rPr>
              <a:t>Total Countries: </a:t>
            </a:r>
            <a:r>
              <a:rPr lang="en-GB" sz="2400" b="1" strike="noStrike" spc="-1" dirty="0">
                <a:solidFill>
                  <a:srgbClr val="D94F00"/>
                </a:solidFill>
                <a:latin typeface="Open Sauce"/>
                <a:ea typeface="Open Sauce"/>
              </a:rPr>
              <a:t>17</a:t>
            </a:r>
            <a:r>
              <a:rPr lang="en-GB" sz="2400" b="1" strike="noStrike" spc="-1" dirty="0">
                <a:solidFill>
                  <a:srgbClr val="FFFFFF"/>
                </a:solidFill>
                <a:latin typeface="Open Sauce"/>
                <a:ea typeface="Open Sauce"/>
              </a:rPr>
              <a:t> </a:t>
            </a:r>
            <a:endParaRPr lang="en-GB" sz="2400" b="0" strike="noStrike" spc="-1" dirty="0">
              <a:solidFill>
                <a:srgbClr val="FFFFFF"/>
              </a:solidFill>
              <a:latin typeface="Arial"/>
            </a:endParaRPr>
          </a:p>
          <a:p>
            <a:pPr defTabSz="914400">
              <a:lnSpc>
                <a:spcPts val="3359"/>
              </a:lnSpc>
              <a:tabLst>
                <a:tab pos="0" algn="l"/>
              </a:tabLst>
            </a:pPr>
            <a:r>
              <a:rPr lang="en-GB" sz="2400" b="0" strike="noStrike" spc="-1" dirty="0">
                <a:solidFill>
                  <a:srgbClr val="FFFFFF"/>
                </a:solidFill>
                <a:latin typeface="Open Sauce"/>
                <a:ea typeface="Open Sauce"/>
              </a:rPr>
              <a:t>Total Satellites: 2,834</a:t>
            </a:r>
            <a:endParaRPr lang="en-GB" sz="2400" b="0" strike="noStrike" spc="-1" dirty="0">
              <a:solidFill>
                <a:srgbClr val="FFFFFF"/>
              </a:solidFill>
              <a:latin typeface="Arial"/>
            </a:endParaRPr>
          </a:p>
        </p:txBody>
      </p:sp>
      <p:sp>
        <p:nvSpPr>
          <p:cNvPr id="148" name="TextBox 43"/>
          <p:cNvSpPr/>
          <p:nvPr/>
        </p:nvSpPr>
        <p:spPr>
          <a:xfrm>
            <a:off x="914760" y="6300000"/>
            <a:ext cx="402984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GB" sz="3200" b="1" strike="noStrike" spc="-1" dirty="0">
                <a:solidFill>
                  <a:srgbClr val="9AD3F3"/>
                </a:solidFill>
                <a:latin typeface="Open Sauce Semi-Bold"/>
                <a:ea typeface="Open Sauce Semi-Bold"/>
              </a:rPr>
              <a:t>2000</a:t>
            </a:r>
            <a:endParaRPr lang="en-GB" sz="3200" b="0" strike="noStrike" spc="-1" dirty="0">
              <a:solidFill>
                <a:srgbClr val="FFFFFF"/>
              </a:solidFill>
              <a:latin typeface="Arial"/>
            </a:endParaRPr>
          </a:p>
        </p:txBody>
      </p:sp>
      <p:sp>
        <p:nvSpPr>
          <p:cNvPr id="149" name="TextBox 44"/>
          <p:cNvSpPr/>
          <p:nvPr/>
        </p:nvSpPr>
        <p:spPr>
          <a:xfrm>
            <a:off x="914760" y="6837480"/>
            <a:ext cx="386784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2400" b="0" strike="noStrike" spc="-1" dirty="0">
                <a:solidFill>
                  <a:srgbClr val="FFFFFF"/>
                </a:solidFill>
                <a:latin typeface="Open Sauce"/>
                <a:ea typeface="Open Sauce"/>
              </a:rPr>
              <a:t>Total Countries: </a:t>
            </a:r>
            <a:r>
              <a:rPr lang="en-GB" sz="2400" b="1" strike="noStrike" spc="-1" dirty="0">
                <a:solidFill>
                  <a:srgbClr val="D94F00"/>
                </a:solidFill>
                <a:latin typeface="Open Sauce"/>
                <a:ea typeface="Open Sauce"/>
              </a:rPr>
              <a:t>39</a:t>
            </a:r>
            <a:r>
              <a:rPr lang="en-GB" sz="2400" b="0" strike="noStrike" spc="-1" dirty="0">
                <a:solidFill>
                  <a:srgbClr val="FFFFFF"/>
                </a:solidFill>
                <a:latin typeface="Open Sauce"/>
                <a:ea typeface="Open Sauce"/>
              </a:rPr>
              <a:t> </a:t>
            </a:r>
            <a:endParaRPr lang="en-GB" sz="2400" b="0" strike="noStrike" spc="-1" dirty="0">
              <a:solidFill>
                <a:srgbClr val="FFFFFF"/>
              </a:solidFill>
              <a:latin typeface="Arial"/>
            </a:endParaRPr>
          </a:p>
          <a:p>
            <a:pPr defTabSz="914400">
              <a:lnSpc>
                <a:spcPts val="3359"/>
              </a:lnSpc>
              <a:tabLst>
                <a:tab pos="0" algn="l"/>
              </a:tabLst>
            </a:pPr>
            <a:r>
              <a:rPr lang="en-GB" sz="2400" b="0" strike="noStrike" spc="-1" dirty="0">
                <a:solidFill>
                  <a:srgbClr val="FFFFFF"/>
                </a:solidFill>
                <a:latin typeface="Open Sauce"/>
                <a:ea typeface="Open Sauce"/>
              </a:rPr>
              <a:t>Total Satellites: 6,026</a:t>
            </a:r>
            <a:endParaRPr lang="en-GB" sz="2400" b="0" strike="noStrike" spc="-1" dirty="0">
              <a:solidFill>
                <a:srgbClr val="FFFFFF"/>
              </a:solidFill>
              <a:latin typeface="Arial"/>
            </a:endParaRPr>
          </a:p>
        </p:txBody>
      </p:sp>
      <p:sp>
        <p:nvSpPr>
          <p:cNvPr id="150" name="TextBox 45"/>
          <p:cNvSpPr/>
          <p:nvPr/>
        </p:nvSpPr>
        <p:spPr>
          <a:xfrm>
            <a:off x="914760" y="8280000"/>
            <a:ext cx="402984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GB" sz="3200" b="1" strike="noStrike" spc="-1" dirty="0">
                <a:solidFill>
                  <a:srgbClr val="9AD3F3"/>
                </a:solidFill>
                <a:latin typeface="Open Sauce Semi-Bold"/>
                <a:ea typeface="Open Sauce Semi-Bold"/>
              </a:rPr>
              <a:t>2025</a:t>
            </a:r>
            <a:endParaRPr lang="en-GB" sz="3200" b="0" strike="noStrike" spc="-1" dirty="0">
              <a:solidFill>
                <a:srgbClr val="FFFFFF"/>
              </a:solidFill>
              <a:latin typeface="Arial"/>
            </a:endParaRPr>
          </a:p>
        </p:txBody>
      </p:sp>
      <p:sp>
        <p:nvSpPr>
          <p:cNvPr id="151" name="TextBox 46"/>
          <p:cNvSpPr/>
          <p:nvPr/>
        </p:nvSpPr>
        <p:spPr>
          <a:xfrm>
            <a:off x="914760" y="8817480"/>
            <a:ext cx="3867840" cy="85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2400" b="0" strike="noStrike" spc="-1" dirty="0">
                <a:solidFill>
                  <a:srgbClr val="FFFFFF"/>
                </a:solidFill>
                <a:latin typeface="Open Sauce"/>
                <a:ea typeface="Open Sauce"/>
              </a:rPr>
              <a:t>Total Countries: </a:t>
            </a:r>
            <a:r>
              <a:rPr lang="en-GB" sz="2400" b="1" strike="noStrike" spc="-1" dirty="0">
                <a:solidFill>
                  <a:srgbClr val="D94F00"/>
                </a:solidFill>
                <a:latin typeface="Open Sauce"/>
                <a:ea typeface="Open Sauce"/>
              </a:rPr>
              <a:t>98</a:t>
            </a:r>
            <a:r>
              <a:rPr lang="en-GB" sz="2400" b="0" strike="noStrike" spc="-1" dirty="0">
                <a:solidFill>
                  <a:srgbClr val="FFFFFF"/>
                </a:solidFill>
                <a:latin typeface="Open Sauce"/>
                <a:ea typeface="Open Sauce"/>
              </a:rPr>
              <a:t> </a:t>
            </a:r>
            <a:endParaRPr lang="en-GB" sz="2400" b="0" strike="noStrike" spc="-1" dirty="0">
              <a:solidFill>
                <a:srgbClr val="FFFFFF"/>
              </a:solidFill>
              <a:latin typeface="Arial"/>
            </a:endParaRPr>
          </a:p>
          <a:p>
            <a:pPr defTabSz="914400">
              <a:lnSpc>
                <a:spcPts val="3359"/>
              </a:lnSpc>
              <a:tabLst>
                <a:tab pos="0" algn="l"/>
              </a:tabLst>
            </a:pPr>
            <a:r>
              <a:rPr lang="en-GB" sz="2400" b="0" strike="noStrike" spc="-1" dirty="0">
                <a:solidFill>
                  <a:srgbClr val="FFFFFF"/>
                </a:solidFill>
                <a:latin typeface="Open Sauce"/>
                <a:ea typeface="Open Sauce"/>
              </a:rPr>
              <a:t>Total Satellites: 24,756</a:t>
            </a:r>
            <a:endParaRPr lang="en-GB" sz="2400" b="0" strike="noStrike" spc="-1" dirty="0">
              <a:solidFill>
                <a:srgbClr val="FFFFFF"/>
              </a:solidFill>
              <a:latin typeface="Arial"/>
            </a:endParaRPr>
          </a:p>
        </p:txBody>
      </p:sp>
      <p:pic>
        <p:nvPicPr>
          <p:cNvPr id="152" name="Picture 151"/>
          <p:cNvPicPr/>
          <p:nvPr/>
        </p:nvPicPr>
        <p:blipFill>
          <a:blip r:embed="rId3"/>
          <a:stretch/>
        </p:blipFill>
        <p:spPr>
          <a:xfrm>
            <a:off x="4680000" y="2340000"/>
            <a:ext cx="12700440" cy="7716960"/>
          </a:xfrm>
          <a:prstGeom prst="rect">
            <a:avLst/>
          </a:prstGeom>
          <a:ln w="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53" name="TextBox 15"/>
          <p:cNvSpPr/>
          <p:nvPr/>
        </p:nvSpPr>
        <p:spPr>
          <a:xfrm>
            <a:off x="887040" y="754560"/>
            <a:ext cx="1428480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GB" sz="9000" b="1" strike="noStrike" spc="-1" dirty="0">
                <a:solidFill>
                  <a:srgbClr val="FFFFFF"/>
                </a:solidFill>
                <a:latin typeface="Century Gothic Paneuropean Heavy"/>
                <a:ea typeface="Century Gothic Paneuropean Heavy"/>
              </a:rPr>
              <a:t>Long-lived </a:t>
            </a:r>
            <a:r>
              <a:rPr lang="en-GB" sz="9000" b="1" strike="noStrike" spc="-1" dirty="0">
                <a:solidFill>
                  <a:srgbClr val="FFBD00"/>
                </a:solidFill>
                <a:latin typeface="Century Gothic Paneuropean Heavy"/>
                <a:ea typeface="Century Gothic Paneuropean Heavy"/>
              </a:rPr>
              <a:t>Litter</a:t>
            </a:r>
            <a:endParaRPr lang="en-GB" sz="9000" b="0" strike="noStrike" spc="-1" dirty="0">
              <a:solidFill>
                <a:srgbClr val="FFFFFF"/>
              </a:solidFill>
              <a:latin typeface="Arial"/>
            </a:endParaRPr>
          </a:p>
        </p:txBody>
      </p:sp>
      <p:pic>
        <p:nvPicPr>
          <p:cNvPr id="154" name="Picture 153"/>
          <p:cNvPicPr/>
          <p:nvPr/>
        </p:nvPicPr>
        <p:blipFill>
          <a:blip r:embed="rId3"/>
          <a:stretch/>
        </p:blipFill>
        <p:spPr>
          <a:xfrm>
            <a:off x="1224000" y="2311560"/>
            <a:ext cx="15840000" cy="7696440"/>
          </a:xfrm>
          <a:prstGeom prst="rect">
            <a:avLst/>
          </a:prstGeom>
          <a:ln w="0">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20" name="TextBox 23"/>
          <p:cNvSpPr/>
          <p:nvPr/>
        </p:nvSpPr>
        <p:spPr>
          <a:xfrm>
            <a:off x="887040" y="731520"/>
            <a:ext cx="1428480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GB" sz="9000" b="1" strike="noStrike" spc="-1" dirty="0">
                <a:solidFill>
                  <a:srgbClr val="FFFFFF"/>
                </a:solidFill>
                <a:latin typeface="Century Gothic Paneuropean Heavy"/>
                <a:ea typeface="Century Gothic Paneuropean Heavy"/>
              </a:rPr>
              <a:t>Where are </a:t>
            </a:r>
            <a:r>
              <a:rPr lang="en-GB" sz="9000" b="1" strike="noStrike" spc="-1" dirty="0">
                <a:solidFill>
                  <a:srgbClr val="FFBD00"/>
                </a:solidFill>
                <a:latin typeface="Century Gothic Paneuropean Heavy"/>
                <a:ea typeface="Century Gothic Paneuropean Heavy"/>
              </a:rPr>
              <a:t>they all?</a:t>
            </a:r>
            <a:endParaRPr lang="en-GB" sz="9000" b="0" strike="noStrike" spc="-1" dirty="0">
              <a:solidFill>
                <a:srgbClr val="FFFFFF"/>
              </a:solidFill>
              <a:latin typeface="Arial"/>
            </a:endParaRPr>
          </a:p>
        </p:txBody>
      </p:sp>
      <p:sp>
        <p:nvSpPr>
          <p:cNvPr id="121" name="TextBox 26"/>
          <p:cNvSpPr/>
          <p:nvPr/>
        </p:nvSpPr>
        <p:spPr>
          <a:xfrm>
            <a:off x="15009120" y="2445840"/>
            <a:ext cx="1370160" cy="486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841"/>
              </a:lnSpc>
              <a:tabLst>
                <a:tab pos="0" algn="l"/>
              </a:tabLst>
            </a:pPr>
            <a:endParaRPr lang="en-GB" sz="1800" b="0" strike="noStrike" spc="-1" dirty="0">
              <a:solidFill>
                <a:srgbClr val="FFFFFF"/>
              </a:solidFill>
              <a:latin typeface="Arial"/>
            </a:endParaRPr>
          </a:p>
        </p:txBody>
      </p:sp>
      <p:pic>
        <p:nvPicPr>
          <p:cNvPr id="122" name="Picture 117"/>
          <p:cNvPicPr/>
          <p:nvPr/>
        </p:nvPicPr>
        <p:blipFill>
          <a:blip r:embed="rId3"/>
          <a:stretch/>
        </p:blipFill>
        <p:spPr>
          <a:xfrm>
            <a:off x="457200" y="3429000"/>
            <a:ext cx="17441640" cy="6170760"/>
          </a:xfrm>
          <a:prstGeom prst="rect">
            <a:avLst/>
          </a:prstGeom>
          <a:ln w="0">
            <a:noFill/>
          </a:ln>
        </p:spPr>
      </p:pic>
      <p:pic>
        <p:nvPicPr>
          <p:cNvPr id="123" name="Picture 118"/>
          <p:cNvPicPr/>
          <p:nvPr/>
        </p:nvPicPr>
        <p:blipFill>
          <a:blip r:embed="rId4"/>
          <a:stretch/>
        </p:blipFill>
        <p:spPr>
          <a:xfrm>
            <a:off x="13294800" y="447120"/>
            <a:ext cx="4799160" cy="4484520"/>
          </a:xfrm>
          <a:prstGeom prst="rect">
            <a:avLst/>
          </a:prstGeom>
          <a:ln w="0">
            <a:noFill/>
          </a:ln>
        </p:spPr>
      </p:pic>
      <p:sp>
        <p:nvSpPr>
          <p:cNvPr id="124" name="TextBox 28"/>
          <p:cNvSpPr/>
          <p:nvPr/>
        </p:nvSpPr>
        <p:spPr>
          <a:xfrm>
            <a:off x="9176400" y="2971080"/>
            <a:ext cx="414000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GB" sz="1400" b="1" strike="noStrike" spc="-1" dirty="0">
                <a:solidFill>
                  <a:srgbClr val="9AD3F3"/>
                </a:solidFill>
                <a:latin typeface="Open Sauce Semi-Bold"/>
                <a:ea typeface="Open Sauce Semi-Bold"/>
              </a:rPr>
              <a:t>Orbital Paths of Payloads currently in Orbit</a:t>
            </a:r>
            <a:endParaRPr lang="en-GB" sz="1400" b="0" strike="noStrike" spc="-1" dirty="0">
              <a:solidFill>
                <a:srgbClr val="FFFFFF"/>
              </a:solidFill>
              <a:latin typeface="Arial"/>
            </a:endParaRPr>
          </a:p>
        </p:txBody>
      </p:sp>
      <p:pic>
        <p:nvPicPr>
          <p:cNvPr id="125" name="Picture 124"/>
          <p:cNvPicPr/>
          <p:nvPr/>
        </p:nvPicPr>
        <p:blipFill>
          <a:blip r:embed="rId5"/>
          <a:stretch/>
        </p:blipFill>
        <p:spPr>
          <a:xfrm>
            <a:off x="14938200" y="1697760"/>
            <a:ext cx="1800000" cy="1839240"/>
          </a:xfrm>
          <a:prstGeom prst="rect">
            <a:avLst/>
          </a:prstGeom>
          <a:ln w="0">
            <a:noFill/>
          </a:ln>
        </p:spPr>
      </p:pic>
      <p:sp>
        <p:nvSpPr>
          <p:cNvPr id="126" name="TextBox 29"/>
          <p:cNvSpPr/>
          <p:nvPr/>
        </p:nvSpPr>
        <p:spPr>
          <a:xfrm>
            <a:off x="997920" y="3664080"/>
            <a:ext cx="402984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GB" sz="3200" b="1" strike="noStrike" spc="-1" dirty="0">
                <a:solidFill>
                  <a:srgbClr val="9AD3F3"/>
                </a:solidFill>
                <a:latin typeface="Open Sauce Semi-Bold"/>
                <a:ea typeface="Open Sauce Semi-Bold"/>
              </a:rPr>
              <a:t>Deep Space</a:t>
            </a:r>
            <a:endParaRPr lang="en-GB" sz="3200" b="0" strike="noStrike" spc="-1" dirty="0">
              <a:solidFill>
                <a:srgbClr val="FFFFFF"/>
              </a:solidFill>
              <a:latin typeface="Arial"/>
            </a:endParaRPr>
          </a:p>
        </p:txBody>
      </p:sp>
      <p:sp>
        <p:nvSpPr>
          <p:cNvPr id="127" name="TextBox 30"/>
          <p:cNvSpPr/>
          <p:nvPr/>
        </p:nvSpPr>
        <p:spPr>
          <a:xfrm>
            <a:off x="997920" y="4345560"/>
            <a:ext cx="3867840" cy="127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2400" b="0" strike="noStrike" spc="-1" dirty="0">
                <a:solidFill>
                  <a:srgbClr val="FFFFFF"/>
                </a:solidFill>
                <a:latin typeface="Open Sauce"/>
                <a:ea typeface="Open Sauce"/>
              </a:rPr>
              <a:t>In the 1960’s, many more payloads were launched into deep space.</a:t>
            </a:r>
            <a:endParaRPr lang="en-GB" sz="2400" b="0" strike="noStrike" spc="-1" dirty="0">
              <a:solidFill>
                <a:srgbClr val="FFFFFF"/>
              </a:solidFill>
              <a:latin typeface="Arial"/>
            </a:endParaRPr>
          </a:p>
        </p:txBody>
      </p:sp>
      <p:sp>
        <p:nvSpPr>
          <p:cNvPr id="128" name="TextBox 33"/>
          <p:cNvSpPr/>
          <p:nvPr/>
        </p:nvSpPr>
        <p:spPr>
          <a:xfrm>
            <a:off x="997920" y="7200000"/>
            <a:ext cx="402984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GB" sz="3200" b="1" strike="noStrike" spc="-1" dirty="0">
                <a:solidFill>
                  <a:srgbClr val="9AD3F3"/>
                </a:solidFill>
                <a:latin typeface="Open Sauce Semi-Bold"/>
                <a:ea typeface="Open Sauce Semi-Bold"/>
              </a:rPr>
              <a:t>Communications</a:t>
            </a:r>
            <a:endParaRPr lang="en-GB" sz="3200" b="0" strike="noStrike" spc="-1" dirty="0">
              <a:solidFill>
                <a:srgbClr val="FFFFFF"/>
              </a:solidFill>
              <a:latin typeface="Arial"/>
            </a:endParaRPr>
          </a:p>
        </p:txBody>
      </p:sp>
      <p:sp>
        <p:nvSpPr>
          <p:cNvPr id="129" name="TextBox 34"/>
          <p:cNvSpPr/>
          <p:nvPr/>
        </p:nvSpPr>
        <p:spPr>
          <a:xfrm>
            <a:off x="997920" y="7881480"/>
            <a:ext cx="3867840" cy="1279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2400" b="0" strike="noStrike" spc="-1" dirty="0">
                <a:solidFill>
                  <a:srgbClr val="FFFFFF"/>
                </a:solidFill>
                <a:latin typeface="Open Sauce"/>
                <a:ea typeface="Open Sauce"/>
              </a:rPr>
              <a:t>Most modern satellites are for communications, requiring Low Earth Orbit.</a:t>
            </a:r>
            <a:endParaRPr lang="en-GB" sz="2400" b="0" strike="noStrike" spc="-1" dirty="0">
              <a:solidFill>
                <a:srgbClr val="FFFFFF"/>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55" name="TextBox 6"/>
          <p:cNvSpPr/>
          <p:nvPr/>
        </p:nvSpPr>
        <p:spPr>
          <a:xfrm>
            <a:off x="956880" y="767160"/>
            <a:ext cx="1428480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GB" sz="9000" b="1" strike="noStrike" spc="-1" dirty="0">
                <a:solidFill>
                  <a:srgbClr val="FFFFFF"/>
                </a:solidFill>
                <a:latin typeface="Century Gothic Paneuropean Heavy"/>
                <a:ea typeface="Century Gothic Paneuropean Heavy"/>
              </a:rPr>
              <a:t>What is </a:t>
            </a:r>
            <a:r>
              <a:rPr lang="en-GB" sz="9000" b="1" strike="noStrike" spc="-1" dirty="0">
                <a:solidFill>
                  <a:srgbClr val="FFBD00"/>
                </a:solidFill>
                <a:latin typeface="Century Gothic Paneuropean Heavy"/>
                <a:ea typeface="Century Gothic Paneuropean Heavy"/>
              </a:rPr>
              <a:t>at Stake?</a:t>
            </a:r>
            <a:endParaRPr lang="en-GB" sz="9000" b="0" strike="noStrike" spc="-1" dirty="0">
              <a:solidFill>
                <a:srgbClr val="FFFFFF"/>
              </a:solidFill>
              <a:latin typeface="Arial"/>
            </a:endParaRPr>
          </a:p>
        </p:txBody>
      </p:sp>
      <p:sp>
        <p:nvSpPr>
          <p:cNvPr id="156" name="TextBox 7"/>
          <p:cNvSpPr/>
          <p:nvPr/>
        </p:nvSpPr>
        <p:spPr>
          <a:xfrm>
            <a:off x="1460880" y="3660208"/>
            <a:ext cx="6134238" cy="523157"/>
          </a:xfrm>
          <a:prstGeom prst="rect">
            <a:avLst/>
          </a:prstGeom>
          <a:noFill/>
          <a:ln w="0">
            <a:noFill/>
          </a:ln>
        </p:spPr>
        <p:style>
          <a:lnRef idx="0">
            <a:scrgbClr r="0" g="0" b="0"/>
          </a:lnRef>
          <a:fillRef idx="0">
            <a:scrgbClr r="0" g="0" b="0"/>
          </a:fillRef>
          <a:effectRef idx="0">
            <a:scrgbClr r="0" g="0" b="0"/>
          </a:effectRef>
          <a:fontRef idx="minor"/>
        </p:style>
        <p:txBody>
          <a:bodyPr wrap="square" lIns="0" tIns="0" rIns="0" bIns="0" anchor="t">
            <a:spAutoFit/>
          </a:bodyPr>
          <a:lstStyle/>
          <a:p>
            <a:pPr defTabSz="914400">
              <a:lnSpc>
                <a:spcPts val="3841"/>
              </a:lnSpc>
              <a:tabLst>
                <a:tab pos="0" algn="l"/>
              </a:tabLst>
            </a:pPr>
            <a:r>
              <a:rPr lang="en-GB" sz="4800" b="1" strike="noStrike" spc="-1" dirty="0">
                <a:solidFill>
                  <a:srgbClr val="9AD3F3"/>
                </a:solidFill>
                <a:latin typeface="Open Sauce Semi-Bold"/>
                <a:ea typeface="Open Sauce Semi-Bold"/>
              </a:rPr>
              <a:t>A New Dark Age</a:t>
            </a:r>
            <a:endParaRPr lang="en-GB" sz="4800" b="0" strike="noStrike" spc="-1" dirty="0">
              <a:solidFill>
                <a:srgbClr val="FFFFFF"/>
              </a:solidFill>
              <a:latin typeface="Arial"/>
            </a:endParaRPr>
          </a:p>
        </p:txBody>
      </p:sp>
      <p:sp>
        <p:nvSpPr>
          <p:cNvPr id="157" name="TextBox 11"/>
          <p:cNvSpPr/>
          <p:nvPr/>
        </p:nvSpPr>
        <p:spPr>
          <a:xfrm>
            <a:off x="1460880" y="4197688"/>
            <a:ext cx="6351120" cy="176650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4000" b="0" strike="noStrike" spc="-1" dirty="0">
                <a:solidFill>
                  <a:srgbClr val="FFFFFF"/>
                </a:solidFill>
                <a:latin typeface="Open Sauce"/>
                <a:ea typeface="Open Sauce"/>
              </a:rPr>
              <a:t>Global Communications, GPS, Internet, TV, Climate Change Monitoring and Emergency Response – </a:t>
            </a:r>
            <a:r>
              <a:rPr lang="en-GB" sz="4000" b="1" strike="noStrike" spc="-1" dirty="0">
                <a:solidFill>
                  <a:srgbClr val="FFFFFF"/>
                </a:solidFill>
                <a:latin typeface="Open Sauce"/>
                <a:ea typeface="Open Sauce"/>
              </a:rPr>
              <a:t>All Gone</a:t>
            </a:r>
            <a:endParaRPr lang="en-GB" sz="4000" b="0" strike="noStrike" spc="-1" dirty="0">
              <a:solidFill>
                <a:srgbClr val="FFFFFF"/>
              </a:solidFill>
              <a:latin typeface="Arial"/>
            </a:endParaRPr>
          </a:p>
        </p:txBody>
      </p:sp>
      <p:sp>
        <p:nvSpPr>
          <p:cNvPr id="158" name="TextBox 16"/>
          <p:cNvSpPr/>
          <p:nvPr/>
        </p:nvSpPr>
        <p:spPr>
          <a:xfrm>
            <a:off x="9272880" y="3660208"/>
            <a:ext cx="5919120" cy="523157"/>
          </a:xfrm>
          <a:prstGeom prst="rect">
            <a:avLst/>
          </a:prstGeom>
          <a:noFill/>
          <a:ln w="0">
            <a:noFill/>
          </a:ln>
        </p:spPr>
        <p:style>
          <a:lnRef idx="0">
            <a:scrgbClr r="0" g="0" b="0"/>
          </a:lnRef>
          <a:fillRef idx="0">
            <a:scrgbClr r="0" g="0" b="0"/>
          </a:fillRef>
          <a:effectRef idx="0">
            <a:scrgbClr r="0" g="0" b="0"/>
          </a:effectRef>
          <a:fontRef idx="minor"/>
        </p:style>
        <p:txBody>
          <a:bodyPr wrap="square" lIns="0" tIns="0" rIns="0" bIns="0" anchor="t">
            <a:spAutoFit/>
          </a:bodyPr>
          <a:lstStyle/>
          <a:p>
            <a:pPr defTabSz="914400">
              <a:lnSpc>
                <a:spcPts val="3841"/>
              </a:lnSpc>
              <a:tabLst>
                <a:tab pos="0" algn="l"/>
              </a:tabLst>
            </a:pPr>
            <a:r>
              <a:rPr lang="en-GB" sz="4800" b="1" strike="noStrike" spc="-1" dirty="0">
                <a:solidFill>
                  <a:srgbClr val="9AD3F3"/>
                </a:solidFill>
                <a:latin typeface="Open Sauce Semi-Bold"/>
                <a:ea typeface="Open Sauce Semi-Bold"/>
              </a:rPr>
              <a:t>No More Missions</a:t>
            </a:r>
            <a:endParaRPr lang="en-GB" sz="4800" b="0" strike="noStrike" spc="-1" dirty="0">
              <a:solidFill>
                <a:srgbClr val="FFFFFF"/>
              </a:solidFill>
              <a:latin typeface="Arial"/>
            </a:endParaRPr>
          </a:p>
        </p:txBody>
      </p:sp>
      <p:sp>
        <p:nvSpPr>
          <p:cNvPr id="159" name="TextBox 17"/>
          <p:cNvSpPr/>
          <p:nvPr/>
        </p:nvSpPr>
        <p:spPr>
          <a:xfrm>
            <a:off x="9272880" y="4197688"/>
            <a:ext cx="7359120" cy="220252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4000" b="0" strike="noStrike" spc="-1" dirty="0">
                <a:solidFill>
                  <a:srgbClr val="FFFFFF"/>
                </a:solidFill>
                <a:latin typeface="Open Sauce"/>
                <a:ea typeface="Open Sauce"/>
              </a:rPr>
              <a:t>Space exploration would halt for safety reasons.</a:t>
            </a:r>
          </a:p>
          <a:p>
            <a:pPr defTabSz="914400">
              <a:lnSpc>
                <a:spcPts val="3359"/>
              </a:lnSpc>
              <a:tabLst>
                <a:tab pos="0" algn="l"/>
              </a:tabLst>
            </a:pPr>
            <a:r>
              <a:rPr lang="en-GB" sz="4000" b="0" strike="noStrike" spc="-1" dirty="0">
                <a:solidFill>
                  <a:srgbClr val="FFFFFF"/>
                </a:solidFill>
                <a:latin typeface="Open Sauce"/>
                <a:ea typeface="Open Sauce"/>
              </a:rPr>
              <a:t> </a:t>
            </a:r>
            <a:br>
              <a:rPr lang="en-GB" sz="4000" dirty="0"/>
            </a:br>
            <a:r>
              <a:rPr lang="en-GB" sz="4000" b="0" strike="noStrike" spc="-1" dirty="0">
                <a:solidFill>
                  <a:srgbClr val="FFFFFF"/>
                </a:solidFill>
                <a:latin typeface="Open Sauce"/>
                <a:ea typeface="Open Sauce"/>
              </a:rPr>
              <a:t>ISS, Tiangong abandoned</a:t>
            </a:r>
            <a:r>
              <a:rPr lang="en-GB" sz="4000" spc="-1" dirty="0">
                <a:solidFill>
                  <a:srgbClr val="FFFFFF"/>
                </a:solidFill>
                <a:latin typeface="Open Sauce"/>
                <a:ea typeface="Open Sauce"/>
              </a:rPr>
              <a:t>, </a:t>
            </a:r>
            <a:r>
              <a:rPr lang="en-GB" sz="4000" b="0" strike="noStrike" spc="-1" dirty="0">
                <a:solidFill>
                  <a:srgbClr val="FFFFFF"/>
                </a:solidFill>
                <a:latin typeface="Open Sauce"/>
                <a:ea typeface="Open Sauce"/>
              </a:rPr>
              <a:t>Moon and Mars missions </a:t>
            </a:r>
            <a:r>
              <a:rPr lang="en-GB" sz="4000" b="0" strike="noStrike" spc="-1" dirty="0" err="1">
                <a:solidFill>
                  <a:srgbClr val="FFFFFF"/>
                </a:solidFill>
                <a:latin typeface="Open Sauce"/>
                <a:ea typeface="Open Sauce"/>
              </a:rPr>
              <a:t>canceled</a:t>
            </a:r>
            <a:r>
              <a:rPr lang="en-GB" sz="4000" b="0" strike="noStrike" spc="-1" dirty="0">
                <a:solidFill>
                  <a:srgbClr val="FFFFFF"/>
                </a:solidFill>
                <a:latin typeface="Open Sauce"/>
                <a:ea typeface="Open Sauce"/>
              </a:rPr>
              <a:t>.</a:t>
            </a:r>
            <a:endParaRPr lang="en-GB" sz="4000" b="0" strike="noStrike" spc="-1" dirty="0">
              <a:solidFill>
                <a:srgbClr val="FFFFFF"/>
              </a:solidFill>
              <a:latin typeface="Arial"/>
            </a:endParaRPr>
          </a:p>
        </p:txBody>
      </p:sp>
      <p:sp>
        <p:nvSpPr>
          <p:cNvPr id="160" name="TextBox 18"/>
          <p:cNvSpPr/>
          <p:nvPr/>
        </p:nvSpPr>
        <p:spPr>
          <a:xfrm>
            <a:off x="1460880" y="7194665"/>
            <a:ext cx="5425112" cy="523157"/>
          </a:xfrm>
          <a:prstGeom prst="rect">
            <a:avLst/>
          </a:prstGeom>
          <a:noFill/>
          <a:ln w="0">
            <a:noFill/>
          </a:ln>
        </p:spPr>
        <p:style>
          <a:lnRef idx="0">
            <a:scrgbClr r="0" g="0" b="0"/>
          </a:lnRef>
          <a:fillRef idx="0">
            <a:scrgbClr r="0" g="0" b="0"/>
          </a:fillRef>
          <a:effectRef idx="0">
            <a:scrgbClr r="0" g="0" b="0"/>
          </a:effectRef>
          <a:fontRef idx="minor"/>
        </p:style>
        <p:txBody>
          <a:bodyPr wrap="square" lIns="0" tIns="0" rIns="0" bIns="0" anchor="t">
            <a:spAutoFit/>
          </a:bodyPr>
          <a:lstStyle/>
          <a:p>
            <a:pPr defTabSz="914400">
              <a:lnSpc>
                <a:spcPts val="3841"/>
              </a:lnSpc>
              <a:tabLst>
                <a:tab pos="0" algn="l"/>
              </a:tabLst>
            </a:pPr>
            <a:r>
              <a:rPr lang="en-GB" sz="4800" b="1" strike="noStrike" spc="-1" dirty="0">
                <a:solidFill>
                  <a:srgbClr val="9AD3F3"/>
                </a:solidFill>
                <a:latin typeface="Open Sauce Semi-Bold"/>
                <a:ea typeface="Open Sauce Semi-Bold"/>
              </a:rPr>
              <a:t>Economic Disaster</a:t>
            </a:r>
            <a:endParaRPr lang="en-GB" sz="4800" b="0" strike="noStrike" spc="-1" dirty="0">
              <a:solidFill>
                <a:srgbClr val="FFFFFF"/>
              </a:solidFill>
              <a:latin typeface="Arial"/>
            </a:endParaRPr>
          </a:p>
        </p:txBody>
      </p:sp>
      <p:sp>
        <p:nvSpPr>
          <p:cNvPr id="161" name="TextBox 19"/>
          <p:cNvSpPr/>
          <p:nvPr/>
        </p:nvSpPr>
        <p:spPr>
          <a:xfrm>
            <a:off x="1460880" y="7732145"/>
            <a:ext cx="6891120" cy="176650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4000" b="0" strike="noStrike" spc="-1" dirty="0">
                <a:solidFill>
                  <a:srgbClr val="FFFFFF"/>
                </a:solidFill>
                <a:latin typeface="Open Sauce"/>
                <a:ea typeface="Open Sauce"/>
              </a:rPr>
              <a:t>Space Industry is worth $400B.</a:t>
            </a:r>
          </a:p>
          <a:p>
            <a:pPr defTabSz="914400">
              <a:lnSpc>
                <a:spcPts val="3359"/>
              </a:lnSpc>
              <a:tabLst>
                <a:tab pos="0" algn="l"/>
              </a:tabLst>
            </a:pPr>
            <a:br>
              <a:rPr lang="en-GB" sz="4000" dirty="0"/>
            </a:br>
            <a:r>
              <a:rPr lang="en-GB" sz="4000" b="0" strike="noStrike" spc="-1" dirty="0">
                <a:solidFill>
                  <a:srgbClr val="FFFFFF"/>
                </a:solidFill>
                <a:latin typeface="Open Sauce"/>
                <a:ea typeface="Open Sauce"/>
              </a:rPr>
              <a:t>Knock on effects to all Earth industry.</a:t>
            </a:r>
            <a:endParaRPr lang="en-GB" sz="4000" b="0" strike="noStrike" spc="-1" dirty="0">
              <a:solidFill>
                <a:srgbClr val="FFFFFF"/>
              </a:solidFill>
              <a:latin typeface="Arial"/>
            </a:endParaRPr>
          </a:p>
        </p:txBody>
      </p:sp>
      <p:sp>
        <p:nvSpPr>
          <p:cNvPr id="162" name="TextBox 20"/>
          <p:cNvSpPr/>
          <p:nvPr/>
        </p:nvSpPr>
        <p:spPr>
          <a:xfrm>
            <a:off x="9272880" y="7195025"/>
            <a:ext cx="5919120" cy="523157"/>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GB" sz="4800" b="1" strike="noStrike" spc="-1" dirty="0">
                <a:solidFill>
                  <a:srgbClr val="9AD3F3"/>
                </a:solidFill>
                <a:latin typeface="Open Sauce Semi-Bold"/>
                <a:ea typeface="Open Sauce Semi-Bold"/>
              </a:rPr>
              <a:t>Security and Defence</a:t>
            </a:r>
            <a:endParaRPr lang="en-GB" sz="4800" b="0" strike="noStrike" spc="-1" dirty="0">
              <a:solidFill>
                <a:srgbClr val="FFFFFF"/>
              </a:solidFill>
              <a:latin typeface="Arial"/>
            </a:endParaRPr>
          </a:p>
        </p:txBody>
      </p:sp>
      <p:sp>
        <p:nvSpPr>
          <p:cNvPr id="163" name="TextBox 24"/>
          <p:cNvSpPr/>
          <p:nvPr/>
        </p:nvSpPr>
        <p:spPr>
          <a:xfrm>
            <a:off x="9272880" y="7732505"/>
            <a:ext cx="7359120" cy="89447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4000" b="0" strike="noStrike" spc="-1" dirty="0">
                <a:solidFill>
                  <a:srgbClr val="FFFFFF"/>
                </a:solidFill>
                <a:latin typeface="Open Sauce"/>
                <a:ea typeface="Open Sauce"/>
              </a:rPr>
              <a:t>Loss of surveillance, weapons detection and defence capability.</a:t>
            </a:r>
            <a:endParaRPr lang="en-GB" sz="4000" b="0" strike="noStrike" spc="-1" dirty="0">
              <a:solidFill>
                <a:srgbClr val="FFFFFF"/>
              </a:solidFill>
              <a:latin typeface="Arial"/>
            </a:endParaRPr>
          </a:p>
        </p:txBody>
      </p:sp>
      <p:grpSp>
        <p:nvGrpSpPr>
          <p:cNvPr id="164" name="Group 163"/>
          <p:cNvGrpSpPr/>
          <p:nvPr/>
        </p:nvGrpSpPr>
        <p:grpSpPr>
          <a:xfrm>
            <a:off x="13680000" y="720000"/>
            <a:ext cx="3240000" cy="3147480"/>
            <a:chOff x="13680000" y="720000"/>
            <a:chExt cx="3240000" cy="3147480"/>
          </a:xfrm>
        </p:grpSpPr>
        <p:sp>
          <p:nvSpPr>
            <p:cNvPr id="165" name="Freeform 1"/>
            <p:cNvSpPr/>
            <p:nvPr/>
          </p:nvSpPr>
          <p:spPr>
            <a:xfrm>
              <a:off x="14061960" y="720000"/>
              <a:ext cx="2858040" cy="2483280"/>
            </a:xfrm>
            <a:custGeom>
              <a:avLst/>
              <a:gdLst>
                <a:gd name="textAreaLeft" fmla="*/ 0 w 2858040"/>
                <a:gd name="textAreaRight" fmla="*/ 2864520 w 2858040"/>
                <a:gd name="textAreaTop" fmla="*/ 0 h 2483280"/>
                <a:gd name="textAreaBottom" fmla="*/ 2489040 h 248328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GB" sz="1800" b="0" strike="noStrike" spc="-1" dirty="0">
                <a:solidFill>
                  <a:schemeClr val="dk1"/>
                </a:solidFill>
                <a:latin typeface="Calibri"/>
              </a:endParaRPr>
            </a:p>
          </p:txBody>
        </p:sp>
        <p:sp>
          <p:nvSpPr>
            <p:cNvPr id="166" name="Explosion: 8 Points 1"/>
            <p:cNvSpPr/>
            <p:nvPr/>
          </p:nvSpPr>
          <p:spPr>
            <a:xfrm>
              <a:off x="13680000" y="1384200"/>
              <a:ext cx="3049560" cy="248328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endParaRPr lang="en-GB" sz="1800" b="0" strike="noStrike" spc="-1" dirty="0">
                <a:solidFill>
                  <a:schemeClr val="lt1"/>
                </a:solidFill>
                <a:latin typeface="Calibri"/>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67" name="TextBox 6"/>
          <p:cNvSpPr/>
          <p:nvPr/>
        </p:nvSpPr>
        <p:spPr>
          <a:xfrm>
            <a:off x="956880" y="731160"/>
            <a:ext cx="1428480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800"/>
              </a:lnSpc>
            </a:pPr>
            <a:r>
              <a:rPr lang="en-GB" sz="9000" b="1" strike="noStrike" spc="-1" dirty="0">
                <a:solidFill>
                  <a:srgbClr val="FFFFFF"/>
                </a:solidFill>
                <a:latin typeface="Century Gothic Paneuropean Heavy"/>
                <a:ea typeface="Century Gothic Paneuropean Heavy"/>
              </a:rPr>
              <a:t>Stop it </a:t>
            </a:r>
            <a:r>
              <a:rPr lang="en-GB" sz="9000" b="1" strike="noStrike" spc="-1" dirty="0">
                <a:solidFill>
                  <a:srgbClr val="FFBD00"/>
                </a:solidFill>
                <a:latin typeface="Century Gothic Paneuropean Heavy"/>
                <a:ea typeface="Century Gothic Paneuropean Heavy"/>
              </a:rPr>
              <a:t>and Tidy up</a:t>
            </a:r>
            <a:endParaRPr lang="en-GB" sz="9000" b="0" strike="noStrike" spc="-1" dirty="0">
              <a:solidFill>
                <a:srgbClr val="FFFFFF"/>
              </a:solidFill>
              <a:latin typeface="Arial"/>
            </a:endParaRPr>
          </a:p>
        </p:txBody>
      </p:sp>
      <p:sp>
        <p:nvSpPr>
          <p:cNvPr id="168" name="TextBox 1"/>
          <p:cNvSpPr/>
          <p:nvPr/>
        </p:nvSpPr>
        <p:spPr>
          <a:xfrm>
            <a:off x="1460880" y="3293100"/>
            <a:ext cx="6999120" cy="523157"/>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GB" sz="4800" b="1" strike="noStrike" spc="-1" dirty="0">
                <a:solidFill>
                  <a:srgbClr val="9AD3F3"/>
                </a:solidFill>
                <a:latin typeface="Open Sauce Semi-Bold"/>
                <a:ea typeface="Open Sauce Semi-Bold"/>
              </a:rPr>
              <a:t>Active Debris Removal</a:t>
            </a:r>
            <a:endParaRPr lang="en-GB" sz="4800" b="0" strike="noStrike" spc="-1" dirty="0">
              <a:solidFill>
                <a:srgbClr val="FFFFFF"/>
              </a:solidFill>
              <a:latin typeface="Arial"/>
            </a:endParaRPr>
          </a:p>
        </p:txBody>
      </p:sp>
      <p:sp>
        <p:nvSpPr>
          <p:cNvPr id="169" name="TextBox 27"/>
          <p:cNvSpPr/>
          <p:nvPr/>
        </p:nvSpPr>
        <p:spPr>
          <a:xfrm>
            <a:off x="1460879" y="3830580"/>
            <a:ext cx="6891119" cy="1766509"/>
          </a:xfrm>
          <a:prstGeom prst="rect">
            <a:avLst/>
          </a:prstGeom>
          <a:noFill/>
          <a:ln w="0">
            <a:noFill/>
          </a:ln>
        </p:spPr>
        <p:style>
          <a:lnRef idx="0">
            <a:scrgbClr r="0" g="0" b="0"/>
          </a:lnRef>
          <a:fillRef idx="0">
            <a:scrgbClr r="0" g="0" b="0"/>
          </a:fillRef>
          <a:effectRef idx="0">
            <a:scrgbClr r="0" g="0" b="0"/>
          </a:effectRef>
          <a:fontRef idx="minor"/>
        </p:style>
        <p:txBody>
          <a:bodyPr wrap="square" lIns="0" tIns="0" rIns="0" bIns="0" anchor="t">
            <a:spAutoFit/>
          </a:bodyPr>
          <a:lstStyle/>
          <a:p>
            <a:pPr defTabSz="914400">
              <a:lnSpc>
                <a:spcPts val="3359"/>
              </a:lnSpc>
              <a:tabLst>
                <a:tab pos="0" algn="l"/>
              </a:tabLst>
            </a:pPr>
            <a:r>
              <a:rPr lang="en-GB" sz="4000" b="0" strike="noStrike" spc="-1" dirty="0">
                <a:solidFill>
                  <a:srgbClr val="FFFFFF"/>
                </a:solidFill>
                <a:latin typeface="Open Sauce"/>
                <a:ea typeface="Open Sauce"/>
              </a:rPr>
              <a:t>Capture and de-orbit defunct payloads.</a:t>
            </a:r>
          </a:p>
          <a:p>
            <a:pPr defTabSz="914400">
              <a:lnSpc>
                <a:spcPts val="3359"/>
              </a:lnSpc>
              <a:tabLst>
                <a:tab pos="0" algn="l"/>
              </a:tabLst>
            </a:pPr>
            <a:endParaRPr lang="en-GB" sz="4000" b="0" strike="noStrike" spc="-1" dirty="0">
              <a:solidFill>
                <a:srgbClr val="FFFFFF"/>
              </a:solidFill>
              <a:latin typeface="Arial"/>
            </a:endParaRPr>
          </a:p>
          <a:p>
            <a:pPr defTabSz="914400">
              <a:lnSpc>
                <a:spcPts val="3359"/>
              </a:lnSpc>
              <a:tabLst>
                <a:tab pos="0" algn="l"/>
              </a:tabLst>
            </a:pPr>
            <a:r>
              <a:rPr lang="en-GB" sz="4000" b="0" strike="noStrike" spc="-1" dirty="0">
                <a:solidFill>
                  <a:srgbClr val="FFFFFF"/>
                </a:solidFill>
                <a:latin typeface="Open Sauce"/>
                <a:ea typeface="Open Sauce"/>
              </a:rPr>
              <a:t>Expensive.</a:t>
            </a:r>
            <a:endParaRPr lang="en-GB" sz="4000" b="0" strike="noStrike" spc="-1" dirty="0">
              <a:solidFill>
                <a:srgbClr val="FFFFFF"/>
              </a:solidFill>
              <a:latin typeface="Arial"/>
            </a:endParaRPr>
          </a:p>
        </p:txBody>
      </p:sp>
      <p:sp>
        <p:nvSpPr>
          <p:cNvPr id="170" name="TextBox 48"/>
          <p:cNvSpPr/>
          <p:nvPr/>
        </p:nvSpPr>
        <p:spPr>
          <a:xfrm>
            <a:off x="9272879" y="3293100"/>
            <a:ext cx="5376181" cy="523157"/>
          </a:xfrm>
          <a:prstGeom prst="rect">
            <a:avLst/>
          </a:prstGeom>
          <a:noFill/>
          <a:ln w="0">
            <a:noFill/>
          </a:ln>
        </p:spPr>
        <p:style>
          <a:lnRef idx="0">
            <a:scrgbClr r="0" g="0" b="0"/>
          </a:lnRef>
          <a:fillRef idx="0">
            <a:scrgbClr r="0" g="0" b="0"/>
          </a:fillRef>
          <a:effectRef idx="0">
            <a:scrgbClr r="0" g="0" b="0"/>
          </a:effectRef>
          <a:fontRef idx="minor"/>
        </p:style>
        <p:txBody>
          <a:bodyPr wrap="square" lIns="0" tIns="0" rIns="0" bIns="0" anchor="t">
            <a:spAutoFit/>
          </a:bodyPr>
          <a:lstStyle/>
          <a:p>
            <a:pPr defTabSz="914400">
              <a:lnSpc>
                <a:spcPts val="3841"/>
              </a:lnSpc>
              <a:tabLst>
                <a:tab pos="0" algn="l"/>
              </a:tabLst>
            </a:pPr>
            <a:r>
              <a:rPr lang="en-GB" sz="4800" b="1" strike="noStrike" spc="-1" dirty="0">
                <a:solidFill>
                  <a:srgbClr val="9AD3F3"/>
                </a:solidFill>
                <a:latin typeface="Open Sauce Semi-Bold"/>
                <a:ea typeface="Open Sauce Semi-Bold"/>
              </a:rPr>
              <a:t>Design for De-orbit</a:t>
            </a:r>
            <a:endParaRPr lang="en-GB" sz="4800" b="0" strike="noStrike" spc="-1" dirty="0">
              <a:solidFill>
                <a:srgbClr val="FFFFFF"/>
              </a:solidFill>
              <a:latin typeface="Arial"/>
            </a:endParaRPr>
          </a:p>
        </p:txBody>
      </p:sp>
      <p:sp>
        <p:nvSpPr>
          <p:cNvPr id="171" name="TextBox 49"/>
          <p:cNvSpPr/>
          <p:nvPr/>
        </p:nvSpPr>
        <p:spPr>
          <a:xfrm>
            <a:off x="9272880" y="3830580"/>
            <a:ext cx="7359120" cy="220252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4000" b="0" strike="noStrike" spc="-1" dirty="0">
                <a:solidFill>
                  <a:srgbClr val="FFFFFF"/>
                </a:solidFill>
                <a:latin typeface="Open Sauce"/>
                <a:ea typeface="Open Sauce"/>
              </a:rPr>
              <a:t>Satellites designed to decay and burn up.</a:t>
            </a:r>
          </a:p>
          <a:p>
            <a:pPr defTabSz="914400">
              <a:lnSpc>
                <a:spcPts val="3359"/>
              </a:lnSpc>
              <a:tabLst>
                <a:tab pos="0" algn="l"/>
              </a:tabLst>
            </a:pPr>
            <a:endParaRPr lang="en-GB" sz="4000" b="0" strike="noStrike" spc="-1" dirty="0">
              <a:solidFill>
                <a:srgbClr val="FFFFFF"/>
              </a:solidFill>
              <a:latin typeface="Arial"/>
            </a:endParaRPr>
          </a:p>
          <a:p>
            <a:pPr defTabSz="914400">
              <a:lnSpc>
                <a:spcPts val="3359"/>
              </a:lnSpc>
              <a:tabLst>
                <a:tab pos="0" algn="l"/>
              </a:tabLst>
            </a:pPr>
            <a:r>
              <a:rPr lang="en-GB" sz="4000" b="0" strike="noStrike" spc="-1" dirty="0">
                <a:solidFill>
                  <a:srgbClr val="FFFFFF"/>
                </a:solidFill>
                <a:latin typeface="Open Sauce"/>
                <a:ea typeface="Open Sauce"/>
              </a:rPr>
              <a:t>Cheaper than recovery, but new payloads only.</a:t>
            </a:r>
            <a:endParaRPr lang="en-GB" sz="4000" b="0" strike="noStrike" spc="-1" dirty="0">
              <a:solidFill>
                <a:srgbClr val="FFFFFF"/>
              </a:solidFill>
              <a:latin typeface="Arial"/>
            </a:endParaRPr>
          </a:p>
        </p:txBody>
      </p:sp>
      <p:sp>
        <p:nvSpPr>
          <p:cNvPr id="172" name="TextBox 50"/>
          <p:cNvSpPr/>
          <p:nvPr/>
        </p:nvSpPr>
        <p:spPr>
          <a:xfrm>
            <a:off x="1460880" y="6958188"/>
            <a:ext cx="5559120" cy="523157"/>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GB" sz="4800" b="1" strike="noStrike" spc="-1" dirty="0">
                <a:solidFill>
                  <a:srgbClr val="9AD3F3"/>
                </a:solidFill>
                <a:latin typeface="Open Sauce Semi-Bold"/>
                <a:ea typeface="Open Sauce Semi-Bold"/>
              </a:rPr>
              <a:t>Collision Avoidance</a:t>
            </a:r>
            <a:endParaRPr lang="en-GB" sz="4800" b="0" strike="noStrike" spc="-1" dirty="0">
              <a:solidFill>
                <a:srgbClr val="FFFFFF"/>
              </a:solidFill>
              <a:latin typeface="Arial"/>
            </a:endParaRPr>
          </a:p>
        </p:txBody>
      </p:sp>
      <p:sp>
        <p:nvSpPr>
          <p:cNvPr id="173" name="TextBox 51"/>
          <p:cNvSpPr/>
          <p:nvPr/>
        </p:nvSpPr>
        <p:spPr>
          <a:xfrm>
            <a:off x="1460880" y="7495668"/>
            <a:ext cx="6891120" cy="89447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4000" b="0" strike="noStrike" spc="-1" dirty="0">
                <a:solidFill>
                  <a:srgbClr val="FFFFFF"/>
                </a:solidFill>
                <a:latin typeface="Open Sauce"/>
                <a:ea typeface="Open Sauce"/>
              </a:rPr>
              <a:t>Automated systems to monitor orbits and adjust trajectory.</a:t>
            </a:r>
            <a:endParaRPr lang="en-GB" sz="4000" b="0" strike="noStrike" spc="-1" dirty="0">
              <a:solidFill>
                <a:srgbClr val="FFFFFF"/>
              </a:solidFill>
              <a:latin typeface="Arial"/>
            </a:endParaRPr>
          </a:p>
        </p:txBody>
      </p:sp>
      <p:sp>
        <p:nvSpPr>
          <p:cNvPr id="174" name="TextBox 52"/>
          <p:cNvSpPr/>
          <p:nvPr/>
        </p:nvSpPr>
        <p:spPr>
          <a:xfrm>
            <a:off x="9272880" y="6958548"/>
            <a:ext cx="5919120" cy="523157"/>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841"/>
              </a:lnSpc>
              <a:tabLst>
                <a:tab pos="0" algn="l"/>
              </a:tabLst>
            </a:pPr>
            <a:r>
              <a:rPr lang="en-GB" sz="4800" b="1" strike="noStrike" spc="-1" dirty="0">
                <a:solidFill>
                  <a:srgbClr val="9AD3F3"/>
                </a:solidFill>
                <a:latin typeface="Open Sauce Semi-Bold"/>
                <a:ea typeface="Open Sauce Semi-Bold"/>
              </a:rPr>
              <a:t>Policy and Agreements</a:t>
            </a:r>
            <a:endParaRPr lang="en-GB" sz="4800" b="0" strike="noStrike" spc="-1" dirty="0">
              <a:solidFill>
                <a:srgbClr val="FFFFFF"/>
              </a:solidFill>
              <a:latin typeface="Arial"/>
            </a:endParaRPr>
          </a:p>
        </p:txBody>
      </p:sp>
      <p:sp>
        <p:nvSpPr>
          <p:cNvPr id="175" name="TextBox 53"/>
          <p:cNvSpPr/>
          <p:nvPr/>
        </p:nvSpPr>
        <p:spPr>
          <a:xfrm>
            <a:off x="9272880" y="7496028"/>
            <a:ext cx="7359120" cy="176650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3359"/>
              </a:lnSpc>
              <a:tabLst>
                <a:tab pos="0" algn="l"/>
              </a:tabLst>
            </a:pPr>
            <a:r>
              <a:rPr lang="en-GB" sz="4000" b="0" strike="noStrike" spc="-1" dirty="0">
                <a:solidFill>
                  <a:srgbClr val="FFFFFF"/>
                </a:solidFill>
                <a:latin typeface="Open Sauce"/>
                <a:ea typeface="Open Sauce"/>
              </a:rPr>
              <a:t>International Guidelines (UN COPUOS).</a:t>
            </a:r>
          </a:p>
          <a:p>
            <a:pPr defTabSz="914400">
              <a:lnSpc>
                <a:spcPts val="3359"/>
              </a:lnSpc>
              <a:tabLst>
                <a:tab pos="0" algn="l"/>
              </a:tabLst>
            </a:pPr>
            <a:endParaRPr lang="en-GB" sz="4000" b="0" strike="noStrike" spc="-1" dirty="0">
              <a:solidFill>
                <a:srgbClr val="FFFFFF"/>
              </a:solidFill>
              <a:latin typeface="Arial"/>
            </a:endParaRPr>
          </a:p>
          <a:p>
            <a:pPr defTabSz="914400">
              <a:lnSpc>
                <a:spcPts val="3359"/>
              </a:lnSpc>
              <a:tabLst>
                <a:tab pos="0" algn="l"/>
              </a:tabLst>
            </a:pPr>
            <a:r>
              <a:rPr lang="en-GB" sz="4000" b="0" strike="noStrike" spc="-1" dirty="0">
                <a:solidFill>
                  <a:srgbClr val="FFFFFF"/>
                </a:solidFill>
                <a:latin typeface="Open Sauce"/>
                <a:ea typeface="Open Sauce"/>
              </a:rPr>
              <a:t>Voluntary and weakly enforced.</a:t>
            </a:r>
            <a:endParaRPr lang="en-GB" sz="4000" b="0" strike="noStrike" spc="-1" dirty="0">
              <a:solidFill>
                <a:srgbClr val="FFFFFF"/>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76" name="TextBox 56"/>
          <p:cNvSpPr/>
          <p:nvPr/>
        </p:nvSpPr>
        <p:spPr>
          <a:xfrm>
            <a:off x="890280" y="730304"/>
            <a:ext cx="16504560" cy="135934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0559"/>
              </a:lnSpc>
              <a:tabLst>
                <a:tab pos="0" algn="l"/>
              </a:tabLst>
            </a:pPr>
            <a:r>
              <a:rPr lang="en-GB" sz="9000" b="1" strike="noStrike" spc="-369" dirty="0">
                <a:solidFill>
                  <a:srgbClr val="FFFFFF"/>
                </a:solidFill>
                <a:latin typeface="Century Gothic Paneuropean Heavy"/>
                <a:ea typeface="Century Gothic Paneuropean Heavy"/>
              </a:rPr>
              <a:t>In </a:t>
            </a:r>
            <a:r>
              <a:rPr lang="en-GB" sz="9000" b="1" strike="noStrike" spc="-369" dirty="0">
                <a:solidFill>
                  <a:srgbClr val="FFBD00"/>
                </a:solidFill>
                <a:latin typeface="Century Gothic Paneuropean Heavy"/>
                <a:ea typeface="Century Gothic Paneuropean Heavy"/>
              </a:rPr>
              <a:t>Conclusion</a:t>
            </a:r>
            <a:endParaRPr lang="en-GB" sz="9000" b="0" strike="noStrike" spc="-1" dirty="0">
              <a:solidFill>
                <a:srgbClr val="FFFFFF"/>
              </a:solidFill>
              <a:latin typeface="Arial"/>
            </a:endParaRPr>
          </a:p>
        </p:txBody>
      </p:sp>
      <p:sp>
        <p:nvSpPr>
          <p:cNvPr id="177" name="TextBox 57"/>
          <p:cNvSpPr/>
          <p:nvPr/>
        </p:nvSpPr>
        <p:spPr>
          <a:xfrm>
            <a:off x="7848720" y="5882120"/>
            <a:ext cx="3683880" cy="97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841"/>
              </a:lnSpc>
              <a:tabLst>
                <a:tab pos="0" algn="l"/>
              </a:tabLst>
            </a:pPr>
            <a:r>
              <a:rPr lang="en-GB" sz="4000" b="1" strike="noStrike" spc="-1" dirty="0">
                <a:solidFill>
                  <a:srgbClr val="FFBD00"/>
                </a:solidFill>
                <a:latin typeface="Open Sauce Semi-Bold"/>
                <a:ea typeface="Open Sauce Semi-Bold"/>
              </a:rPr>
              <a:t>Low Earth Orbits</a:t>
            </a:r>
            <a:br>
              <a:rPr lang="en-GB" sz="4000" dirty="0"/>
            </a:br>
            <a:r>
              <a:rPr lang="en-GB" sz="4000" b="1" strike="noStrike" spc="-1" dirty="0">
                <a:solidFill>
                  <a:srgbClr val="FFBD00"/>
                </a:solidFill>
                <a:latin typeface="Open Sauce Semi-Bold"/>
                <a:ea typeface="Open Sauce Semi-Bold"/>
              </a:rPr>
              <a:t>are Crowded</a:t>
            </a:r>
            <a:endParaRPr lang="en-GB" sz="4000" b="0" strike="noStrike" spc="-1" dirty="0">
              <a:solidFill>
                <a:srgbClr val="FFFFFF"/>
              </a:solidFill>
              <a:latin typeface="Arial"/>
            </a:endParaRPr>
          </a:p>
        </p:txBody>
      </p:sp>
      <p:sp>
        <p:nvSpPr>
          <p:cNvPr id="178" name="Freeform 4"/>
          <p:cNvSpPr/>
          <p:nvPr/>
        </p:nvSpPr>
        <p:spPr>
          <a:xfrm>
            <a:off x="8336520" y="2619440"/>
            <a:ext cx="2319480" cy="2708640"/>
          </a:xfrm>
          <a:custGeom>
            <a:avLst/>
            <a:gdLst>
              <a:gd name="textAreaLeft" fmla="*/ 0 w 2319480"/>
              <a:gd name="textAreaRight" fmla="*/ 2322360 w 2319480"/>
              <a:gd name="textAreaTop" fmla="*/ 0 h 2708640"/>
              <a:gd name="textAreaBottom" fmla="*/ 2711520 h 2708640"/>
            </a:gdLst>
            <a:ahLst/>
            <a:cxnLst/>
            <a:rect l="textAreaLeft" t="textAreaTop" r="textAreaRight" b="textAreaBottom"/>
            <a:pathLst>
              <a:path w="2322193" h="2711690">
                <a:moveTo>
                  <a:pt x="0" y="0"/>
                </a:moveTo>
                <a:lnTo>
                  <a:pt x="2322193" y="0"/>
                </a:lnTo>
                <a:lnTo>
                  <a:pt x="2322193" y="2711690"/>
                </a:lnTo>
                <a:lnTo>
                  <a:pt x="0" y="2711690"/>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GB" sz="1800" b="0" strike="noStrike" spc="-1" dirty="0">
              <a:solidFill>
                <a:schemeClr val="dk1"/>
              </a:solidFill>
              <a:latin typeface="Calibri"/>
            </a:endParaRPr>
          </a:p>
        </p:txBody>
      </p:sp>
      <p:sp>
        <p:nvSpPr>
          <p:cNvPr id="179" name="TextBox 58"/>
          <p:cNvSpPr/>
          <p:nvPr/>
        </p:nvSpPr>
        <p:spPr>
          <a:xfrm>
            <a:off x="12313800" y="5896880"/>
            <a:ext cx="3791520" cy="97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841"/>
              </a:lnSpc>
              <a:tabLst>
                <a:tab pos="0" algn="l"/>
              </a:tabLst>
            </a:pPr>
            <a:r>
              <a:rPr lang="en-GB" sz="4000" b="1" strike="noStrike" spc="-1" dirty="0">
                <a:solidFill>
                  <a:srgbClr val="FFBD00"/>
                </a:solidFill>
                <a:latin typeface="Open Sauce Semi-Bold"/>
                <a:ea typeface="Open Sauce Semi-Bold"/>
              </a:rPr>
              <a:t>Planning for</a:t>
            </a:r>
            <a:endParaRPr lang="en-GB" sz="4000" b="0" strike="noStrike" spc="-1" dirty="0">
              <a:solidFill>
                <a:srgbClr val="FFFFFF"/>
              </a:solidFill>
              <a:latin typeface="Arial"/>
            </a:endParaRPr>
          </a:p>
          <a:p>
            <a:pPr algn="ctr" defTabSz="914400">
              <a:lnSpc>
                <a:spcPts val="3841"/>
              </a:lnSpc>
              <a:tabLst>
                <a:tab pos="0" algn="l"/>
              </a:tabLst>
            </a:pPr>
            <a:r>
              <a:rPr lang="en-GB" sz="4000" b="1" strike="noStrike" spc="-1" dirty="0">
                <a:solidFill>
                  <a:srgbClr val="FFBD00"/>
                </a:solidFill>
                <a:latin typeface="Open Sauce Semi-Bold"/>
                <a:ea typeface="Open Sauce Semi-Bold"/>
              </a:rPr>
              <a:t>The Future</a:t>
            </a:r>
            <a:endParaRPr lang="en-GB" sz="4000" b="0" strike="noStrike" spc="-1" dirty="0">
              <a:solidFill>
                <a:srgbClr val="FFFFFF"/>
              </a:solidFill>
              <a:latin typeface="Arial"/>
            </a:endParaRPr>
          </a:p>
        </p:txBody>
      </p:sp>
      <p:sp>
        <p:nvSpPr>
          <p:cNvPr id="180" name="Freeform 6"/>
          <p:cNvSpPr/>
          <p:nvPr/>
        </p:nvSpPr>
        <p:spPr>
          <a:xfrm>
            <a:off x="12557880" y="2619440"/>
            <a:ext cx="2759040" cy="2708640"/>
          </a:xfrm>
          <a:custGeom>
            <a:avLst/>
            <a:gdLst>
              <a:gd name="textAreaLeft" fmla="*/ 0 w 2759040"/>
              <a:gd name="textAreaRight" fmla="*/ 2761920 w 2759040"/>
              <a:gd name="textAreaTop" fmla="*/ 0 h 2708640"/>
              <a:gd name="textAreaBottom" fmla="*/ 2711520 h 2708640"/>
            </a:gdLst>
            <a:ahLst/>
            <a:cxnLst/>
            <a:rect l="textAreaLeft" t="textAreaTop" r="textAreaRight" b="textAreaBottom"/>
            <a:pathLst>
              <a:path w="2761907" h="2711690">
                <a:moveTo>
                  <a:pt x="0" y="0"/>
                </a:moveTo>
                <a:lnTo>
                  <a:pt x="2761906" y="0"/>
                </a:lnTo>
                <a:lnTo>
                  <a:pt x="2761906" y="2711690"/>
                </a:lnTo>
                <a:lnTo>
                  <a:pt x="0" y="2711690"/>
                </a:lnTo>
                <a:lnTo>
                  <a:pt x="0" y="0"/>
                </a:lnTo>
                <a:close/>
              </a:path>
            </a:pathLst>
          </a:custGeom>
          <a:blipFill rotWithShape="0">
            <a:blip r:embed="rId5">
              <a:extLst>
                <a:ext uri="{96DAC541-7B7A-43D3-8B79-37D633B846F1}">
                  <asvg:svgBlip xmlns:asvg="http://schemas.microsoft.com/office/drawing/2016/SVG/main" r:embed="rId6"/>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GB" sz="1800" b="0" strike="noStrike" spc="-1" dirty="0">
              <a:solidFill>
                <a:schemeClr val="dk1"/>
              </a:solidFill>
              <a:latin typeface="Calibri"/>
            </a:endParaRPr>
          </a:p>
        </p:txBody>
      </p:sp>
      <p:sp>
        <p:nvSpPr>
          <p:cNvPr id="181" name="Freeform 7"/>
          <p:cNvSpPr/>
          <p:nvPr/>
        </p:nvSpPr>
        <p:spPr>
          <a:xfrm>
            <a:off x="3010680" y="2735000"/>
            <a:ext cx="2915280" cy="2915280"/>
          </a:xfrm>
          <a:custGeom>
            <a:avLst/>
            <a:gdLst>
              <a:gd name="textAreaLeft" fmla="*/ 0 w 2915280"/>
              <a:gd name="textAreaRight" fmla="*/ 2918160 w 2915280"/>
              <a:gd name="textAreaTop" fmla="*/ 0 h 2915280"/>
              <a:gd name="textAreaBottom" fmla="*/ 2918160 h 291528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7">
              <a:extLst>
                <a:ext uri="{96DAC541-7B7A-43D3-8B79-37D633B846F1}">
                  <asvg:svgBlip xmlns:asvg="http://schemas.microsoft.com/office/drawing/2016/SVG/main" r:embed="rId8"/>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GB" sz="1800" b="0" strike="noStrike" spc="-1" dirty="0">
              <a:solidFill>
                <a:schemeClr val="dk1"/>
              </a:solidFill>
              <a:latin typeface="Calibri"/>
            </a:endParaRPr>
          </a:p>
        </p:txBody>
      </p:sp>
      <p:sp>
        <p:nvSpPr>
          <p:cNvPr id="182" name="TextBox 59"/>
          <p:cNvSpPr/>
          <p:nvPr/>
        </p:nvSpPr>
        <p:spPr>
          <a:xfrm>
            <a:off x="2096280" y="5920280"/>
            <a:ext cx="4867920" cy="97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841"/>
              </a:lnSpc>
              <a:tabLst>
                <a:tab pos="0" algn="l"/>
              </a:tabLst>
            </a:pPr>
            <a:r>
              <a:rPr lang="en-GB" sz="4000" b="1" strike="noStrike" spc="-1" dirty="0">
                <a:solidFill>
                  <a:srgbClr val="FFBD00"/>
                </a:solidFill>
                <a:latin typeface="Open Sauce Semi-Bold"/>
                <a:ea typeface="Open Sauce Semi-Bold"/>
              </a:rPr>
              <a:t>Devastating</a:t>
            </a:r>
          </a:p>
          <a:p>
            <a:pPr algn="ctr" defTabSz="914400">
              <a:lnSpc>
                <a:spcPts val="3841"/>
              </a:lnSpc>
              <a:tabLst>
                <a:tab pos="0" algn="l"/>
              </a:tabLst>
            </a:pPr>
            <a:r>
              <a:rPr lang="en-GB" sz="4000" b="1" strike="noStrike" spc="-1" dirty="0">
                <a:solidFill>
                  <a:srgbClr val="FFBD00"/>
                </a:solidFill>
                <a:latin typeface="Open Sauce Semi-Bold"/>
                <a:ea typeface="Open Sauce Semi-Bold"/>
              </a:rPr>
              <a:t> Kessler Cascade</a:t>
            </a:r>
            <a:endParaRPr lang="en-GB" sz="4000" b="0" strike="noStrike" spc="-1" dirty="0">
              <a:solidFill>
                <a:srgbClr val="FFFFFF"/>
              </a:solidFill>
              <a:latin typeface="Arial"/>
            </a:endParaRPr>
          </a:p>
        </p:txBody>
      </p:sp>
      <p:sp>
        <p:nvSpPr>
          <p:cNvPr id="184" name="TextBox 61"/>
          <p:cNvSpPr/>
          <p:nvPr/>
        </p:nvSpPr>
        <p:spPr>
          <a:xfrm>
            <a:off x="12497040" y="7069760"/>
            <a:ext cx="3303360" cy="21800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359"/>
              </a:lnSpc>
              <a:tabLst>
                <a:tab pos="0" algn="l"/>
              </a:tabLst>
            </a:pPr>
            <a:r>
              <a:rPr lang="en-GB" sz="3200" b="0" strike="noStrike" spc="-1" dirty="0">
                <a:solidFill>
                  <a:srgbClr val="FFFFFF"/>
                </a:solidFill>
                <a:latin typeface="Open Sauce"/>
                <a:ea typeface="Open Sauce"/>
              </a:rPr>
              <a:t>Without coordinated efforts, we will reach a tipping point within decades</a:t>
            </a:r>
            <a:r>
              <a:rPr lang="en-GB" sz="3200" spc="-1" dirty="0">
                <a:solidFill>
                  <a:srgbClr val="FFFFFF"/>
                </a:solidFill>
                <a:latin typeface="Open Sauce"/>
                <a:ea typeface="Open Sauce"/>
              </a:rPr>
              <a:t>.</a:t>
            </a:r>
            <a:endParaRPr lang="en-GB" sz="3200" b="0" strike="noStrike" spc="-1" dirty="0">
              <a:solidFill>
                <a:srgbClr val="FFFFFF"/>
              </a:solidFill>
              <a:latin typeface="Arial"/>
            </a:endParaRPr>
          </a:p>
        </p:txBody>
      </p:sp>
      <p:sp>
        <p:nvSpPr>
          <p:cNvPr id="185" name="TextBox 62"/>
          <p:cNvSpPr/>
          <p:nvPr/>
        </p:nvSpPr>
        <p:spPr>
          <a:xfrm>
            <a:off x="3010680" y="7069760"/>
            <a:ext cx="3303360" cy="1744067"/>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359"/>
              </a:lnSpc>
              <a:tabLst>
                <a:tab pos="0" algn="l"/>
              </a:tabLst>
            </a:pPr>
            <a:r>
              <a:rPr lang="en-GB" sz="3200" b="0" strike="noStrike" spc="-1" dirty="0">
                <a:solidFill>
                  <a:srgbClr val="FFFFFF"/>
                </a:solidFill>
                <a:latin typeface="Open Sauce"/>
                <a:ea typeface="Open Sauce"/>
              </a:rPr>
              <a:t>A new dark age: </a:t>
            </a:r>
            <a:endParaRPr lang="en-GB" sz="3200" b="0" strike="noStrike" spc="-1" dirty="0">
              <a:solidFill>
                <a:srgbClr val="FFFFFF"/>
              </a:solidFill>
              <a:latin typeface="Arial"/>
            </a:endParaRPr>
          </a:p>
          <a:p>
            <a:pPr algn="ctr" defTabSz="914400">
              <a:lnSpc>
                <a:spcPts val="3359"/>
              </a:lnSpc>
              <a:tabLst>
                <a:tab pos="0" algn="l"/>
              </a:tabLst>
            </a:pPr>
            <a:r>
              <a:rPr lang="en-GB" sz="3200" b="0" strike="noStrike" spc="-1" dirty="0">
                <a:solidFill>
                  <a:srgbClr val="FFFFFF"/>
                </a:solidFill>
                <a:latin typeface="Open Sauce"/>
                <a:ea typeface="Open Sauce"/>
              </a:rPr>
              <a:t>loss of navigation, communications and more.</a:t>
            </a:r>
            <a:endParaRPr lang="en-GB" sz="3200" b="0" strike="noStrike" spc="-1" dirty="0">
              <a:solidFill>
                <a:srgbClr val="FFFFFF"/>
              </a:solidFill>
              <a:latin typeface="Arial"/>
            </a:endParaRPr>
          </a:p>
        </p:txBody>
      </p:sp>
      <p:sp>
        <p:nvSpPr>
          <p:cNvPr id="4" name="TextBox 61">
            <a:extLst>
              <a:ext uri="{FF2B5EF4-FFF2-40B4-BE49-F238E27FC236}">
                <a16:creationId xmlns:a16="http://schemas.microsoft.com/office/drawing/2014/main" id="{4AB003C0-B87A-DFD0-84EF-8D4709C5ED73}"/>
              </a:ext>
            </a:extLst>
          </p:cNvPr>
          <p:cNvSpPr/>
          <p:nvPr/>
        </p:nvSpPr>
        <p:spPr>
          <a:xfrm>
            <a:off x="8038980" y="7069760"/>
            <a:ext cx="3303360" cy="21800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a:lnSpc>
                <a:spcPts val="3359"/>
              </a:lnSpc>
              <a:tabLst>
                <a:tab pos="0" algn="l"/>
              </a:tabLst>
            </a:pPr>
            <a:r>
              <a:rPr lang="en-GB" sz="3200" b="0" strike="noStrike" spc="-1" dirty="0">
                <a:solidFill>
                  <a:srgbClr val="FFFFFF"/>
                </a:solidFill>
                <a:latin typeface="Open Sauce"/>
                <a:ea typeface="Open Sauce"/>
              </a:rPr>
              <a:t>There is a lot of hardware in space, and we are adding to it at a </a:t>
            </a:r>
          </a:p>
          <a:p>
            <a:pPr algn="ctr">
              <a:lnSpc>
                <a:spcPts val="3359"/>
              </a:lnSpc>
              <a:tabLst>
                <a:tab pos="0" algn="l"/>
              </a:tabLst>
            </a:pPr>
            <a:r>
              <a:rPr lang="en-GB" sz="3200" b="0" strike="noStrike" spc="-1" dirty="0">
                <a:solidFill>
                  <a:srgbClr val="FFFFFF"/>
                </a:solidFill>
                <a:latin typeface="Open Sauce"/>
                <a:ea typeface="Open Sauce"/>
              </a:rPr>
              <a:t>record pace. </a:t>
            </a:r>
            <a:endParaRPr lang="en-GB" sz="3200" b="0" strike="noStrike" spc="-1" dirty="0">
              <a:solidFill>
                <a:srgbClr val="FFFFFF"/>
              </a:solidFill>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1A38"/>
        </a:solidFill>
        <a:effectLst/>
      </p:bgPr>
    </p:bg>
    <p:spTree>
      <p:nvGrpSpPr>
        <p:cNvPr id="1" name=""/>
        <p:cNvGrpSpPr/>
        <p:nvPr/>
      </p:nvGrpSpPr>
      <p:grpSpPr>
        <a:xfrm>
          <a:off x="0" y="0"/>
          <a:ext cx="0" cy="0"/>
          <a:chOff x="0" y="0"/>
          <a:chExt cx="0" cy="0"/>
        </a:xfrm>
      </p:grpSpPr>
      <p:sp>
        <p:nvSpPr>
          <p:cNvPr id="186" name="Freeform 11"/>
          <p:cNvSpPr/>
          <p:nvPr/>
        </p:nvSpPr>
        <p:spPr>
          <a:xfrm>
            <a:off x="3060000" y="3960000"/>
            <a:ext cx="2915280" cy="2915280"/>
          </a:xfrm>
          <a:custGeom>
            <a:avLst/>
            <a:gdLst>
              <a:gd name="textAreaLeft" fmla="*/ 0 w 2915280"/>
              <a:gd name="textAreaRight" fmla="*/ 2918160 w 2915280"/>
              <a:gd name="textAreaTop" fmla="*/ 0 h 2915280"/>
              <a:gd name="textAreaBottom" fmla="*/ 2918160 h 2915280"/>
            </a:gdLst>
            <a:ahLst/>
            <a:cxn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GB" sz="1800" b="0" strike="noStrike" spc="-1" dirty="0">
              <a:solidFill>
                <a:schemeClr val="dk1"/>
              </a:solidFill>
              <a:latin typeface="Calibri"/>
            </a:endParaRPr>
          </a:p>
        </p:txBody>
      </p:sp>
      <p:sp>
        <p:nvSpPr>
          <p:cNvPr id="187" name="TextBox 13"/>
          <p:cNvSpPr/>
          <p:nvPr/>
        </p:nvSpPr>
        <p:spPr>
          <a:xfrm>
            <a:off x="4680000" y="4680000"/>
            <a:ext cx="10080000" cy="97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3841"/>
              </a:lnSpc>
              <a:tabLst>
                <a:tab pos="0" algn="l"/>
              </a:tabLst>
            </a:pPr>
            <a:r>
              <a:rPr lang="en-GB" sz="3200" b="1" strike="noStrike" spc="-1" dirty="0">
                <a:solidFill>
                  <a:srgbClr val="FFBD00"/>
                </a:solidFill>
                <a:latin typeface="Open Sauce Semi-Bold"/>
                <a:ea typeface="Open Sauce Semi-Bold"/>
              </a:rPr>
              <a:t>More Information: </a:t>
            </a:r>
            <a:endParaRPr lang="en-GB" sz="3200" b="0" strike="noStrike" spc="-1" dirty="0">
              <a:solidFill>
                <a:srgbClr val="FFFFFF"/>
              </a:solidFill>
              <a:latin typeface="Arial"/>
            </a:endParaRPr>
          </a:p>
          <a:p>
            <a:pPr algn="ctr" defTabSz="914400">
              <a:lnSpc>
                <a:spcPts val="3841"/>
              </a:lnSpc>
              <a:tabLst>
                <a:tab pos="0" algn="l"/>
              </a:tabLst>
            </a:pPr>
            <a:r>
              <a:rPr lang="en-GB" sz="3200" b="0" strike="noStrike" spc="-1" dirty="0">
                <a:solidFill>
                  <a:srgbClr val="FFFFFF"/>
                </a:solidFill>
                <a:latin typeface="Open Sauce Semi-Bold"/>
                <a:ea typeface="Open Sauce Semi-Bold"/>
              </a:rPr>
              <a:t>https://</a:t>
            </a:r>
            <a:r>
              <a:rPr lang="en-GB" sz="3200" b="0" strike="noStrike" spc="-1" dirty="0" err="1">
                <a:solidFill>
                  <a:srgbClr val="FFFFFF"/>
                </a:solidFill>
                <a:latin typeface="Open Sauce Semi-Bold"/>
                <a:ea typeface="Open Sauce Semi-Bold"/>
              </a:rPr>
              <a:t>orbital.daemonchild.com</a:t>
            </a:r>
            <a:endParaRPr lang="en-GB" sz="3200" b="0" strike="noStrike" spc="-1" dirty="0">
              <a:solidFill>
                <a:srgbClr val="FFFFFF"/>
              </a:solidFill>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8.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9.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0.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2033</TotalTime>
  <Words>1742</Words>
  <Application>Microsoft Macintosh PowerPoint</Application>
  <PresentationFormat>Custom</PresentationFormat>
  <Paragraphs>206</Paragraphs>
  <Slides>15</Slides>
  <Notes>14</Notes>
  <HiddenSlides>0</HiddenSlides>
  <MMClips>0</MMClips>
  <ScaleCrop>false</ScaleCrop>
  <HeadingPairs>
    <vt:vector size="6" baseType="variant">
      <vt:variant>
        <vt:lpstr>Fonts Used</vt:lpstr>
      </vt:variant>
      <vt:variant>
        <vt:i4>8</vt:i4>
      </vt:variant>
      <vt:variant>
        <vt:lpstr>Theme</vt:lpstr>
      </vt:variant>
      <vt:variant>
        <vt:i4>11</vt:i4>
      </vt:variant>
      <vt:variant>
        <vt:lpstr>Slide Titles</vt:lpstr>
      </vt:variant>
      <vt:variant>
        <vt:i4>15</vt:i4>
      </vt:variant>
    </vt:vector>
  </HeadingPairs>
  <TitlesOfParts>
    <vt:vector size="34" baseType="lpstr">
      <vt:lpstr>Arial</vt:lpstr>
      <vt:lpstr>Calibri</vt:lpstr>
      <vt:lpstr>Century Gothic Paneuropean Heavy</vt:lpstr>
      <vt:lpstr>Open Sauce</vt:lpstr>
      <vt:lpstr>Open Sauce Semi-Bold</vt:lpstr>
      <vt:lpstr>Symbol</vt:lpstr>
      <vt:lpstr>Times New Roman</vt:lpstr>
      <vt:lpstr>Wingdings</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Cardiff Met University</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Launch to Litter: Orbital Overload</dc:title>
  <dc:subject>Objects in Orbit</dc:subject>
  <dc:creator>Tom Rowan</dc:creator>
  <cp:keywords>orbital, kessler syndrome, objects, payloads, satellte, debris</cp:keywords>
  <dc:description/>
  <cp:lastModifiedBy>Rowan, Tom</cp:lastModifiedBy>
  <cp:revision>37</cp:revision>
  <dcterms:created xsi:type="dcterms:W3CDTF">2006-08-16T00:00:00Z</dcterms:created>
  <dcterms:modified xsi:type="dcterms:W3CDTF">2025-12-06T15:35:17Z</dcterms:modified>
  <cp:category/>
  <dc:identifier>DAG3TWXvXT0</dc:identifier>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Custom</vt:lpwstr>
  </property>
  <property fmtid="{D5CDD505-2E9C-101B-9397-08002B2CF9AE}" pid="3" name="Slides">
    <vt:i4>16</vt:i4>
  </property>
</Properties>
</file>