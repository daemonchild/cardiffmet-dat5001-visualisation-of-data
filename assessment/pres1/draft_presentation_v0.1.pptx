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3C0BF-F100-92FB-268F-48AC5675DE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2B856-E4F4-3250-4FD8-14B2AB75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685BB-B9F7-23F4-7148-CD509A9BB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BF86-A2F2-6543-1572-7B8319334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D739F-F755-547A-971A-F67760C3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6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6E010-0973-D4B5-35FA-49ECA876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21C7A-6949-5A7D-2353-59D6408DF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626B7-9EE7-2B52-A7A1-AC92257D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6CCEE-2B0F-83B9-45A7-D9E9EBC8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21ECC-EA0D-5446-5A1A-F8378EFC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032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70A0-B614-15A0-FC38-CEF29DEB6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C4BA6-1024-8E65-855B-7606490E9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BB476-02EE-C2DA-AEB1-0C3E2D4A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08390-23D8-FCD0-8636-406B124B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734E7-BB99-4804-D9B2-91E633D8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4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B8BA-31D7-B00B-B3F5-61B2C90E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A09D7-D673-B5EF-66D2-476E6D67EC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21985-D665-6F79-2528-A689523D8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E1E975-6C53-99DD-7325-556F60809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7829D-0B2A-3A45-F597-E8324886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1EB56-0DC9-A673-4A12-64712C2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41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8DD6-9C8E-1D15-BF96-FC379345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87BFF-ED68-067E-5E8C-91D16E734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1F0A3-6F16-63C0-7A86-6A4302D8E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8F351B-E1E2-FEFF-0F7C-288D897CE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8AC9EA-8931-2314-A300-B3980EA26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6D46CE-B468-F956-6935-6D6CE0D1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55CC7-1C65-76D3-A536-CF9DD7EE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C3635-F230-943D-CE01-10157CC6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4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45F4-A250-8EFB-1669-4B07D84B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50BBE-C459-E4B2-873B-70F41BA7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77397-FF1E-1C5E-171A-F1A1DB22A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75727F-3B82-B537-90AB-63BB7EB3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217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124F4-1DBC-ACEB-84E0-EDCAC8AC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A4F6F-B3CD-1DA6-6A7E-5EC9A50A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69A82A-E7AE-DE5B-7F30-CFF430B66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81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37D7-300A-0378-B357-D2FBDE19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79069-7195-B67B-E25F-013210BDF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65C4E-FEB6-A4E7-1B6C-A161A96C8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6D277C-87C7-B6AD-FBBA-4EA838A9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ABAA1-4C7F-93FE-D5A3-C33F82C0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BB6C-14B6-0DBE-8036-F3C84374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2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CF84-DF9B-F6DE-206E-0C19A4D0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BED55-5F87-8D50-5075-480A0A73E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BFF35-916D-76B9-B235-3D610205C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EFAD4-6A7F-4206-5C98-029D70E1B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86665-A51E-80EC-D75C-A5FD36B7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08CCC-E183-F5BE-4E5C-E110B561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85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5899-8B89-DB71-520C-7EADACE5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F157C-D44F-7D3E-9141-7331E8FCC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22200-1B61-2BF6-4918-2D9B83B93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03FBF-42BB-9A89-5D01-3501C5F4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332B8-5F39-CF24-2E63-172C510C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0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794C63-3A8C-E69E-D46C-F247DD2D31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F63DD-AEC8-754A-EF7B-85A1EDE997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C6B51-E014-B4F7-8615-E6158A0AB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8C214-B2B7-956E-3B16-2DF6FDDD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D8E-714A-BAC2-12C1-4355351E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70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47EF1-FD70-A6CF-C7EE-F28AA261A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DD5AB-3AD8-25DF-CF39-8966EDAE0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6ABA8-FDE4-D116-6D27-D5EB55C05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453A61-022B-0845-8583-6C9C9004A07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A892-3F53-4C76-D2CF-80D428A9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459EE-48EE-87BA-D395-B5CFA2F08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D8FCFB-B31B-C74C-9F90-9C3DA8AED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0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9C21A-F287-2EA4-BD41-61D7E7DC08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A445A-7935-3F15-872A-0A590B0ABD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12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Rowan, Tom</dc:creator>
  <cp:lastModifiedBy>Rowan, Tom</cp:lastModifiedBy>
  <cp:revision>1</cp:revision>
  <dcterms:created xsi:type="dcterms:W3CDTF">2025-10-27T11:11:36Z</dcterms:created>
  <dcterms:modified xsi:type="dcterms:W3CDTF">2025-10-27T11:12:46Z</dcterms:modified>
</cp:coreProperties>
</file>